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2"/>
  </p:sldMasterIdLst>
  <p:notesMasterIdLst>
    <p:notesMasterId r:id="rId35"/>
  </p:notesMasterIdLst>
  <p:handoutMasterIdLst>
    <p:handoutMasterId r:id="rId36"/>
  </p:handoutMasterIdLst>
  <p:sldIdLst>
    <p:sldId id="393" r:id="rId23"/>
    <p:sldId id="538" r:id="rId24"/>
    <p:sldId id="300" r:id="rId25"/>
    <p:sldId id="539" r:id="rId26"/>
    <p:sldId id="467" r:id="rId27"/>
    <p:sldId id="540" r:id="rId28"/>
    <p:sldId id="350" r:id="rId29"/>
    <p:sldId id="536" r:id="rId30"/>
    <p:sldId id="615" r:id="rId31"/>
    <p:sldId id="639" r:id="rId32"/>
    <p:sldId id="616" r:id="rId33"/>
    <p:sldId id="356" r:id="rId34"/>
  </p:sldIdLst>
  <p:sldSz cx="13716000" cy="24382413"/>
  <p:notesSz cx="6858000" cy="9144000"/>
  <p:embeddedFontLst>
    <p:embeddedFont>
      <p:font typeface="Merriweather Light" pitchFamily="2" charset="77"/>
      <p:regular r:id="rId37"/>
      <p: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Open Sans Light" panose="020B0306030504020204" pitchFamily="34" charset="0"/>
      <p:regular r:id="rId43"/>
      <p:italic r:id="rId44"/>
    </p:embeddedFont>
    <p:embeddedFont>
      <p:font typeface="Open Sans SemiBold" panose="020B0606030504020204" pitchFamily="34" charset="0"/>
      <p:regular r:id="rId45"/>
      <p:bold r:id="rId46"/>
      <p:italic r:id="rId47"/>
      <p:boldItalic r:id="rId48"/>
    </p:embeddedFont>
  </p:embeddedFontLst>
  <p:defaultTextStyle>
    <a:defPPr>
      <a:defRPr lang="en-US"/>
    </a:defPPr>
    <a:lvl1pPr marL="0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1pPr>
    <a:lvl2pPr marL="658368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2pPr>
    <a:lvl3pPr marL="1316736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3pPr>
    <a:lvl4pPr marL="1975104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4pPr>
    <a:lvl5pPr marL="2633472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5pPr>
    <a:lvl6pPr marL="3291840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6pPr>
    <a:lvl7pPr marL="3950208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7pPr>
    <a:lvl8pPr marL="4608576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8pPr>
    <a:lvl9pPr marL="5266944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DD5"/>
    <a:srgbClr val="9C9DA3"/>
    <a:srgbClr val="133FBD"/>
    <a:srgbClr val="3439C3"/>
    <a:srgbClr val="34397B"/>
    <a:srgbClr val="CADEFF"/>
    <a:srgbClr val="ACBBE8"/>
    <a:srgbClr val="4C518B"/>
    <a:srgbClr val="8B8FB4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254" autoAdjust="0"/>
    <p:restoredTop sz="83356" autoAdjust="0"/>
  </p:normalViewPr>
  <p:slideViewPr>
    <p:cSldViewPr snapToGrid="0" showGuides="1">
      <p:cViewPr varScale="1">
        <p:scale>
          <a:sx n="36" d="100"/>
          <a:sy n="36" d="100"/>
        </p:scale>
        <p:origin x="4160" y="2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60" d="100"/>
          <a:sy n="160" d="100"/>
        </p:scale>
        <p:origin x="679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" Target="slides/slide4.xml"/><Relationship Id="rId39" Type="http://schemas.openxmlformats.org/officeDocument/2006/relationships/font" Target="fonts/font3.fntdata"/><Relationship Id="rId21" Type="http://schemas.openxmlformats.org/officeDocument/2006/relationships/customXml" Target="../customXml/item21.xml"/><Relationship Id="rId34" Type="http://schemas.openxmlformats.org/officeDocument/2006/relationships/slide" Target="slides/slide12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slide" Target="slides/slide7.xml"/><Relationship Id="rId11" Type="http://schemas.openxmlformats.org/officeDocument/2006/relationships/customXml" Target="../customXml/item11.xml"/><Relationship Id="rId24" Type="http://schemas.openxmlformats.org/officeDocument/2006/relationships/slide" Target="slides/slide2.xml"/><Relationship Id="rId32" Type="http://schemas.openxmlformats.org/officeDocument/2006/relationships/slide" Target="slides/slide1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microsoft.com/office/2016/11/relationships/changesInfo" Target="changesInfos/changesInfo1.xml"/><Relationship Id="rId5" Type="http://schemas.openxmlformats.org/officeDocument/2006/relationships/customXml" Target="../customXml/item5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9.xml"/><Relationship Id="rId44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Master" Target="slideMasters/slideMaster1.xml"/><Relationship Id="rId27" Type="http://schemas.openxmlformats.org/officeDocument/2006/relationships/slide" Target="slides/slide5.xml"/><Relationship Id="rId30" Type="http://schemas.openxmlformats.org/officeDocument/2006/relationships/slide" Target="slides/slide8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customXml" Target="../customXml/item8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3.xml"/><Relationship Id="rId33" Type="http://schemas.openxmlformats.org/officeDocument/2006/relationships/slide" Target="slides/slide11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customXml" Target="../customXml/item20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36" Type="http://schemas.openxmlformats.org/officeDocument/2006/relationships/handoutMaster" Target="handoutMasters/handoutMaster1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n, Leanne" userId="78e653dd-4a06-4ab6-8680-bd4e7ee5b149" providerId="ADAL" clId="{96F287C3-4083-344F-BB5E-28D4E33201EA}"/>
    <pc:docChg chg="custSel modMainMaster">
      <pc:chgData name="Hein, Leanne" userId="78e653dd-4a06-4ab6-8680-bd4e7ee5b149" providerId="ADAL" clId="{96F287C3-4083-344F-BB5E-28D4E33201EA}" dt="2025-05-15T19:14:40.497" v="0" actId="478"/>
      <pc:docMkLst>
        <pc:docMk/>
      </pc:docMkLst>
      <pc:sldMasterChg chg="delSp mod">
        <pc:chgData name="Hein, Leanne" userId="78e653dd-4a06-4ab6-8680-bd4e7ee5b149" providerId="ADAL" clId="{96F287C3-4083-344F-BB5E-28D4E33201EA}" dt="2025-05-15T19:14:40.497" v="0" actId="478"/>
        <pc:sldMasterMkLst>
          <pc:docMk/>
          <pc:sldMasterMk cId="180999990" sldId="2147483648"/>
        </pc:sldMasterMkLst>
        <pc:spChg chg="del">
          <ac:chgData name="Hein, Leanne" userId="78e653dd-4a06-4ab6-8680-bd4e7ee5b149" providerId="ADAL" clId="{96F287C3-4083-344F-BB5E-28D4E33201EA}" dt="2025-05-15T19:14:40.497" v="0" actId="478"/>
          <ac:spMkLst>
            <pc:docMk/>
            <pc:sldMasterMk cId="180999990" sldId="2147483648"/>
            <ac:spMk id="8" creationId="{DB37E700-9FCB-C8DC-B398-641FBE5CE95A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382C0-1D05-4229-918E-CDD7B7E48B4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6AEEE-E778-402E-8B8F-9A98AED26EB8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otes Placeholder 7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Date Placeholder 8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1386E511-D742-4EFE-90B5-C9FC42762E0F}" type="datetimeFigureOut">
              <a:rPr lang="en-GB" smtClean="0"/>
              <a:pPr/>
              <a:t>15/05/2025</a:t>
            </a:fld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endParaRPr lang="en-GB"/>
          </a:p>
        </p:txBody>
      </p:sp>
      <p:sp>
        <p:nvSpPr>
          <p:cNvPr id="12" name="Slide Image Placeholder 11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13" name="Header Placeholder 1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658368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1316736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975104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2633472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3291840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3950208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4608576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5266944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About, People, Feature, Profile, 1080x1920, 9x16, 9:16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119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About, People, Feature, Profile, 1080x1920, 9x16, 9:16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72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Welcome, People, Feature, Profile, 1080x1920, 9x16, 9:16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766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Welcome, People, Feature, Profile, 1080x1920, 9x16, 9:16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587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Welcome, People, Feature, Profile, 1080x1920, 9x16, 9:16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290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Welcome, People, Feature, Profile, 1080x1920, 9x16, 9:16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864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People, Feature, Profile, 1080x1920, 9x16, 9:16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277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People, Feature, Profile, 1080x1920, 9x16, 9:16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633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08A1F-EC24-3DAF-8AD5-BE18D399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BB6EE-DA7F-8ABE-B005-B52D76E6D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38733-5386-BDF7-D917-1F9DC62AF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People, Feature, Profile, 1080x1920, 9x16, 9:16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4B164-5D5D-FB52-614F-02D6B25D3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629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0F049-342C-239F-1E70-5BD1CB1AA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755D5-E6D3-C057-82E9-337948C22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0E262-0652-2FED-6300-AA1C93A03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People, Feature, Profile, 1080x1920, 9x16, 9:16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D3E55-A00E-72D3-78A0-96A8ECFDA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408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Highlight, Emphasis, People, Feature, Profile, 1080x1920, 9x16, 9:16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262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Social, Social Media, Spotlight, Congratulations, Highlight, Emphasis, People, Feature, Profile, 1080x1920, 9x16, 9:16</a:t>
            </a:r>
          </a:p>
          <a:p>
            <a:pPr marL="0" marR="0" lvl="0" indent="0" algn="l" defTabSz="1316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487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48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um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251153"/>
      </p:ext>
    </p:extLst>
  </p:cSld>
  <p:clrMapOvr>
    <a:overrideClrMapping bg1="dk1" tx1="lt1" bg2="accent1" tx2="accent1" accent1="lt2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5.xml"/><Relationship Id="rId13" Type="http://schemas.openxmlformats.org/officeDocument/2006/relationships/tags" Target="../tags/tag10.xml"/><Relationship Id="rId3" Type="http://schemas.openxmlformats.org/officeDocument/2006/relationships/theme" Target="../theme/theme1.xml"/><Relationship Id="rId7" Type="http://schemas.openxmlformats.org/officeDocument/2006/relationships/tags" Target="../tags/tag4.xml"/><Relationship Id="rId12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11" Type="http://schemas.openxmlformats.org/officeDocument/2006/relationships/tags" Target="../tags/tag8.xml"/><Relationship Id="rId5" Type="http://schemas.openxmlformats.org/officeDocument/2006/relationships/tags" Target="../tags/tag2.xml"/><Relationship Id="rId10" Type="http://schemas.openxmlformats.org/officeDocument/2006/relationships/tags" Target="../tags/tag7.xml"/><Relationship Id="rId4" Type="http://schemas.openxmlformats.org/officeDocument/2006/relationships/tags" Target="../tags/tag1.xml"/><Relationship Id="rId9" Type="http://schemas.openxmlformats.org/officeDocument/2006/relationships/tags" Target="../tags/tag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00" y="7269926"/>
            <a:ext cx="12255300" cy="147958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Level 1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4, Header</a:t>
            </a:r>
          </a:p>
          <a:p>
            <a:pPr lvl="4"/>
            <a:r>
              <a:rPr lang="en-US" noProof="0" dirty="0"/>
              <a:t>Level 5, Body</a:t>
            </a:r>
          </a:p>
          <a:p>
            <a:pPr lvl="5"/>
            <a:r>
              <a:rPr lang="en-US" noProof="0" dirty="0"/>
              <a:t>Level 6</a:t>
            </a:r>
          </a:p>
          <a:p>
            <a:pPr lvl="6"/>
            <a:r>
              <a:rPr lang="en-US" noProof="0" dirty="0"/>
              <a:t>Level 7, Small Header</a:t>
            </a:r>
          </a:p>
          <a:p>
            <a:pPr lvl="7"/>
            <a:r>
              <a:rPr lang="en-US" noProof="0" dirty="0"/>
              <a:t>LEVEL 8, SMALL HEADER</a:t>
            </a:r>
          </a:p>
          <a:p>
            <a:pPr lvl="7"/>
            <a:endParaRPr lang="en-US" noProof="0" dirty="0"/>
          </a:p>
          <a:p>
            <a:pPr lvl="8"/>
            <a:r>
              <a:rPr lang="en-US" noProof="0" dirty="0"/>
              <a:t>Level 9, Infographic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00" y="3775755"/>
            <a:ext cx="12255300" cy="29694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48481018-5A2B-4092-B1D6-9A5FDD8E0EFF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729000" y="2303850"/>
            <a:ext cx="12258000" cy="4433362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71856E2-F020-49FF-A54D-049EB30BEDAB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729000" y="7269570"/>
            <a:ext cx="798750" cy="14808995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830E4EAE-C9B8-4A85-82D0-DDC95712D1B3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1770750" y="7269567"/>
            <a:ext cx="798750" cy="14808995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1A083474-478F-42C6-8180-CFB3495AD762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2812500" y="7269567"/>
            <a:ext cx="798750" cy="14808995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61E88A6D-11DA-46CC-83E3-D577ED0A94AE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3854250" y="7275695"/>
            <a:ext cx="798750" cy="14802869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3" name="Rectangle 12" hidden="1">
            <a:extLst>
              <a:ext uri="{FF2B5EF4-FFF2-40B4-BE49-F238E27FC236}">
                <a16:creationId xmlns:a16="http://schemas.microsoft.com/office/drawing/2014/main" id="{0EDC2FD0-CA18-4DB9-A51F-8FAA5B48F255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4896000" y="7275695"/>
            <a:ext cx="798750" cy="14802869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EFC664E2-0D4D-48CF-BE80-BE1F32C218F8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6979502" y="7269567"/>
            <a:ext cx="798750" cy="14808995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6" name="Rectangle 15" hidden="1">
            <a:extLst>
              <a:ext uri="{FF2B5EF4-FFF2-40B4-BE49-F238E27FC236}">
                <a16:creationId xmlns:a16="http://schemas.microsoft.com/office/drawing/2014/main" id="{2D72954E-870D-4FF9-93C1-B4A3E0E8F3D9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8021252" y="7275695"/>
            <a:ext cx="798750" cy="14802869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49A5D3DB-7DE4-4E3A-8096-6272FAE8D355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9063002" y="7269567"/>
            <a:ext cx="798750" cy="14808995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1416A425-33B4-4430-A431-9ACE70E88B95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10104752" y="7269567"/>
            <a:ext cx="798750" cy="14808995"/>
          </a:xfrm>
          <a:prstGeom prst="rect">
            <a:avLst/>
          </a:prstGeom>
          <a:solidFill>
            <a:srgbClr val="EAEAEA">
              <a:alpha val="50000"/>
            </a:srgbClr>
          </a:solidFill>
          <a:ln w="12700" cap="flat" cmpd="sng" algn="ctr">
            <a:solidFill>
              <a:schemeClr val="accent1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tIns="40500" rIns="81000" bIns="40500" rtlCol="0" anchor="ctr"/>
          <a:lstStyle/>
          <a:p>
            <a:pPr algn="ctr"/>
            <a:endParaRPr lang="en-US" sz="2250" noProof="0" dirty="0" err="1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65" r:id="rId2"/>
  </p:sldLayoutIdLst>
  <p:hf hdr="0"/>
  <p:txStyles>
    <p:titleStyle>
      <a:lvl1pPr algn="l" defTabSz="1028700" rtl="0" eaLnBrk="1" latinLnBrk="0" hangingPunct="1">
        <a:lnSpc>
          <a:spcPct val="83000"/>
        </a:lnSpc>
        <a:spcBef>
          <a:spcPct val="0"/>
        </a:spcBef>
        <a:buNone/>
        <a:defRPr sz="8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Tx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86000" indent="-24300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729000" indent="-24300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​"/>
        <a:defRPr sz="32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​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121500" indent="-121500" algn="l" defTabSz="10287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Char char="​"/>
        <a:defRPr sz="1600" b="1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1028700" rtl="0" eaLnBrk="1" latinLnBrk="0" hangingPunct="1">
        <a:lnSpc>
          <a:spcPct val="100000"/>
        </a:lnSpc>
        <a:spcBef>
          <a:spcPts val="338"/>
        </a:spcBef>
        <a:spcAft>
          <a:spcPts val="675"/>
        </a:spcAft>
        <a:buFont typeface="Arial" panose="020B0604020202020204" pitchFamily="34" charset="0"/>
        <a:buNone/>
        <a:defRPr sz="3200" kern="1200" spc="338">
          <a:solidFill>
            <a:schemeClr val="accent3"/>
          </a:solidFill>
          <a:latin typeface="+mn-lt"/>
          <a:ea typeface="+mn-ea"/>
          <a:cs typeface="+mn-cs"/>
        </a:defRPr>
      </a:lvl8pPr>
      <a:lvl9pPr marL="0" indent="0" algn="l" defTabSz="1028700" rtl="0" eaLnBrk="1" latinLnBrk="0" hangingPunct="1">
        <a:lnSpc>
          <a:spcPct val="90000"/>
        </a:lnSpc>
        <a:spcBef>
          <a:spcPts val="2700"/>
        </a:spcBef>
        <a:spcAft>
          <a:spcPts val="1350"/>
        </a:spcAft>
        <a:buFont typeface="Arial" panose="020B0604020202020204" pitchFamily="34" charset="0"/>
        <a:buChar char="​"/>
        <a:defRPr sz="6600" kern="1200" baseline="0">
          <a:solidFill>
            <a:schemeClr val="tx2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9" userDrawn="1">
          <p15:clr>
            <a:srgbClr val="F26B43"/>
          </p15:clr>
        </p15:guide>
        <p15:guide id="2" pos="8180" userDrawn="1">
          <p15:clr>
            <a:srgbClr val="F26B43"/>
          </p15:clr>
        </p15:guide>
        <p15:guide id="3" orient="horz" pos="1450" userDrawn="1">
          <p15:clr>
            <a:srgbClr val="F26B43"/>
          </p15:clr>
        </p15:guide>
        <p15:guide id="4" orient="horz" pos="4242" userDrawn="1">
          <p15:clr>
            <a:srgbClr val="F26B43"/>
          </p15:clr>
        </p15:guide>
        <p15:guide id="5" pos="962" userDrawn="1">
          <p15:clr>
            <a:srgbClr val="F26B43"/>
          </p15:clr>
        </p15:guide>
        <p15:guide id="6" orient="horz" pos="4576" userDrawn="1">
          <p15:clr>
            <a:srgbClr val="F26B43"/>
          </p15:clr>
        </p15:guide>
        <p15:guide id="7" orient="horz" pos="13904" userDrawn="1">
          <p15:clr>
            <a:srgbClr val="F26B43"/>
          </p15:clr>
        </p15:guide>
        <p15:guide id="8" pos="1115" userDrawn="1">
          <p15:clr>
            <a:srgbClr val="F26B43"/>
          </p15:clr>
        </p15:guide>
        <p15:guide id="9" pos="1618" userDrawn="1">
          <p15:clr>
            <a:srgbClr val="F26B43"/>
          </p15:clr>
        </p15:guide>
        <p15:guide id="10" pos="1771" userDrawn="1">
          <p15:clr>
            <a:srgbClr val="F26B43"/>
          </p15:clr>
        </p15:guide>
        <p15:guide id="11" pos="2275" userDrawn="1">
          <p15:clr>
            <a:srgbClr val="F26B43"/>
          </p15:clr>
        </p15:guide>
        <p15:guide id="12" pos="2428" userDrawn="1">
          <p15:clr>
            <a:srgbClr val="F26B43"/>
          </p15:clr>
        </p15:guide>
        <p15:guide id="13" pos="2931" userDrawn="1">
          <p15:clr>
            <a:srgbClr val="F26B43"/>
          </p15:clr>
        </p15:guide>
        <p15:guide id="15" pos="3084" userDrawn="1">
          <p15:clr>
            <a:srgbClr val="F26B43"/>
          </p15:clr>
        </p15:guide>
        <p15:guide id="16" pos="3587" userDrawn="1">
          <p15:clr>
            <a:srgbClr val="F26B43"/>
          </p15:clr>
        </p15:guide>
        <p15:guide id="17" pos="3740" userDrawn="1">
          <p15:clr>
            <a:srgbClr val="F26B43"/>
          </p15:clr>
        </p15:guide>
        <p15:guide id="18" pos="4242" userDrawn="1">
          <p15:clr>
            <a:srgbClr val="F26B43"/>
          </p15:clr>
        </p15:guide>
        <p15:guide id="19" pos="4397" userDrawn="1">
          <p15:clr>
            <a:srgbClr val="F26B43"/>
          </p15:clr>
        </p15:guide>
        <p15:guide id="20" pos="4899" userDrawn="1">
          <p15:clr>
            <a:srgbClr val="F26B43"/>
          </p15:clr>
        </p15:guide>
        <p15:guide id="21" pos="5052" userDrawn="1">
          <p15:clr>
            <a:srgbClr val="F26B43"/>
          </p15:clr>
        </p15:guide>
        <p15:guide id="22" pos="5555" userDrawn="1">
          <p15:clr>
            <a:srgbClr val="F26B43"/>
          </p15:clr>
        </p15:guide>
        <p15:guide id="23" pos="5708" userDrawn="1">
          <p15:clr>
            <a:srgbClr val="F26B43"/>
          </p15:clr>
        </p15:guide>
        <p15:guide id="24" pos="6211" userDrawn="1">
          <p15:clr>
            <a:srgbClr val="F26B43"/>
          </p15:clr>
        </p15:guide>
        <p15:guide id="25" pos="6364" userDrawn="1">
          <p15:clr>
            <a:srgbClr val="F26B43"/>
          </p15:clr>
        </p15:guide>
        <p15:guide id="26" pos="6868" userDrawn="1">
          <p15:clr>
            <a:srgbClr val="F26B43"/>
          </p15:clr>
        </p15:guide>
        <p15:guide id="27" pos="7021" userDrawn="1">
          <p15:clr>
            <a:srgbClr val="F26B43"/>
          </p15:clr>
        </p15:guide>
        <p15:guide id="28" pos="7524" userDrawn="1">
          <p15:clr>
            <a:srgbClr val="F26B43"/>
          </p15:clr>
        </p15:guide>
        <p15:guide id="29" pos="767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0.xml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4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7.xml"/><Relationship Id="rId1" Type="http://schemas.openxmlformats.org/officeDocument/2006/relationships/customXml" Target="../../customXml/item16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9.xml"/><Relationship Id="rId1" Type="http://schemas.openxmlformats.org/officeDocument/2006/relationships/customXml" Target="../../customXml/item18.xml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21.xml"/><Relationship Id="rId1" Type="http://schemas.openxmlformats.org/officeDocument/2006/relationships/customXml" Target="../../customXml/item20.xml"/><Relationship Id="rId5" Type="http://schemas.openxmlformats.org/officeDocument/2006/relationships/image" Target="../media/image7.jpe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C8EF-7D3F-A43B-2DDE-31DCC4B02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FF4AB8-D2E7-2DEC-0377-673A7BAE470A}"/>
              </a:ext>
            </a:extLst>
          </p:cNvPr>
          <p:cNvSpPr/>
          <p:nvPr/>
        </p:nvSpPr>
        <p:spPr>
          <a:xfrm>
            <a:off x="0" y="-1"/>
            <a:ext cx="13716000" cy="243824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8A4041-3840-6C7E-0CF0-24BB83CED23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10370" y="6597005"/>
            <a:ext cx="6905630" cy="11188402"/>
          </a:xfrm>
          <a:prstGeom prst="rect">
            <a:avLst/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F0F545A-ED61-06D1-A5A0-F8B705528150}"/>
              </a:ext>
            </a:extLst>
          </p:cNvPr>
          <p:cNvSpPr txBox="1">
            <a:spLocks/>
          </p:cNvSpPr>
          <p:nvPr/>
        </p:nvSpPr>
        <p:spPr>
          <a:xfrm>
            <a:off x="1229205" y="8997542"/>
            <a:ext cx="5123491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>
                <a:solidFill>
                  <a:schemeClr val="bg1"/>
                </a:solidFill>
                <a:latin typeface="+mj-lt"/>
              </a:rPr>
              <a:t>Firstname Lastname</a:t>
            </a:r>
            <a:endParaRPr lang="en-US" sz="7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4E3E42C0-349E-4A99-9C80-5A9228108549}"/>
              </a:ext>
            </a:extLst>
          </p:cNvPr>
          <p:cNvSpPr txBox="1">
            <a:spLocks/>
          </p:cNvSpPr>
          <p:nvPr/>
        </p:nvSpPr>
        <p:spPr>
          <a:xfrm>
            <a:off x="1229203" y="13105624"/>
            <a:ext cx="4928708" cy="2038333"/>
          </a:xfrm>
          <a:prstGeom prst="roundRect">
            <a:avLst>
              <a:gd name="adj" fmla="val 4935"/>
            </a:avLst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ASSET SERVICES</a:t>
            </a:r>
            <a:b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LAND AGENCY</a:t>
            </a:r>
            <a:b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400" spc="300">
                <a:solidFill>
                  <a:schemeClr val="accent2">
                    <a:lumMod val="60000"/>
                    <a:lumOff val="4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CONSTRUCTION SERVICES</a:t>
            </a:r>
            <a:endParaRPr lang="en-US" sz="2400" spc="300" dirty="0">
              <a:solidFill>
                <a:schemeClr val="accent2">
                  <a:lumMod val="60000"/>
                  <a:lumOff val="4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135811-7041-2C4C-4A0D-3EBBA4D92936}"/>
              </a:ext>
            </a:extLst>
          </p:cNvPr>
          <p:cNvCxnSpPr>
            <a:cxnSpLocks/>
          </p:cNvCxnSpPr>
          <p:nvPr/>
        </p:nvCxnSpPr>
        <p:spPr>
          <a:xfrm flipH="1">
            <a:off x="1229205" y="16420306"/>
            <a:ext cx="6986589" cy="0"/>
          </a:xfrm>
          <a:prstGeom prst="line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1F364BFC-5A2F-AED3-BCB6-7EA6CC29EBE0}"/>
              </a:ext>
            </a:extLst>
          </p:cNvPr>
          <p:cNvSpPr txBox="1">
            <a:spLocks/>
          </p:cNvSpPr>
          <p:nvPr/>
        </p:nvSpPr>
        <p:spPr>
          <a:xfrm>
            <a:off x="1229205" y="11497134"/>
            <a:ext cx="4333397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Senior Partner, Romania</a:t>
            </a:r>
            <a:endParaRPr lang="en-US" sz="3200" b="1" dirty="0">
              <a:solidFill>
                <a:schemeClr val="bg1">
                  <a:alpha val="90000"/>
                </a:schemeClr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488012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DF3DC-3354-2695-80CF-79F36408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DCBD21-65C5-65D1-12CA-72220F29D181}"/>
              </a:ext>
            </a:extLst>
          </p:cNvPr>
          <p:cNvSpPr/>
          <p:nvPr/>
        </p:nvSpPr>
        <p:spPr>
          <a:xfrm>
            <a:off x="0" y="-1"/>
            <a:ext cx="13716000" cy="24382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96FEFE-1E35-3C74-E815-F4DCBA14AB2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10370" y="6597005"/>
            <a:ext cx="6905630" cy="11188402"/>
          </a:xfrm>
          <a:prstGeom prst="rect">
            <a:avLst/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3621D668-1A60-E2B2-143D-6E52224323CF}"/>
              </a:ext>
            </a:extLst>
          </p:cNvPr>
          <p:cNvSpPr txBox="1">
            <a:spLocks/>
          </p:cNvSpPr>
          <p:nvPr/>
        </p:nvSpPr>
        <p:spPr>
          <a:xfrm>
            <a:off x="1229205" y="8997542"/>
            <a:ext cx="5123491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>
                <a:solidFill>
                  <a:schemeClr val="bg1"/>
                </a:solidFill>
                <a:latin typeface="+mj-lt"/>
              </a:rPr>
              <a:t>Firstname Lastname</a:t>
            </a:r>
            <a:endParaRPr lang="en-US" sz="7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B31FE49F-D232-B6F8-1359-E0AC7BC252E5}"/>
              </a:ext>
            </a:extLst>
          </p:cNvPr>
          <p:cNvSpPr txBox="1">
            <a:spLocks/>
          </p:cNvSpPr>
          <p:nvPr/>
        </p:nvSpPr>
        <p:spPr>
          <a:xfrm>
            <a:off x="1229203" y="13105624"/>
            <a:ext cx="4928708" cy="2038333"/>
          </a:xfrm>
          <a:prstGeom prst="roundRect">
            <a:avLst>
              <a:gd name="adj" fmla="val 4935"/>
            </a:avLst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ASSET SERVICES</a:t>
            </a:r>
            <a:b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LAND AGENCY</a:t>
            </a:r>
            <a:b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4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CONSTRUCTION SERVICES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691537-ADA7-69DE-7289-73D3D0AE3DA3}"/>
              </a:ext>
            </a:extLst>
          </p:cNvPr>
          <p:cNvCxnSpPr>
            <a:cxnSpLocks/>
          </p:cNvCxnSpPr>
          <p:nvPr/>
        </p:nvCxnSpPr>
        <p:spPr>
          <a:xfrm flipH="1">
            <a:off x="1229205" y="16420306"/>
            <a:ext cx="6986589" cy="0"/>
          </a:xfrm>
          <a:prstGeom prst="line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FB4CDE5-F832-14B0-20D9-01137DFF153F}"/>
              </a:ext>
            </a:extLst>
          </p:cNvPr>
          <p:cNvSpPr txBox="1">
            <a:spLocks/>
          </p:cNvSpPr>
          <p:nvPr/>
        </p:nvSpPr>
        <p:spPr>
          <a:xfrm>
            <a:off x="1229205" y="11497134"/>
            <a:ext cx="4333397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Senior Partner, Romania</a:t>
            </a:r>
            <a:endParaRPr lang="en-US" sz="3200" b="1" dirty="0">
              <a:solidFill>
                <a:schemeClr val="bg1">
                  <a:alpha val="90000"/>
                </a:schemeClr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28258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02632-0D22-7E6A-B5B1-6C2511DC0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32AE740-05EB-579F-3192-1E1DF7CD125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3716000" cy="243824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9BA0E9E-08E2-6DF8-8332-C95D7C4C0F00}"/>
              </a:ext>
            </a:extLst>
          </p:cNvPr>
          <p:cNvSpPr/>
          <p:nvPr/>
        </p:nvSpPr>
        <p:spPr>
          <a:xfrm>
            <a:off x="0" y="12191208"/>
            <a:ext cx="6378498" cy="56332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84452BBE-A338-2A28-D3EF-8C906E4F22CB}"/>
              </a:ext>
            </a:extLst>
          </p:cNvPr>
          <p:cNvSpPr txBox="1">
            <a:spLocks/>
          </p:cNvSpPr>
          <p:nvPr/>
        </p:nvSpPr>
        <p:spPr>
          <a:xfrm>
            <a:off x="934697" y="14083665"/>
            <a:ext cx="5220779" cy="21504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7200">
                <a:solidFill>
                  <a:schemeClr val="bg1"/>
                </a:solidFill>
              </a:rPr>
              <a:t>First </a:t>
            </a:r>
            <a:br>
              <a:rPr lang="en-US" sz="7200">
                <a:solidFill>
                  <a:schemeClr val="bg1"/>
                </a:solidFill>
              </a:rPr>
            </a:br>
            <a:r>
              <a:rPr lang="en-US" sz="7200">
                <a:solidFill>
                  <a:schemeClr val="bg1"/>
                </a:solidFill>
              </a:rPr>
              <a:t>Lastname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011461-8EB6-2A34-9A81-C418DE1236C0}"/>
              </a:ext>
            </a:extLst>
          </p:cNvPr>
          <p:cNvSpPr txBox="1">
            <a:spLocks/>
          </p:cNvSpPr>
          <p:nvPr/>
        </p:nvSpPr>
        <p:spPr>
          <a:xfrm>
            <a:off x="976458" y="13138532"/>
            <a:ext cx="4332632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pc="2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WELCOME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DA035D-A986-B4AF-DBE5-E9F850A62223}"/>
              </a:ext>
            </a:extLst>
          </p:cNvPr>
          <p:cNvCxnSpPr>
            <a:cxnSpLocks/>
          </p:cNvCxnSpPr>
          <p:nvPr/>
        </p:nvCxnSpPr>
        <p:spPr>
          <a:xfrm flipH="1">
            <a:off x="934695" y="13611097"/>
            <a:ext cx="174159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7792326-D40E-20DD-EEF3-A2C08FC6F678}"/>
              </a:ext>
            </a:extLst>
          </p:cNvPr>
          <p:cNvSpPr txBox="1">
            <a:spLocks/>
          </p:cNvSpPr>
          <p:nvPr/>
        </p:nvSpPr>
        <p:spPr>
          <a:xfrm>
            <a:off x="934895" y="16473102"/>
            <a:ext cx="4038551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Title and Region</a:t>
            </a:r>
          </a:p>
        </p:txBody>
      </p:sp>
    </p:spTree>
    <p:extLst>
      <p:ext uri="{BB962C8B-B14F-4D97-AF65-F5344CB8AC3E}">
        <p14:creationId xmlns:p14="http://schemas.microsoft.com/office/powerpoint/2010/main" val="2224419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9ED27-846D-F62D-18C9-6950F49E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EE27FB-46ED-3C5D-C571-5DFC81704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3716000" cy="2438241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A2091A0-8274-7970-6FD1-C6856AC22A61}"/>
              </a:ext>
            </a:extLst>
          </p:cNvPr>
          <p:cNvSpPr/>
          <p:nvPr/>
        </p:nvSpPr>
        <p:spPr>
          <a:xfrm>
            <a:off x="0" y="12191208"/>
            <a:ext cx="6378498" cy="56332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F89FAB35-5266-3E3A-BBA5-950B75EC3844}"/>
              </a:ext>
            </a:extLst>
          </p:cNvPr>
          <p:cNvSpPr txBox="1">
            <a:spLocks/>
          </p:cNvSpPr>
          <p:nvPr/>
        </p:nvSpPr>
        <p:spPr>
          <a:xfrm>
            <a:off x="934697" y="14083665"/>
            <a:ext cx="5220779" cy="21504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7200">
                <a:solidFill>
                  <a:schemeClr val="bg1"/>
                </a:solidFill>
              </a:rPr>
              <a:t>First </a:t>
            </a:r>
            <a:br>
              <a:rPr lang="en-US" sz="7200">
                <a:solidFill>
                  <a:schemeClr val="bg1"/>
                </a:solidFill>
              </a:rPr>
            </a:br>
            <a:r>
              <a:rPr lang="en-US" sz="7200">
                <a:solidFill>
                  <a:schemeClr val="bg1"/>
                </a:solidFill>
              </a:rPr>
              <a:t>Lastname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7B47F0A-9711-6082-588F-FCB40303B4C6}"/>
              </a:ext>
            </a:extLst>
          </p:cNvPr>
          <p:cNvSpPr txBox="1">
            <a:spLocks/>
          </p:cNvSpPr>
          <p:nvPr/>
        </p:nvSpPr>
        <p:spPr>
          <a:xfrm>
            <a:off x="976458" y="13138532"/>
            <a:ext cx="4332632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pc="2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WELCOME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028431-28EB-51CE-1B27-FE98548F114D}"/>
              </a:ext>
            </a:extLst>
          </p:cNvPr>
          <p:cNvCxnSpPr>
            <a:cxnSpLocks/>
          </p:cNvCxnSpPr>
          <p:nvPr/>
        </p:nvCxnSpPr>
        <p:spPr>
          <a:xfrm flipH="1">
            <a:off x="934695" y="13611097"/>
            <a:ext cx="174159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116494E0-51BC-EC79-467C-91C6E9585ED2}"/>
              </a:ext>
            </a:extLst>
          </p:cNvPr>
          <p:cNvSpPr txBox="1">
            <a:spLocks/>
          </p:cNvSpPr>
          <p:nvPr/>
        </p:nvSpPr>
        <p:spPr>
          <a:xfrm>
            <a:off x="934895" y="16473102"/>
            <a:ext cx="4038551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Title and Region</a:t>
            </a:r>
          </a:p>
        </p:txBody>
      </p:sp>
    </p:spTree>
    <p:extLst>
      <p:ext uri="{BB962C8B-B14F-4D97-AF65-F5344CB8AC3E}">
        <p14:creationId xmlns:p14="http://schemas.microsoft.com/office/powerpoint/2010/main" val="236218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C770F2-8CC1-D384-FDB4-973C4AA6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F9312BA-D638-C44A-E841-A559B79B89B1}"/>
              </a:ext>
            </a:extLst>
          </p:cNvPr>
          <p:cNvSpPr/>
          <p:nvPr/>
        </p:nvSpPr>
        <p:spPr>
          <a:xfrm>
            <a:off x="0" y="1"/>
            <a:ext cx="13716000" cy="243824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4685F6-1F89-30EA-A49F-E11E7D4BDC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73444" y="5333207"/>
            <a:ext cx="8742556" cy="13716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8C17FDC-5CAB-D339-7287-6E9046A8D414}"/>
              </a:ext>
            </a:extLst>
          </p:cNvPr>
          <p:cNvSpPr/>
          <p:nvPr/>
        </p:nvSpPr>
        <p:spPr>
          <a:xfrm>
            <a:off x="0" y="12191208"/>
            <a:ext cx="6378498" cy="56332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2CFC8C82-EB51-0D89-C4BA-782B1E7BD5FF}"/>
              </a:ext>
            </a:extLst>
          </p:cNvPr>
          <p:cNvSpPr txBox="1">
            <a:spLocks/>
          </p:cNvSpPr>
          <p:nvPr/>
        </p:nvSpPr>
        <p:spPr>
          <a:xfrm>
            <a:off x="934697" y="14083665"/>
            <a:ext cx="5220779" cy="21504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7200">
                <a:solidFill>
                  <a:schemeClr val="bg1"/>
                </a:solidFill>
              </a:rPr>
              <a:t>First </a:t>
            </a:r>
            <a:br>
              <a:rPr lang="en-US" sz="7200">
                <a:solidFill>
                  <a:schemeClr val="bg1"/>
                </a:solidFill>
              </a:rPr>
            </a:br>
            <a:r>
              <a:rPr lang="en-US" sz="7200">
                <a:solidFill>
                  <a:schemeClr val="bg1"/>
                </a:solidFill>
              </a:rPr>
              <a:t>Lastname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99E727E-A4F7-4369-3DB9-89B147875B15}"/>
              </a:ext>
            </a:extLst>
          </p:cNvPr>
          <p:cNvSpPr txBox="1">
            <a:spLocks/>
          </p:cNvSpPr>
          <p:nvPr/>
        </p:nvSpPr>
        <p:spPr>
          <a:xfrm>
            <a:off x="976458" y="13138532"/>
            <a:ext cx="4332632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pc="2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WELCOME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E4EDDA7-189C-EBA9-78F1-1F3C94213FE6}"/>
              </a:ext>
            </a:extLst>
          </p:cNvPr>
          <p:cNvCxnSpPr>
            <a:cxnSpLocks/>
          </p:cNvCxnSpPr>
          <p:nvPr/>
        </p:nvCxnSpPr>
        <p:spPr>
          <a:xfrm flipH="1">
            <a:off x="934695" y="13611097"/>
            <a:ext cx="174159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247F86C-03F7-524B-D868-96BAB4B69030}"/>
              </a:ext>
            </a:extLst>
          </p:cNvPr>
          <p:cNvSpPr txBox="1">
            <a:spLocks/>
          </p:cNvSpPr>
          <p:nvPr/>
        </p:nvSpPr>
        <p:spPr>
          <a:xfrm>
            <a:off x="934895" y="16473102"/>
            <a:ext cx="4038551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Title and Region</a:t>
            </a:r>
          </a:p>
        </p:txBody>
      </p:sp>
    </p:spTree>
    <p:extLst>
      <p:ext uri="{BB962C8B-B14F-4D97-AF65-F5344CB8AC3E}">
        <p14:creationId xmlns:p14="http://schemas.microsoft.com/office/powerpoint/2010/main" val="274068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974AC-38AA-D82A-D7CB-B0DC565D4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6E0DB3-BAF4-42B4-31F5-89C9FBE20395}"/>
              </a:ext>
            </a:extLst>
          </p:cNvPr>
          <p:cNvSpPr/>
          <p:nvPr/>
        </p:nvSpPr>
        <p:spPr>
          <a:xfrm>
            <a:off x="0" y="1"/>
            <a:ext cx="13716000" cy="243824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109CF3-5958-8186-DF9F-938CC36EAD2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73444" y="5333207"/>
            <a:ext cx="8742556" cy="1371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C6DEA5-B89F-21E2-6C67-C5D95994BC44}"/>
              </a:ext>
            </a:extLst>
          </p:cNvPr>
          <p:cNvSpPr/>
          <p:nvPr/>
        </p:nvSpPr>
        <p:spPr>
          <a:xfrm>
            <a:off x="0" y="12191208"/>
            <a:ext cx="6378498" cy="56332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9C69E2E-4C07-D9C1-E36E-4132FD912EFF}"/>
              </a:ext>
            </a:extLst>
          </p:cNvPr>
          <p:cNvSpPr txBox="1">
            <a:spLocks/>
          </p:cNvSpPr>
          <p:nvPr/>
        </p:nvSpPr>
        <p:spPr>
          <a:xfrm>
            <a:off x="934697" y="14083665"/>
            <a:ext cx="5220779" cy="21504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7200">
                <a:solidFill>
                  <a:schemeClr val="bg1"/>
                </a:solidFill>
              </a:rPr>
              <a:t>First </a:t>
            </a:r>
            <a:br>
              <a:rPr lang="en-US" sz="7200">
                <a:solidFill>
                  <a:schemeClr val="bg1"/>
                </a:solidFill>
              </a:rPr>
            </a:br>
            <a:r>
              <a:rPr lang="en-US" sz="7200">
                <a:solidFill>
                  <a:schemeClr val="bg1"/>
                </a:solidFill>
              </a:rPr>
              <a:t>Lastname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81111E-2644-4162-A615-F2164102D352}"/>
              </a:ext>
            </a:extLst>
          </p:cNvPr>
          <p:cNvSpPr txBox="1">
            <a:spLocks/>
          </p:cNvSpPr>
          <p:nvPr/>
        </p:nvSpPr>
        <p:spPr>
          <a:xfrm>
            <a:off x="976458" y="13138532"/>
            <a:ext cx="4332632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pc="2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WELCOME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1AAD5D-8261-8647-A3BE-8F8D20ADB6F7}"/>
              </a:ext>
            </a:extLst>
          </p:cNvPr>
          <p:cNvCxnSpPr>
            <a:cxnSpLocks/>
          </p:cNvCxnSpPr>
          <p:nvPr/>
        </p:nvCxnSpPr>
        <p:spPr>
          <a:xfrm flipH="1">
            <a:off x="934695" y="13611097"/>
            <a:ext cx="174159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78A0CCB-5638-E45D-6719-FD3D8EB04524}"/>
              </a:ext>
            </a:extLst>
          </p:cNvPr>
          <p:cNvSpPr txBox="1">
            <a:spLocks/>
          </p:cNvSpPr>
          <p:nvPr/>
        </p:nvSpPr>
        <p:spPr>
          <a:xfrm>
            <a:off x="934895" y="16473102"/>
            <a:ext cx="4038551" cy="78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Title and Region</a:t>
            </a:r>
          </a:p>
        </p:txBody>
      </p:sp>
    </p:spTree>
    <p:extLst>
      <p:ext uri="{BB962C8B-B14F-4D97-AF65-F5344CB8AC3E}">
        <p14:creationId xmlns:p14="http://schemas.microsoft.com/office/powerpoint/2010/main" val="3526844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DCE5-D1AF-2774-99CE-25FD64836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BBE259-7C7F-2E80-08FD-AA06CB599861}"/>
              </a:ext>
            </a:extLst>
          </p:cNvPr>
          <p:cNvSpPr/>
          <p:nvPr/>
        </p:nvSpPr>
        <p:spPr>
          <a:xfrm>
            <a:off x="0" y="-1"/>
            <a:ext cx="13716000" cy="243824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DF1229-8C20-3157-6D23-63D7160F676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6597005"/>
            <a:ext cx="5953125" cy="11188402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56F0C0B-1A0B-9DB4-BCEF-28C03CD4BB2A}"/>
              </a:ext>
            </a:extLst>
          </p:cNvPr>
          <p:cNvSpPr txBox="1">
            <a:spLocks/>
          </p:cNvSpPr>
          <p:nvPr/>
        </p:nvSpPr>
        <p:spPr>
          <a:xfrm>
            <a:off x="6996594" y="11434595"/>
            <a:ext cx="5123491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>
                <a:solidFill>
                  <a:schemeClr val="bg1"/>
                </a:solidFill>
                <a:latin typeface="Merriweather Light" pitchFamily="2" charset="77"/>
              </a:rPr>
              <a:t>Firstname </a:t>
            </a:r>
          </a:p>
          <a:p>
            <a:r>
              <a:rPr lang="en-US" sz="7200">
                <a:solidFill>
                  <a:schemeClr val="bg1"/>
                </a:solidFill>
                <a:latin typeface="Merriweather Light" pitchFamily="2" charset="77"/>
              </a:rPr>
              <a:t>Lastname</a:t>
            </a:r>
            <a:endParaRPr lang="en-US" sz="7200" dirty="0">
              <a:solidFill>
                <a:schemeClr val="bg1"/>
              </a:solidFill>
              <a:latin typeface="Merriweather Light" pitchFamily="2" charset="77"/>
            </a:endParaRP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E2E9CBBA-5C5F-C1D9-52CE-AE6FA211B1D5}"/>
              </a:ext>
            </a:extLst>
          </p:cNvPr>
          <p:cNvSpPr txBox="1">
            <a:spLocks/>
          </p:cNvSpPr>
          <p:nvPr/>
        </p:nvSpPr>
        <p:spPr>
          <a:xfrm>
            <a:off x="6996592" y="9428956"/>
            <a:ext cx="4928708" cy="93345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b="1" spc="35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CONGRATULATIONS</a:t>
            </a:r>
            <a:endParaRPr lang="en-US" sz="2800" b="1" spc="350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5FE2AE90-772A-A969-53FE-33A53C78571B}"/>
              </a:ext>
            </a:extLst>
          </p:cNvPr>
          <p:cNvSpPr txBox="1">
            <a:spLocks/>
          </p:cNvSpPr>
          <p:nvPr/>
        </p:nvSpPr>
        <p:spPr>
          <a:xfrm>
            <a:off x="6996594" y="14485289"/>
            <a:ext cx="4248149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Real estate forum 2025 top influencer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167917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F0C36-7BF1-2025-1093-CF01EEC30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79A38A-9D7C-304E-E6FA-81A285D78C94}"/>
              </a:ext>
            </a:extLst>
          </p:cNvPr>
          <p:cNvSpPr/>
          <p:nvPr/>
        </p:nvSpPr>
        <p:spPr>
          <a:xfrm>
            <a:off x="0" y="-1"/>
            <a:ext cx="13716000" cy="24382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6D5B93-03F4-02BE-B475-4A4E426BFBB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6597005"/>
            <a:ext cx="5953125" cy="11188402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EB531F2D-951B-652F-158B-B1B60BBF3931}"/>
              </a:ext>
            </a:extLst>
          </p:cNvPr>
          <p:cNvSpPr txBox="1">
            <a:spLocks/>
          </p:cNvSpPr>
          <p:nvPr/>
        </p:nvSpPr>
        <p:spPr>
          <a:xfrm>
            <a:off x="6996594" y="11434595"/>
            <a:ext cx="5123491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>
                <a:solidFill>
                  <a:schemeClr val="bg1"/>
                </a:solidFill>
                <a:latin typeface="Merriweather Light" pitchFamily="2" charset="77"/>
              </a:rPr>
              <a:t>Firstname </a:t>
            </a:r>
          </a:p>
          <a:p>
            <a:r>
              <a:rPr lang="en-US" sz="7200">
                <a:solidFill>
                  <a:schemeClr val="bg1"/>
                </a:solidFill>
                <a:latin typeface="Merriweather Light" pitchFamily="2" charset="77"/>
              </a:rPr>
              <a:t>Lastname</a:t>
            </a:r>
            <a:endParaRPr lang="en-US" sz="7200" dirty="0">
              <a:solidFill>
                <a:schemeClr val="bg1"/>
              </a:solidFill>
              <a:latin typeface="Merriweather Light" pitchFamily="2" charset="77"/>
            </a:endParaRPr>
          </a:p>
        </p:txBody>
      </p:sp>
      <p:sp>
        <p:nvSpPr>
          <p:cNvPr id="9" name="Title 11">
            <a:extLst>
              <a:ext uri="{FF2B5EF4-FFF2-40B4-BE49-F238E27FC236}">
                <a16:creationId xmlns:a16="http://schemas.microsoft.com/office/drawing/2014/main" id="{61D163BF-8BBC-0465-6061-5FAFEF22867F}"/>
              </a:ext>
            </a:extLst>
          </p:cNvPr>
          <p:cNvSpPr txBox="1">
            <a:spLocks/>
          </p:cNvSpPr>
          <p:nvPr/>
        </p:nvSpPr>
        <p:spPr>
          <a:xfrm>
            <a:off x="6996592" y="9428956"/>
            <a:ext cx="4928708" cy="933450"/>
          </a:xfrm>
          <a:prstGeom prst="roundRect">
            <a:avLst>
              <a:gd name="adj" fmla="val 0"/>
            </a:avLst>
          </a:prstGeom>
          <a:solidFill>
            <a:schemeClr val="accent5"/>
          </a:solidFill>
        </p:spPr>
        <p:txBody>
          <a:bodyPr vert="horz" lIns="0" tIns="0" rIns="0" bIns="0" rtlCol="0" anchor="ctr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b="1" spc="350">
                <a:solidFill>
                  <a:srgbClr val="DBE5FF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CONGRATULATIONS</a:t>
            </a:r>
            <a:endParaRPr lang="en-US" sz="2800" b="1" spc="350" dirty="0">
              <a:solidFill>
                <a:srgbClr val="DBE5FF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560749D0-EB1C-75D9-1213-D8DEBDFE2A9A}"/>
              </a:ext>
            </a:extLst>
          </p:cNvPr>
          <p:cNvSpPr txBox="1">
            <a:spLocks/>
          </p:cNvSpPr>
          <p:nvPr/>
        </p:nvSpPr>
        <p:spPr>
          <a:xfrm>
            <a:off x="6996594" y="14485289"/>
            <a:ext cx="4248149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Real estate forum 2025 top influencer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37025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0AFB3-4AED-04BD-D8DF-D2790B81E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40764F-B9FA-161C-077C-4097B157D0EB}"/>
              </a:ext>
            </a:extLst>
          </p:cNvPr>
          <p:cNvSpPr/>
          <p:nvPr/>
        </p:nvSpPr>
        <p:spPr>
          <a:xfrm>
            <a:off x="0" y="-1"/>
            <a:ext cx="13716000" cy="243824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ACA52F-FFA9-ACA9-5845-CA5E02150FC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3716000" cy="14771424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1A03FFCB-05E7-D845-1CCC-1AEB15648552}"/>
              </a:ext>
            </a:extLst>
          </p:cNvPr>
          <p:cNvSpPr txBox="1">
            <a:spLocks/>
          </p:cNvSpPr>
          <p:nvPr/>
        </p:nvSpPr>
        <p:spPr>
          <a:xfrm>
            <a:off x="1131052" y="15904830"/>
            <a:ext cx="9551817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 dirty="0" err="1">
                <a:solidFill>
                  <a:schemeClr val="bg1"/>
                </a:solidFill>
                <a:latin typeface="Merriweather Light" pitchFamily="2" charset="77"/>
              </a:rPr>
              <a:t>Firstname</a:t>
            </a:r>
            <a:r>
              <a:rPr lang="en-US" sz="7200" dirty="0">
                <a:solidFill>
                  <a:schemeClr val="bg1"/>
                </a:solidFill>
                <a:latin typeface="Merriweather Light" pitchFamily="2" charset="77"/>
              </a:rPr>
              <a:t> Lastname</a:t>
            </a: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2A2EC4B0-E83A-AF5B-A6BC-6D2C7A0AE006}"/>
              </a:ext>
            </a:extLst>
          </p:cNvPr>
          <p:cNvSpPr txBox="1">
            <a:spLocks/>
          </p:cNvSpPr>
          <p:nvPr/>
        </p:nvSpPr>
        <p:spPr>
          <a:xfrm>
            <a:off x="1131050" y="14218809"/>
            <a:ext cx="4928708" cy="93345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b="1" spc="350" dirty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CONGRATULATIONS</a:t>
            </a:r>
            <a:endParaRPr lang="en-US" sz="2800" b="1" spc="350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E8BACA2C-1E0F-E585-2D8B-3DB1DD27C4A9}"/>
              </a:ext>
            </a:extLst>
          </p:cNvPr>
          <p:cNvSpPr txBox="1">
            <a:spLocks/>
          </p:cNvSpPr>
          <p:nvPr/>
        </p:nvSpPr>
        <p:spPr>
          <a:xfrm>
            <a:off x="1131052" y="17531776"/>
            <a:ext cx="4248149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Real estate forum 2025 top influencer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951793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A6F14-1249-C449-0E14-BC834C07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A26D36-6310-D35E-C861-7B548EA11A7D}"/>
              </a:ext>
            </a:extLst>
          </p:cNvPr>
          <p:cNvSpPr/>
          <p:nvPr/>
        </p:nvSpPr>
        <p:spPr>
          <a:xfrm>
            <a:off x="0" y="-1"/>
            <a:ext cx="13716000" cy="24382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dirty="0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DEBCF9-DFB0-5233-3CC7-746B0DE323F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3716000" cy="14771424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2D1618D5-00F5-2EF9-3C99-44518D7A55C8}"/>
              </a:ext>
            </a:extLst>
          </p:cNvPr>
          <p:cNvSpPr txBox="1">
            <a:spLocks/>
          </p:cNvSpPr>
          <p:nvPr/>
        </p:nvSpPr>
        <p:spPr>
          <a:xfrm>
            <a:off x="1131052" y="15904830"/>
            <a:ext cx="9551817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200" dirty="0" err="1">
                <a:solidFill>
                  <a:schemeClr val="bg1"/>
                </a:solidFill>
                <a:latin typeface="Merriweather Light" pitchFamily="2" charset="77"/>
              </a:rPr>
              <a:t>Firstname</a:t>
            </a:r>
            <a:r>
              <a:rPr lang="en-US" sz="7200" dirty="0">
                <a:solidFill>
                  <a:schemeClr val="bg1"/>
                </a:solidFill>
                <a:latin typeface="Merriweather Light" pitchFamily="2" charset="77"/>
              </a:rPr>
              <a:t> Lastname</a:t>
            </a: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0E9E2B51-5EEC-DF7C-84F4-EB4798CBE7AF}"/>
              </a:ext>
            </a:extLst>
          </p:cNvPr>
          <p:cNvSpPr txBox="1">
            <a:spLocks/>
          </p:cNvSpPr>
          <p:nvPr/>
        </p:nvSpPr>
        <p:spPr>
          <a:xfrm>
            <a:off x="1131050" y="14218809"/>
            <a:ext cx="4928708" cy="933450"/>
          </a:xfrm>
          <a:prstGeom prst="roundRect">
            <a:avLst>
              <a:gd name="adj" fmla="val 0"/>
            </a:avLst>
          </a:prstGeom>
          <a:solidFill>
            <a:schemeClr val="accent5"/>
          </a:solidFill>
        </p:spPr>
        <p:txBody>
          <a:bodyPr vert="horz" lIns="0" tIns="0" rIns="0" bIns="0" rtlCol="0" anchor="ctr" anchorCtr="0">
            <a:noAutofit/>
          </a:bodyPr>
          <a:lstStyle>
            <a:lvl1pPr algn="l" defTabSz="10287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8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b="1" spc="35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CONGRATULATIONS</a:t>
            </a:r>
            <a:endParaRPr lang="en-US" sz="2800" b="1" spc="350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2361D189-A013-0ED3-2DA5-9020C000C3A3}"/>
              </a:ext>
            </a:extLst>
          </p:cNvPr>
          <p:cNvSpPr txBox="1">
            <a:spLocks/>
          </p:cNvSpPr>
          <p:nvPr/>
        </p:nvSpPr>
        <p:spPr>
          <a:xfrm>
            <a:off x="1131052" y="17531776"/>
            <a:ext cx="4248149" cy="15132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>
                    <a:alpha val="90000"/>
                  </a:schemeClr>
                </a:solidFill>
                <a:latin typeface="+mj-lt"/>
              </a:rPr>
              <a:t>Real estate forum 2025 top influencer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26004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D2150-2056-8633-73F9-943E431A7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61B88C-A04E-1404-8773-3ED7AA76517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716000" cy="14771424"/>
          </a:xfrm>
          <a:prstGeom prst="rect">
            <a:avLst/>
          </a:prstGeom>
          <a:ln w="25400">
            <a:noFill/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7D2CCD6-6B35-D6B8-95B7-F0CA047B6196}"/>
              </a:ext>
            </a:extLst>
          </p:cNvPr>
          <p:cNvGrpSpPr/>
          <p:nvPr/>
        </p:nvGrpSpPr>
        <p:grpSpPr>
          <a:xfrm>
            <a:off x="2157485" y="16223998"/>
            <a:ext cx="9401031" cy="2974921"/>
            <a:chOff x="1616779" y="14374273"/>
            <a:chExt cx="6526191" cy="2065188"/>
          </a:xfrm>
        </p:grpSpPr>
        <p:sp>
          <p:nvSpPr>
            <p:cNvPr id="5" name="Text Placeholder 13">
              <a:extLst>
                <a:ext uri="{FF2B5EF4-FFF2-40B4-BE49-F238E27FC236}">
                  <a16:creationId xmlns:a16="http://schemas.microsoft.com/office/drawing/2014/main" id="{95F2A699-9387-E35A-3095-9BCECBC4F30B}"/>
                </a:ext>
              </a:extLst>
            </p:cNvPr>
            <p:cNvSpPr txBox="1">
              <a:spLocks/>
            </p:cNvSpPr>
            <p:nvPr/>
          </p:nvSpPr>
          <p:spPr>
            <a:xfrm>
              <a:off x="1616779" y="15152516"/>
              <a:ext cx="6526191" cy="1286945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1028700" rtl="0" eaLnBrk="1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675"/>
                </a:spcAft>
                <a:buFontTx/>
                <a:buNone/>
                <a:defRPr sz="2400" kern="1200" spc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lvl1pPr>
              <a:lvl2pPr marL="486000" indent="-243000" algn="l" defTabSz="1028700" rtl="0" eaLnBrk="1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675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9000" indent="-243000" algn="l" defTabSz="1028700" rtl="0" eaLnBrk="1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675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028700" rtl="0" eaLnBrk="1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675"/>
                </a:spcAft>
                <a:buFont typeface="Arial" panose="020B0604020202020204" pitchFamily="34" charset="0"/>
                <a:buChar char="​"/>
                <a:defRPr sz="32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1028700" rtl="0" eaLnBrk="1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675"/>
                </a:spcAft>
                <a:buFont typeface="Arial" panose="020B0604020202020204" pitchFamily="34" charset="0"/>
                <a:buChar char="​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1500" indent="-121500" algn="l" defTabSz="10287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75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1028700" rtl="0" eaLnBrk="1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675"/>
                </a:spcAft>
                <a:buFont typeface="Arial" panose="020B0604020202020204" pitchFamily="34" charset="0"/>
                <a:buChar char="​"/>
                <a:defRPr sz="1600" b="1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1028700" rtl="0" eaLnBrk="1" latinLnBrk="0" hangingPunct="1">
                <a:lnSpc>
                  <a:spcPct val="100000"/>
                </a:lnSpc>
                <a:spcBef>
                  <a:spcPts val="338"/>
                </a:spcBef>
                <a:spcAft>
                  <a:spcPts val="675"/>
                </a:spcAft>
                <a:buFont typeface="Arial" panose="020B0604020202020204" pitchFamily="34" charset="0"/>
                <a:buNone/>
                <a:defRPr sz="3200" kern="1200" spc="338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1028700" rtl="0" eaLnBrk="1" latinLnBrk="0" hangingPunct="1">
                <a:lnSpc>
                  <a:spcPct val="90000"/>
                </a:lnSpc>
                <a:spcBef>
                  <a:spcPts val="2700"/>
                </a:spcBef>
                <a:spcAft>
                  <a:spcPts val="1350"/>
                </a:spcAft>
                <a:buFont typeface="Arial" panose="020B0604020202020204" pitchFamily="34" charset="0"/>
                <a:buChar char="​"/>
                <a:defRPr sz="6600" kern="1200" baseline="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6000" dirty="0" err="1">
                  <a:latin typeface="+mj-lt"/>
                </a:rPr>
                <a:t>Firstname</a:t>
              </a:r>
              <a:r>
                <a:rPr lang="en-US" sz="6000" dirty="0">
                  <a:latin typeface="+mj-lt"/>
                </a:rPr>
                <a:t> </a:t>
              </a:r>
              <a:r>
                <a:rPr lang="en-US" sz="6000" dirty="0" err="1">
                  <a:latin typeface="+mj-lt"/>
                </a:rPr>
                <a:t>Lastname</a:t>
              </a:r>
              <a:endParaRPr lang="en-US" sz="6000" dirty="0">
                <a:latin typeface="+mj-l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77B91E-8D38-0198-0A84-21208B0DCAB8}"/>
                </a:ext>
              </a:extLst>
            </p:cNvPr>
            <p:cNvSpPr txBox="1"/>
            <p:nvPr/>
          </p:nvSpPr>
          <p:spPr>
            <a:xfrm>
              <a:off x="2523795" y="14374273"/>
              <a:ext cx="4712158" cy="920422"/>
            </a:xfrm>
            <a:prstGeom prst="roundRect">
              <a:avLst>
                <a:gd name="adj" fmla="val 7369"/>
              </a:avLst>
            </a:prstGeom>
            <a:solidFill>
              <a:schemeClr val="accent1"/>
            </a:solidFill>
          </p:spPr>
          <p:txBody>
            <a:bodyPr wrap="square" lIns="144000" tIns="0" rIns="144000" bIns="72000" rtlCol="0" anchor="ctr">
              <a:noAutofit/>
            </a:bodyPr>
            <a:lstStyle/>
            <a:p>
              <a:pPr algn="ctr"/>
              <a:r>
                <a:rPr lang="en-US" sz="6600" dirty="0">
                  <a:solidFill>
                    <a:schemeClr val="bg1"/>
                  </a:solidFill>
                  <a:latin typeface="+mj-lt"/>
                </a:rPr>
                <a:t>Congratulations</a:t>
              </a:r>
            </a:p>
          </p:txBody>
        </p:sp>
      </p:grp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1770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63ED3-1002-A50B-1DA7-2EAABA93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3074BB-6EE7-B90C-3672-6C8EBB1A744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" y="-1"/>
            <a:ext cx="13714525" cy="16023183"/>
          </a:xfrm>
          <a:prstGeom prst="rect">
            <a:avLst/>
          </a:prstGeom>
          <a:ln w="25400">
            <a:noFill/>
          </a:ln>
        </p:spPr>
      </p:pic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2E4D35AD-0CFD-208D-8C99-A99302D2FD81}"/>
              </a:ext>
            </a:extLst>
          </p:cNvPr>
          <p:cNvSpPr txBox="1">
            <a:spLocks/>
          </p:cNvSpPr>
          <p:nvPr/>
        </p:nvSpPr>
        <p:spPr>
          <a:xfrm>
            <a:off x="1078934" y="18216508"/>
            <a:ext cx="7224187" cy="14245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Tx/>
              <a:buNone/>
              <a:defRPr sz="2400" kern="1200" spc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86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9000" indent="-24300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500" indent="-121500" algn="l" defTabSz="1028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Char char="​"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1028700" rtl="0" eaLnBrk="1" latinLnBrk="0" hangingPunct="1">
              <a:lnSpc>
                <a:spcPct val="100000"/>
              </a:lnSpc>
              <a:spcBef>
                <a:spcPts val="338"/>
              </a:spcBef>
              <a:spcAft>
                <a:spcPts val="675"/>
              </a:spcAft>
              <a:buFont typeface="Arial" panose="020B0604020202020204" pitchFamily="34" charset="0"/>
              <a:buNone/>
              <a:defRPr sz="3200" kern="1200" spc="338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0" indent="0" algn="l" defTabSz="1028700" rtl="0" eaLnBrk="1" latinLnBrk="0" hangingPunct="1">
              <a:lnSpc>
                <a:spcPct val="90000"/>
              </a:lnSpc>
              <a:spcBef>
                <a:spcPts val="2700"/>
              </a:spcBef>
              <a:spcAft>
                <a:spcPts val="1350"/>
              </a:spcAft>
              <a:buFont typeface="Arial" panose="020B0604020202020204" pitchFamily="34" charset="0"/>
              <a:buChar char="​"/>
              <a:defRPr sz="6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5400" dirty="0" err="1">
                <a:latin typeface="+mj-lt"/>
              </a:rPr>
              <a:t>Firstname</a:t>
            </a:r>
            <a:r>
              <a:rPr lang="en-US" sz="5400" dirty="0">
                <a:latin typeface="+mj-lt"/>
              </a:rPr>
              <a:t> </a:t>
            </a:r>
            <a:r>
              <a:rPr lang="en-US" sz="5400" dirty="0" err="1">
                <a:latin typeface="+mj-lt"/>
              </a:rPr>
              <a:t>Lastname</a:t>
            </a:r>
            <a:endParaRPr lang="en-US" sz="54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DEA9FB-D49C-F027-8F5A-FBCF48F9271D}"/>
              </a:ext>
            </a:extLst>
          </p:cNvPr>
          <p:cNvSpPr txBox="1"/>
          <p:nvPr/>
        </p:nvSpPr>
        <p:spPr>
          <a:xfrm>
            <a:off x="1078935" y="17249628"/>
            <a:ext cx="5779065" cy="1082502"/>
          </a:xfrm>
          <a:prstGeom prst="roundRect">
            <a:avLst>
              <a:gd name="adj" fmla="val 7369"/>
            </a:avLst>
          </a:prstGeom>
          <a:solidFill>
            <a:schemeClr val="accent1"/>
          </a:solidFill>
        </p:spPr>
        <p:txBody>
          <a:bodyPr wrap="square" lIns="144000" tIns="0" rIns="144000" bIns="72000" rtlCol="0" anchor="ctr">
            <a:no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+mj-lt"/>
              </a:rPr>
              <a:t>Congratulations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0775609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heme/theme1.xml><?xml version="1.0" encoding="utf-8"?>
<a:theme xmlns:a="http://schemas.openxmlformats.org/drawingml/2006/main" name="Social Template">
  <a:themeElements>
    <a:clrScheme name="Master Colours">
      <a:dk1>
        <a:srgbClr val="56648F"/>
      </a:dk1>
      <a:lt1>
        <a:srgbClr val="FFFFFF"/>
      </a:lt1>
      <a:dk2>
        <a:srgbClr val="24408F"/>
      </a:dk2>
      <a:lt2>
        <a:srgbClr val="CCCDD5"/>
      </a:lt2>
      <a:accent1>
        <a:srgbClr val="1C54F3"/>
      </a:accent1>
      <a:accent2>
        <a:srgbClr val="4D93FF"/>
      </a:accent2>
      <a:accent3>
        <a:srgbClr val="C3E6FF"/>
      </a:accent3>
      <a:accent4>
        <a:srgbClr val="24408F"/>
      </a:accent4>
      <a:accent5>
        <a:srgbClr val="000759"/>
      </a:accent5>
      <a:accent6>
        <a:srgbClr val="56648F"/>
      </a:accent6>
      <a:hlink>
        <a:srgbClr val="1C54F3"/>
      </a:hlink>
      <a:folHlink>
        <a:srgbClr val="1C54F3"/>
      </a:folHlink>
    </a:clrScheme>
    <a:fontScheme name="Colliers">
      <a:majorFont>
        <a:latin typeface="Open Sans Ligh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custClrLst>
    <a:custClr name="Red">
      <a:srgbClr val="ED1834"/>
    </a:custClr>
    <a:custClr name="Yellow">
      <a:srgbClr val="FFD400"/>
    </a:custClr>
    <a:custClr name="Light Blue">
      <a:srgbClr val="0C9ED9"/>
    </a:custClr>
    <a:custClr name="Teal">
      <a:srgbClr val="2AB6A9"/>
    </a:custClr>
    <a:custClr name="Orange">
      <a:srgbClr val="FA6609"/>
    </a:custClr>
    <a:custClr name="Purple">
      <a:srgbClr val="9C45AE"/>
    </a:custClr>
    <a:custClr name="Grey">
      <a:srgbClr val="CCCDD5"/>
    </a:custClr>
    <a:custClr name="Med Blue DS">
      <a:srgbClr val="7B8BBD"/>
    </a:custClr>
    <a:custClr name="Light Blue DS">
      <a:srgbClr val="ACBBE8"/>
    </a:custClr>
    <a:custClr name="Pale Blue DS">
      <a:srgbClr val="DBE5FF"/>
    </a:custClr>
    <a:custClr name="80%">
      <a:srgbClr val="F15B51"/>
    </a:custClr>
    <a:custClr name="80%">
      <a:srgbClr val="FFDD33"/>
    </a:custClr>
    <a:custClr name="80%">
      <a:srgbClr val="3DB1E1"/>
    </a:custClr>
    <a:custClr name="80%">
      <a:srgbClr val="55C5BA"/>
    </a:custClr>
    <a:custClr name="80%">
      <a:srgbClr val="FB853A"/>
    </a:custClr>
    <a:custClr name="80%">
      <a:srgbClr val="B06ABE"/>
    </a:custClr>
    <a:custClr name="80%">
      <a:srgbClr val="D5D5DC"/>
    </a:custClr>
    <a:custClr name="80%">
      <a:srgbClr val="95A2CA"/>
    </a:custClr>
    <a:custClr name="80%">
      <a:srgbClr val="BDC9ED"/>
    </a:custClr>
    <a:custClr name="80%">
      <a:srgbClr val="E2EAFF"/>
    </a:custClr>
    <a:custClr name="60%">
      <a:srgbClr val="F48472"/>
    </a:custClr>
    <a:custClr name="60%">
      <a:srgbClr val="FFE566"/>
    </a:custClr>
    <a:custClr name="60%">
      <a:srgbClr val="6DC5E8"/>
    </a:custClr>
    <a:custClr name="60%">
      <a:srgbClr val="7FD3CB"/>
    </a:custClr>
    <a:custClr name="60%">
      <a:srgbClr val="FCA36B"/>
    </a:custClr>
    <a:custClr name="60%">
      <a:srgbClr val="C48FCE"/>
    </a:custClr>
    <a:custClr name="60%">
      <a:srgbClr val="DEDEE3"/>
    </a:custClr>
    <a:custClr name="60%">
      <a:srgbClr val="B0B9D7"/>
    </a:custClr>
    <a:custClr name="60%">
      <a:srgbClr val="CDD6F1"/>
    </a:custClr>
    <a:custClr name="60%">
      <a:srgbClr val="E9EFFF"/>
    </a:custClr>
    <a:custClr name="40%">
      <a:srgbClr val="F8A4AE"/>
    </a:custClr>
    <a:custClr name="40%">
      <a:srgbClr val="FFEE99"/>
    </a:custClr>
    <a:custClr name="40%">
      <a:srgbClr val="9ED8F0"/>
    </a:custClr>
    <a:custClr name="40%">
      <a:srgbClr val="AAE2DD"/>
    </a:custClr>
    <a:custClr name="40%">
      <a:srgbClr val="FDC29D"/>
    </a:custClr>
    <a:custClr name="40%">
      <a:srgbClr val="D7B5DF"/>
    </a:custClr>
    <a:custClr name="40%">
      <a:srgbClr val="E8E8EB"/>
    </a:custClr>
    <a:custClr name="40%">
      <a:srgbClr val="CAD1E5"/>
    </a:custClr>
    <a:custClr name="40%">
      <a:srgbClr val="DEE4F6"/>
    </a:custClr>
    <a:custClr name="40%">
      <a:srgbClr val="F1F5FF"/>
    </a:custClr>
    <a:custClr name="20%">
      <a:srgbClr val="FBD1D6"/>
    </a:custClr>
    <a:custClr name="20%">
      <a:srgbClr val="FFF6CC"/>
    </a:custClr>
    <a:custClr name="20%">
      <a:srgbClr val="CEECF7"/>
    </a:custClr>
    <a:custClr name="20%">
      <a:srgbClr val="D4F0EE"/>
    </a:custClr>
    <a:custClr name="20%">
      <a:srgbClr val="FEE0CE"/>
    </a:custClr>
    <a:custClr name="20%">
      <a:srgbClr val="EBDAEF"/>
    </a:custClr>
    <a:custClr name="20%">
      <a:srgbClr val="F2F1F3"/>
    </a:custClr>
    <a:custClr name="20%">
      <a:srgbClr val="E5E8F2"/>
    </a:custClr>
    <a:custClr name="20%">
      <a:srgbClr val="EEF1FA"/>
    </a:custClr>
    <a:custClr name="20%">
      <a:srgbClr val="F8FAFF"/>
    </a:custClr>
  </a:custClrLst>
  <a:extLst>
    <a:ext uri="{05A4C25C-085E-4340-85A3-A5531E510DB2}">
      <thm15:themeFamily xmlns:thm15="http://schemas.microsoft.com/office/thememl/2012/main" name="Colliers (9).pptx" id="{94E35C43-FEE9-4260-8F03-C2AE988411A2}" vid="{D9B61C42-FA14-430E-B9DE-17E5FA19151A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Red">
      <a:srgbClr val="ED1834"/>
    </a:custClr>
    <a:custClr name="Yellow">
      <a:srgbClr val="FFD400"/>
    </a:custClr>
    <a:custClr name="Light Blue">
      <a:srgbClr val="0C9ED9"/>
    </a:custClr>
    <a:custClr name="Teal">
      <a:srgbClr val="2AB6A9"/>
    </a:custClr>
    <a:custClr name="Orange">
      <a:srgbClr val="FA6609"/>
    </a:custClr>
    <a:custClr name="Purple">
      <a:srgbClr val="9C45AE"/>
    </a:custClr>
    <a:custClr name="Grey">
      <a:srgbClr val="CCCDD5"/>
    </a:custClr>
    <a:custClr name="Med Blue DS">
      <a:srgbClr val="7B8BBD"/>
    </a:custClr>
    <a:custClr name="Light Blue DS">
      <a:srgbClr val="ACBBE8"/>
    </a:custClr>
    <a:custClr name="Pale Blue DS">
      <a:srgbClr val="DBE5FF"/>
    </a:custClr>
    <a:custClr name="80%">
      <a:srgbClr val="F15B51"/>
    </a:custClr>
    <a:custClr name="80%">
      <a:srgbClr val="FFDD33"/>
    </a:custClr>
    <a:custClr name="80%">
      <a:srgbClr val="3DB1E1"/>
    </a:custClr>
    <a:custClr name="80%">
      <a:srgbClr val="55C5BA"/>
    </a:custClr>
    <a:custClr name="80%">
      <a:srgbClr val="FB853A"/>
    </a:custClr>
    <a:custClr name="80%">
      <a:srgbClr val="B06ABE"/>
    </a:custClr>
    <a:custClr name="80%">
      <a:srgbClr val="D5D5DC"/>
    </a:custClr>
    <a:custClr name="80%">
      <a:srgbClr val="95A2CA"/>
    </a:custClr>
    <a:custClr name="80%">
      <a:srgbClr val="BDC9ED"/>
    </a:custClr>
    <a:custClr name="80%">
      <a:srgbClr val="E2EAFF"/>
    </a:custClr>
    <a:custClr name="60%">
      <a:srgbClr val="F48472"/>
    </a:custClr>
    <a:custClr name="60%">
      <a:srgbClr val="FFE566"/>
    </a:custClr>
    <a:custClr name="60%">
      <a:srgbClr val="6DC5E8"/>
    </a:custClr>
    <a:custClr name="60%">
      <a:srgbClr val="7FD3CB"/>
    </a:custClr>
    <a:custClr name="60%">
      <a:srgbClr val="FCA36B"/>
    </a:custClr>
    <a:custClr name="60%">
      <a:srgbClr val="C48FCE"/>
    </a:custClr>
    <a:custClr name="60%">
      <a:srgbClr val="DEDEE3"/>
    </a:custClr>
    <a:custClr name="60%">
      <a:srgbClr val="B0B9D7"/>
    </a:custClr>
    <a:custClr name="60%">
      <a:srgbClr val="CDD6F1"/>
    </a:custClr>
    <a:custClr name="60%">
      <a:srgbClr val="E9EFFF"/>
    </a:custClr>
    <a:custClr name="40%">
      <a:srgbClr val="F8A4AE"/>
    </a:custClr>
    <a:custClr name="40%">
      <a:srgbClr val="FFEE99"/>
    </a:custClr>
    <a:custClr name="40%">
      <a:srgbClr val="9ED8F0"/>
    </a:custClr>
    <a:custClr name="40%">
      <a:srgbClr val="AAE2DD"/>
    </a:custClr>
    <a:custClr name="40%">
      <a:srgbClr val="FDC29D"/>
    </a:custClr>
    <a:custClr name="40%">
      <a:srgbClr val="D7B5DF"/>
    </a:custClr>
    <a:custClr name="40%">
      <a:srgbClr val="E8E8EB"/>
    </a:custClr>
    <a:custClr name="40%">
      <a:srgbClr val="CAD1E5"/>
    </a:custClr>
    <a:custClr name="40%">
      <a:srgbClr val="DEE4F6"/>
    </a:custClr>
    <a:custClr name="40%">
      <a:srgbClr val="F1F5FF"/>
    </a:custClr>
    <a:custClr name="20%">
      <a:srgbClr val="FBD1D6"/>
    </a:custClr>
    <a:custClr name="20%">
      <a:srgbClr val="FFF6CC"/>
    </a:custClr>
    <a:custClr name="20%">
      <a:srgbClr val="CEECF7"/>
    </a:custClr>
    <a:custClr name="20%">
      <a:srgbClr val="D4F0EE"/>
    </a:custClr>
    <a:custClr name="20%">
      <a:srgbClr val="FEE0CE"/>
    </a:custClr>
    <a:custClr name="20%">
      <a:srgbClr val="EBDAEF"/>
    </a:custClr>
    <a:custClr name="20%">
      <a:srgbClr val="F2F1F3"/>
    </a:custClr>
    <a:custClr name="20%">
      <a:srgbClr val="E5E8F2"/>
    </a:custClr>
    <a:custClr name="20%">
      <a:srgbClr val="EEF1FA"/>
    </a:custClr>
    <a:custClr name="20%">
      <a:srgbClr val="F8FA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Red">
      <a:srgbClr val="ED1834"/>
    </a:custClr>
    <a:custClr name="Yellow">
      <a:srgbClr val="FFD400"/>
    </a:custClr>
    <a:custClr name="Light Blue">
      <a:srgbClr val="0C9ED9"/>
    </a:custClr>
    <a:custClr name="Teal">
      <a:srgbClr val="2AB6A9"/>
    </a:custClr>
    <a:custClr name="Orange">
      <a:srgbClr val="FA6609"/>
    </a:custClr>
    <a:custClr name="Purple">
      <a:srgbClr val="9C45AE"/>
    </a:custClr>
    <a:custClr name="Grey">
      <a:srgbClr val="CCCDD5"/>
    </a:custClr>
    <a:custClr name="Med Blue DS">
      <a:srgbClr val="7B8BBD"/>
    </a:custClr>
    <a:custClr name="Light Blue DS">
      <a:srgbClr val="ACBBE8"/>
    </a:custClr>
    <a:custClr name="Pale Blue DS">
      <a:srgbClr val="DBE5FF"/>
    </a:custClr>
    <a:custClr name="80%">
      <a:srgbClr val="F15B51"/>
    </a:custClr>
    <a:custClr name="80%">
      <a:srgbClr val="FFDD33"/>
    </a:custClr>
    <a:custClr name="80%">
      <a:srgbClr val="3DB1E1"/>
    </a:custClr>
    <a:custClr name="80%">
      <a:srgbClr val="55C5BA"/>
    </a:custClr>
    <a:custClr name="80%">
      <a:srgbClr val="FB853A"/>
    </a:custClr>
    <a:custClr name="80%">
      <a:srgbClr val="B06ABE"/>
    </a:custClr>
    <a:custClr name="80%">
      <a:srgbClr val="D5D5DC"/>
    </a:custClr>
    <a:custClr name="80%">
      <a:srgbClr val="95A2CA"/>
    </a:custClr>
    <a:custClr name="80%">
      <a:srgbClr val="BDC9ED"/>
    </a:custClr>
    <a:custClr name="80%">
      <a:srgbClr val="E2EAFF"/>
    </a:custClr>
    <a:custClr name="60%">
      <a:srgbClr val="F48472"/>
    </a:custClr>
    <a:custClr name="60%">
      <a:srgbClr val="FFE566"/>
    </a:custClr>
    <a:custClr name="60%">
      <a:srgbClr val="6DC5E8"/>
    </a:custClr>
    <a:custClr name="60%">
      <a:srgbClr val="7FD3CB"/>
    </a:custClr>
    <a:custClr name="60%">
      <a:srgbClr val="FCA36B"/>
    </a:custClr>
    <a:custClr name="60%">
      <a:srgbClr val="C48FCE"/>
    </a:custClr>
    <a:custClr name="60%">
      <a:srgbClr val="DEDEE3"/>
    </a:custClr>
    <a:custClr name="60%">
      <a:srgbClr val="B0B9D7"/>
    </a:custClr>
    <a:custClr name="60%">
      <a:srgbClr val="CDD6F1"/>
    </a:custClr>
    <a:custClr name="60%">
      <a:srgbClr val="E9EFFF"/>
    </a:custClr>
    <a:custClr name="40%">
      <a:srgbClr val="F8A4AE"/>
    </a:custClr>
    <a:custClr name="40%">
      <a:srgbClr val="FFEE99"/>
    </a:custClr>
    <a:custClr name="40%">
      <a:srgbClr val="9ED8F0"/>
    </a:custClr>
    <a:custClr name="40%">
      <a:srgbClr val="AAE2DD"/>
    </a:custClr>
    <a:custClr name="40%">
      <a:srgbClr val="FDC29D"/>
    </a:custClr>
    <a:custClr name="40%">
      <a:srgbClr val="D7B5DF"/>
    </a:custClr>
    <a:custClr name="40%">
      <a:srgbClr val="E8E8EB"/>
    </a:custClr>
    <a:custClr name="40%">
      <a:srgbClr val="CAD1E5"/>
    </a:custClr>
    <a:custClr name="40%">
      <a:srgbClr val="DEE4F6"/>
    </a:custClr>
    <a:custClr name="40%">
      <a:srgbClr val="F1F5FF"/>
    </a:custClr>
    <a:custClr name="20%">
      <a:srgbClr val="FBD1D6"/>
    </a:custClr>
    <a:custClr name="20%">
      <a:srgbClr val="FFF6CC"/>
    </a:custClr>
    <a:custClr name="20%">
      <a:srgbClr val="CEECF7"/>
    </a:custClr>
    <a:custClr name="20%">
      <a:srgbClr val="D4F0EE"/>
    </a:custClr>
    <a:custClr name="20%">
      <a:srgbClr val="FEE0CE"/>
    </a:custClr>
    <a:custClr name="20%">
      <a:srgbClr val="EBDAEF"/>
    </a:custClr>
    <a:custClr name="20%">
      <a:srgbClr val="F2F1F3"/>
    </a:custClr>
    <a:custClr name="20%">
      <a:srgbClr val="E5E8F2"/>
    </a:custClr>
    <a:custClr name="20%">
      <a:srgbClr val="EEF1FA"/>
    </a:custClr>
    <a:custClr name="20%">
      <a:srgbClr val="F8FA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0B8FCD3-C9B4-5C41-9C36-1D0507439A74}">
  <we:reference id="74552e05-5318-4d27-b2d2-ede2406b56db" version="1.0.0.7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7F8B931CBDFD4997CCA2ACAC6FFBD2" ma:contentTypeVersion="18" ma:contentTypeDescription="Create a new document." ma:contentTypeScope="" ma:versionID="050df7af4be49cc15c052400850dc371">
  <xsd:schema xmlns:xsd="http://www.w3.org/2001/XMLSchema" xmlns:xs="http://www.w3.org/2001/XMLSchema" xmlns:p="http://schemas.microsoft.com/office/2006/metadata/properties" xmlns:ns2="24baf9cc-5ebb-416a-b307-454849e38434" xmlns:ns3="9e8e9389-bb98-4dcc-9ff8-797608769bd4" targetNamespace="http://schemas.microsoft.com/office/2006/metadata/properties" ma:root="true" ma:fieldsID="3eb0e357c4094dfeb161f4e697b514fb" ns2:_="" ns3:_="">
    <xsd:import namespace="24baf9cc-5ebb-416a-b307-454849e38434"/>
    <xsd:import namespace="9e8e9389-bb98-4dcc-9ff8-797608769b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baf9cc-5ebb-416a-b307-454849e384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ce671e0-2aae-4c8d-b367-8bb3494c1b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8e9389-bb98-4dcc-9ff8-797608769bd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80f727a-17c5-407c-98e1-a0e6167f94fe}" ma:internalName="TaxCatchAll" ma:showField="CatchAllData" ma:web="9e8e9389-bb98-4dcc-9ff8-797608769b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TemplafyFormConfiguration><![CDATA[{"formFields":[],"formDataEntries":[]}]]></TemplafyFormConfiguration>
</file>

<file path=customXml/item4.xml><?xml version="1.0" encoding="utf-8"?>
<TemplafyTemplateConfiguration><![CDATA[{"elementsMetadata":[],"transformationConfigurations":[{"type":"proofingLanguage","language":"{{DocumentLanguage}}","disableUpdates":false},{"colorTheme":"{{DataSources.ColorThemes[\"Colliers\"].ColorTheme}}","disableUpdates":false,"type":"colorTheme"}],"templateName":"Core Global Template","templateDescription":"","enableDocumentContentUpdater":true,"version":"2.0"}]]></TemplafyTemplateConfiguration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4baf9cc-5ebb-416a-b307-454849e38434">
      <Terms xmlns="http://schemas.microsoft.com/office/infopath/2007/PartnerControls"/>
    </lcf76f155ced4ddcb4097134ff3c332f>
    <TaxCatchAll xmlns="9e8e9389-bb98-4dcc-9ff8-797608769bd4" xsi:nil="true"/>
  </documentManagement>
</p:properties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2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8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TemplateConfiguration><![CDATA[{"slideVersion":1,"isValidatorEnabled":false,"isLocked":false,"elementsMetadata":[{"type":"shape","elementConfiguration":{"binding":"{{Translate(\"Clicktoaddheader\")}}","type":"text","disableUpdates":false}},{"type":"shape","elementConfiguration":{"binding":"{{Translate(\"Clicktoaddtitle\")}}","type":"text","disableUpdates":false}},{"type":"shape","elementConfiguration":{"binding":"{{Translate(\"Clicktoaddtext\")}}","type":"text","disableUpdates":false}},{"type":"shape","elementConfiguration":{"binding":"{{Translate(\"Clicktoaddtext\")}}","type":"text","disableUpdates":false}}],"slideId":"638420868166157236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27C81D6F-82BC-4C34-AEF0-A8C9CA216C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729A79-26B5-4F3E-A704-0DE59C1B3A25}"/>
</file>

<file path=customXml/itemProps3.xml><?xml version="1.0" encoding="utf-8"?>
<ds:datastoreItem xmlns:ds="http://schemas.openxmlformats.org/officeDocument/2006/customXml" ds:itemID="{78C21A5E-8450-4DBC-8908-F4B250EEC97D}">
  <ds:schemaRefs/>
</ds:datastoreItem>
</file>

<file path=customXml/itemProps4.xml><?xml version="1.0" encoding="utf-8"?>
<ds:datastoreItem xmlns:ds="http://schemas.openxmlformats.org/officeDocument/2006/customXml" ds:itemID="{29BB1266-4864-411A-84DE-2ED7BC81715F}">
  <ds:schemaRefs/>
</ds:datastoreItem>
</file>

<file path=customXml/itemProps5.xml><?xml version="1.0" encoding="utf-8"?>
<ds:datastoreItem xmlns:ds="http://schemas.openxmlformats.org/officeDocument/2006/customXml" ds:itemID="{CE263BE8-0C26-4136-BB83-3A79FF130894}">
  <ds:schemaRefs>
    <ds:schemaRef ds:uri="7b12c175-24ff-4fbf-a2aa-7addc71a7522"/>
    <ds:schemaRef ds:uri="http://purl.org/dc/dcmitype/"/>
    <ds:schemaRef ds:uri="http://schemas.microsoft.com/office/2006/documentManagement/types"/>
    <ds:schemaRef ds:uri="aabd299c-2aa4-45f1-b08a-19b7177955f0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6.xml><?xml version="1.0" encoding="utf-8"?>
<ds:datastoreItem xmlns:ds="http://schemas.openxmlformats.org/officeDocument/2006/customXml" ds:itemID="{830A830B-1B15-A84B-8C09-B9103C55E28D}">
  <ds:schemaRefs/>
</ds:datastoreItem>
</file>

<file path=customXml/itemProps7.xml><?xml version="1.0" encoding="utf-8"?>
<ds:datastoreItem xmlns:ds="http://schemas.openxmlformats.org/officeDocument/2006/customXml" ds:itemID="{286B6BBC-D96C-654F-900F-FC665744BE9B}">
  <ds:schemaRefs/>
</ds:datastoreItem>
</file>

<file path=customXml/itemProps8.xml><?xml version="1.0" encoding="utf-8"?>
<ds:datastoreItem xmlns:ds="http://schemas.openxmlformats.org/officeDocument/2006/customXml" ds:itemID="{BE6C7735-A028-5446-9FC7-FA21870DC5A8}">
  <ds:schemaRefs/>
</ds:datastoreItem>
</file>

<file path=customXml/itemProps9.xml><?xml version="1.0" encoding="utf-8"?>
<ds:datastoreItem xmlns:ds="http://schemas.openxmlformats.org/officeDocument/2006/customXml" ds:itemID="{E6A99D96-0987-8B4D-AD9E-6A687407D3D5}">
  <ds:schemaRefs/>
</ds:datastoreItem>
</file>

<file path=customXml/itemProps10.xml><?xml version="1.0" encoding="utf-8"?>
<ds:datastoreItem xmlns:ds="http://schemas.openxmlformats.org/officeDocument/2006/customXml" ds:itemID="{6526478A-E6C8-274E-AAC9-852A4A008EA7}">
  <ds:schemaRefs/>
</ds:datastoreItem>
</file>

<file path=customXml/itemProps11.xml><?xml version="1.0" encoding="utf-8"?>
<ds:datastoreItem xmlns:ds="http://schemas.openxmlformats.org/officeDocument/2006/customXml" ds:itemID="{0DA35110-B7BE-0740-B0A9-8FCC061CD170}">
  <ds:schemaRefs/>
</ds:datastoreItem>
</file>

<file path=customXml/itemProps12.xml><?xml version="1.0" encoding="utf-8"?>
<ds:datastoreItem xmlns:ds="http://schemas.openxmlformats.org/officeDocument/2006/customXml" ds:itemID="{C06A3A57-229E-4548-BC6D-981C5EE674DB}">
  <ds:schemaRefs/>
</ds:datastoreItem>
</file>

<file path=customXml/itemProps13.xml><?xml version="1.0" encoding="utf-8"?>
<ds:datastoreItem xmlns:ds="http://schemas.openxmlformats.org/officeDocument/2006/customXml" ds:itemID="{BED93AF7-BBAD-B946-A140-78A6DADC8E17}">
  <ds:schemaRefs/>
</ds:datastoreItem>
</file>

<file path=customXml/itemProps14.xml><?xml version="1.0" encoding="utf-8"?>
<ds:datastoreItem xmlns:ds="http://schemas.openxmlformats.org/officeDocument/2006/customXml" ds:itemID="{6F5CA42D-274D-E542-8A64-CDEA0255B9F4}">
  <ds:schemaRefs/>
</ds:datastoreItem>
</file>

<file path=customXml/itemProps15.xml><?xml version="1.0" encoding="utf-8"?>
<ds:datastoreItem xmlns:ds="http://schemas.openxmlformats.org/officeDocument/2006/customXml" ds:itemID="{8DE0A9F3-14DC-1D43-B056-CF7B29B64468}">
  <ds:schemaRefs/>
</ds:datastoreItem>
</file>

<file path=customXml/itemProps16.xml><?xml version="1.0" encoding="utf-8"?>
<ds:datastoreItem xmlns:ds="http://schemas.openxmlformats.org/officeDocument/2006/customXml" ds:itemID="{5BBA3441-7BA3-B648-A90B-AC9541FE582C}">
  <ds:schemaRefs/>
</ds:datastoreItem>
</file>

<file path=customXml/itemProps17.xml><?xml version="1.0" encoding="utf-8"?>
<ds:datastoreItem xmlns:ds="http://schemas.openxmlformats.org/officeDocument/2006/customXml" ds:itemID="{FD744606-C1A5-BE4F-9EB1-A8A32D2702FF}">
  <ds:schemaRefs/>
</ds:datastoreItem>
</file>

<file path=customXml/itemProps18.xml><?xml version="1.0" encoding="utf-8"?>
<ds:datastoreItem xmlns:ds="http://schemas.openxmlformats.org/officeDocument/2006/customXml" ds:itemID="{0FEEC7A8-F9E5-F846-A4B2-5F9B765B7A4D}">
  <ds:schemaRefs/>
</ds:datastoreItem>
</file>

<file path=customXml/itemProps19.xml><?xml version="1.0" encoding="utf-8"?>
<ds:datastoreItem xmlns:ds="http://schemas.openxmlformats.org/officeDocument/2006/customXml" ds:itemID="{73721D57-4576-B64D-859B-22FF3BC27798}">
  <ds:schemaRefs/>
</ds:datastoreItem>
</file>

<file path=customXml/itemProps20.xml><?xml version="1.0" encoding="utf-8"?>
<ds:datastoreItem xmlns:ds="http://schemas.openxmlformats.org/officeDocument/2006/customXml" ds:itemID="{CBA44119-4C44-944E-9B26-3930DD7402ED}">
  <ds:schemaRefs/>
</ds:datastoreItem>
</file>

<file path=customXml/itemProps21.xml><?xml version="1.0" encoding="utf-8"?>
<ds:datastoreItem xmlns:ds="http://schemas.openxmlformats.org/officeDocument/2006/customXml" ds:itemID="{FD27EE4B-EE85-BA42-AF06-1F9218C38A48}">
  <ds:schemaRefs/>
</ds:datastoreItem>
</file>

<file path=docMetadata/LabelInfo.xml><?xml version="1.0" encoding="utf-8"?>
<clbl:labelList xmlns:clbl="http://schemas.microsoft.com/office/2020/mipLabelMetadata">
  <clbl:label id="{8c970d48-f7b9-48b0-9606-072fbefb514d}" enabled="1" method="Privileged" siteId="{049e3382-8cdc-477b-9317-951b046896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2233</TotalTime>
  <Words>358</Words>
  <Application>Microsoft Macintosh PowerPoint</Application>
  <PresentationFormat>Custom</PresentationFormat>
  <Paragraphs>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Merriweather Light</vt:lpstr>
      <vt:lpstr>Open Sans SemiBold</vt:lpstr>
      <vt:lpstr>Arial</vt:lpstr>
      <vt:lpstr>Open Sans Light</vt:lpstr>
      <vt:lpstr>Open Sans</vt:lpstr>
      <vt:lpstr>Social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Hein, Leanne</cp:lastModifiedBy>
  <cp:revision>6</cp:revision>
  <dcterms:created xsi:type="dcterms:W3CDTF">2020-04-28T16:15:55Z</dcterms:created>
  <dcterms:modified xsi:type="dcterms:W3CDTF">2025-05-15T19:14:44Z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www.skabelondesign.dk</vt:lpwstr>
  </property>
  <property fmtid="{D5CDD505-2E9C-101B-9397-08002B2CF9AE}" pid="3" name="DocumentInfoFinished">
    <vt:lpwstr>True</vt:lpwstr>
  </property>
  <property fmtid="{D5CDD505-2E9C-101B-9397-08002B2CF9AE}" pid="4" name="ContentTypeId">
    <vt:lpwstr>0x010100F87F8B931CBDFD4997CCA2ACAC6FFBD2</vt:lpwstr>
  </property>
  <property fmtid="{D5CDD505-2E9C-101B-9397-08002B2CF9AE}" pid="5" name="MediaServiceImageTags">
    <vt:lpwstr/>
  </property>
  <property fmtid="{D5CDD505-2E9C-101B-9397-08002B2CF9AE}" pid="6" name="TemplafyTimeStamp">
    <vt:lpwstr>2024-01-29T01:00:16</vt:lpwstr>
  </property>
  <property fmtid="{D5CDD505-2E9C-101B-9397-08002B2CF9AE}" pid="7" name="ClassificationContentMarkingFooterLocations">
    <vt:lpwstr>Social Template:8</vt:lpwstr>
  </property>
  <property fmtid="{D5CDD505-2E9C-101B-9397-08002B2CF9AE}" pid="8" name="ClassificationContentMarkingFooterText">
    <vt:lpwstr>Business</vt:lpwstr>
  </property>
</Properties>
</file>