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4"/>
  </p:sldMasterIdLst>
  <p:notesMasterIdLst>
    <p:notesMasterId r:id="rId38"/>
  </p:notesMasterIdLst>
  <p:handoutMasterIdLst>
    <p:handoutMasterId r:id="rId39"/>
  </p:handoutMasterIdLst>
  <p:sldIdLst>
    <p:sldId id="393" r:id="rId25"/>
    <p:sldId id="538" r:id="rId26"/>
    <p:sldId id="300" r:id="rId27"/>
    <p:sldId id="539" r:id="rId28"/>
    <p:sldId id="467" r:id="rId29"/>
    <p:sldId id="540" r:id="rId30"/>
    <p:sldId id="350" r:id="rId31"/>
    <p:sldId id="536" r:id="rId32"/>
    <p:sldId id="614" r:id="rId33"/>
    <p:sldId id="615" r:id="rId34"/>
    <p:sldId id="616" r:id="rId35"/>
    <p:sldId id="356" r:id="rId36"/>
    <p:sldId id="619" r:id="rId37"/>
  </p:sldIdLst>
  <p:sldSz cx="13716000" cy="17146588"/>
  <p:notesSz cx="6858000" cy="9144000"/>
  <p:embeddedFontLst>
    <p:embeddedFont>
      <p:font typeface="Merriweather Light" pitchFamily="2" charset="77"/>
      <p:regular r:id="rId40"/>
      <p: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Open Sans Light" panose="020B0306030504020204" pitchFamily="34" charset="0"/>
      <p:regular r:id="rId46"/>
      <p:italic r:id="rId47"/>
    </p:embeddedFont>
    <p:embeddedFont>
      <p:font typeface="Open Sans SemiBold" panose="020B0606030504020204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DD5"/>
    <a:srgbClr val="133FBD"/>
    <a:srgbClr val="3439C3"/>
    <a:srgbClr val="34397B"/>
    <a:srgbClr val="CADEFF"/>
    <a:srgbClr val="ACBBE8"/>
    <a:srgbClr val="4C518B"/>
    <a:srgbClr val="8B8FB4"/>
    <a:srgbClr val="ECECEC"/>
    <a:srgbClr val="1C5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7712" autoAdjust="0"/>
    <p:restoredTop sz="85479" autoAdjust="0"/>
  </p:normalViewPr>
  <p:slideViewPr>
    <p:cSldViewPr snapToGrid="0" showGuides="1">
      <p:cViewPr varScale="1">
        <p:scale>
          <a:sx n="49" d="100"/>
          <a:sy n="49" d="100"/>
        </p:scale>
        <p:origin x="2416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60" d="100"/>
          <a:sy n="160" d="100"/>
        </p:scale>
        <p:origin x="67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21" Type="http://schemas.openxmlformats.org/officeDocument/2006/relationships/customXml" Target="../customXml/item21.xml"/><Relationship Id="rId34" Type="http://schemas.openxmlformats.org/officeDocument/2006/relationships/slide" Target="slides/slide1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5.xml"/><Relationship Id="rId11" Type="http://schemas.openxmlformats.org/officeDocument/2006/relationships/customXml" Target="../customXml/item11.xml"/><Relationship Id="rId24" Type="http://schemas.openxmlformats.org/officeDocument/2006/relationships/slideMaster" Target="slideMasters/slideMaster1.xml"/><Relationship Id="rId32" Type="http://schemas.openxmlformats.org/officeDocument/2006/relationships/slide" Target="slides/slide8.xml"/><Relationship Id="rId37" Type="http://schemas.openxmlformats.org/officeDocument/2006/relationships/slide" Target="slides/slide1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7.xml"/><Relationship Id="rId44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microsoft.com/office/2016/11/relationships/changesInfo" Target="changesInfos/changesInfo1.xml"/><Relationship Id="rId8" Type="http://schemas.openxmlformats.org/officeDocument/2006/relationships/customXml" Target="../customXml/item8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customXml" Target="../customXml/item20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4.xml"/><Relationship Id="rId36" Type="http://schemas.openxmlformats.org/officeDocument/2006/relationships/slide" Target="slides/slide12.xml"/><Relationship Id="rId49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n, Leanne" userId="78e653dd-4a06-4ab6-8680-bd4e7ee5b149" providerId="ADAL" clId="{45A9AC0B-BB27-8448-9176-DB6B7AB0001B}"/>
    <pc:docChg chg="custSel modMainMaster">
      <pc:chgData name="Hein, Leanne" userId="78e653dd-4a06-4ab6-8680-bd4e7ee5b149" providerId="ADAL" clId="{45A9AC0B-BB27-8448-9176-DB6B7AB0001B}" dt="2025-05-15T19:10:38.749" v="0" actId="478"/>
      <pc:docMkLst>
        <pc:docMk/>
      </pc:docMkLst>
      <pc:sldMasterChg chg="delSp mod">
        <pc:chgData name="Hein, Leanne" userId="78e653dd-4a06-4ab6-8680-bd4e7ee5b149" providerId="ADAL" clId="{45A9AC0B-BB27-8448-9176-DB6B7AB0001B}" dt="2025-05-15T19:10:38.749" v="0" actId="478"/>
        <pc:sldMasterMkLst>
          <pc:docMk/>
          <pc:sldMasterMk cId="180999990" sldId="2147483648"/>
        </pc:sldMasterMkLst>
        <pc:spChg chg="del">
          <ac:chgData name="Hein, Leanne" userId="78e653dd-4a06-4ab6-8680-bd4e7ee5b149" providerId="ADAL" clId="{45A9AC0B-BB27-8448-9176-DB6B7AB0001B}" dt="2025-05-15T19:10:38.749" v="0" actId="478"/>
          <ac:spMkLst>
            <pc:docMk/>
            <pc:sldMasterMk cId="180999990" sldId="2147483648"/>
            <ac:spMk id="8" creationId="{9DA2DD5E-AFE7-407B-FD85-C8AD176C6D8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386E511-D742-4EFE-90B5-C9FC42762E0F}" type="datetimeFigureOut">
              <a:rPr lang="en-GB" smtClean="0"/>
              <a:pPr/>
              <a:t>15/05/2025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2193925" y="1143000"/>
            <a:ext cx="2470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About, People, Feature, Profile, 1080x1350, 4x5, 4:5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19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About, People, Feature, Profile, 1080x1350, 4x5, 4:5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7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1080x1350, 4x5, 4:5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766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1080x1350, 4x5, 4:5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587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1080x1350, 4x5, 4:5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290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1080x1350, 4x5, 4:5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864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277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633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BF6A-28AE-85F5-8E98-CF7C04E9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D7939-99B4-25FE-2D50-DEB4B18F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00A9E-A639-C56A-0417-D99418F4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8ED44-186E-5131-234F-E2A45AD5F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891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8A1F-EC24-3DAF-8AD5-BE18D399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BB6EE-DA7F-8ABE-B005-B52D76E6D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93925" y="1143000"/>
            <a:ext cx="2470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38733-5386-BDF7-D917-1F9DC62AF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B164-5D5D-FB52-614F-02D6B25D3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629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843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173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1080x1350, 4x5, 4:5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120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251153"/>
      </p:ext>
    </p:extLst>
  </p:cSld>
  <p:clrMapOvr>
    <a:overrideClrMapping bg1="dk1" tx1="lt1" bg2="accent1" tx2="accent1" accent1="lt2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13" Type="http://schemas.openxmlformats.org/officeDocument/2006/relationships/tags" Target="../tags/tag10.xml"/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5" Type="http://schemas.openxmlformats.org/officeDocument/2006/relationships/tags" Target="../tags/tag2.xml"/><Relationship Id="rId10" Type="http://schemas.openxmlformats.org/officeDocument/2006/relationships/tags" Target="../tags/tag7.xml"/><Relationship Id="rId4" Type="http://schemas.openxmlformats.org/officeDocument/2006/relationships/tags" Target="../tags/tag1.xml"/><Relationship Id="rId9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00" y="5112473"/>
            <a:ext cx="12255300" cy="104049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4, Header</a:t>
            </a:r>
          </a:p>
          <a:p>
            <a:pPr lvl="4"/>
            <a:r>
              <a:rPr lang="en-US" noProof="0" dirty="0"/>
              <a:t>Level 5, Body</a:t>
            </a:r>
          </a:p>
          <a:p>
            <a:pPr lvl="5"/>
            <a:r>
              <a:rPr lang="en-US" noProof="0" dirty="0"/>
              <a:t>Level 6</a:t>
            </a:r>
          </a:p>
          <a:p>
            <a:pPr lvl="6"/>
            <a:r>
              <a:rPr lang="en-US" noProof="0" dirty="0"/>
              <a:t>Level 7, Small Header</a:t>
            </a:r>
          </a:p>
          <a:p>
            <a:pPr lvl="7"/>
            <a:r>
              <a:rPr lang="en-US" noProof="0" dirty="0"/>
              <a:t>LEVEL 8, SMALL HEADER</a:t>
            </a:r>
          </a:p>
          <a:p>
            <a:pPr lvl="7"/>
            <a:endParaRPr lang="en-US" noProof="0" dirty="0"/>
          </a:p>
          <a:p>
            <a:pPr lvl="8"/>
            <a:r>
              <a:rPr lang="en-US" noProof="0" dirty="0"/>
              <a:t>Level 9, 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00" y="2655246"/>
            <a:ext cx="12255300" cy="20881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8481018-5A2B-4092-B1D6-9A5FDD8E0EFF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729000" y="1620150"/>
            <a:ext cx="12258000" cy="311769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1856E2-F020-49FF-A54D-049EB30BEDA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729000" y="5112222"/>
            <a:ext cx="798750" cy="10414217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830E4EAE-C9B8-4A85-82D0-DDC95712D1B3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1770750" y="5112220"/>
            <a:ext cx="798750" cy="10414217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1A083474-478F-42C6-8180-CFB3495AD762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2812500" y="5112220"/>
            <a:ext cx="798750" cy="10414217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61E88A6D-11DA-46CC-83E3-D577ED0A94AE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3854250" y="5116529"/>
            <a:ext cx="798750" cy="1040990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0EDC2FD0-CA18-4DB9-A51F-8FAA5B48F255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4896000" y="5116529"/>
            <a:ext cx="798750" cy="1040990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EFC664E2-0D4D-48CF-BE80-BE1F32C218F8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6979502" y="5112220"/>
            <a:ext cx="798750" cy="10414217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2D72954E-870D-4FF9-93C1-B4A3E0E8F3D9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8021252" y="5116529"/>
            <a:ext cx="798750" cy="1040990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49A5D3DB-7DE4-4E3A-8096-6272FAE8D355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9063002" y="5112220"/>
            <a:ext cx="798750" cy="10414217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1416A425-33B4-4430-A431-9ACE70E88B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10104752" y="5112220"/>
            <a:ext cx="798750" cy="10414217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65" r:id="rId2"/>
  </p:sldLayoutIdLst>
  <p:hf hdr="0"/>
  <p:txStyles>
    <p:titleStyle>
      <a:lvl1pPr algn="l" defTabSz="1028700" rtl="0" eaLnBrk="1" latinLnBrk="0" hangingPunct="1">
        <a:lnSpc>
          <a:spcPct val="83000"/>
        </a:lnSpc>
        <a:spcBef>
          <a:spcPct val="0"/>
        </a:spcBef>
        <a:buNone/>
        <a:defRPr sz="8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86000" indent="-24300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29000" indent="-24300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121500" indent="-121500" algn="l" defTabSz="10287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defRPr sz="1600" b="1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None/>
        <a:defRPr sz="3200" kern="1200" spc="338">
          <a:solidFill>
            <a:schemeClr val="accent3"/>
          </a:solidFill>
          <a:latin typeface="+mn-lt"/>
          <a:ea typeface="+mn-ea"/>
          <a:cs typeface="+mn-cs"/>
        </a:defRPr>
      </a:lvl8pPr>
      <a:lvl9pPr marL="0" indent="0" algn="l" defTabSz="1028700" rtl="0" eaLnBrk="1" latinLnBrk="0" hangingPunct="1">
        <a:lnSpc>
          <a:spcPct val="90000"/>
        </a:lnSpc>
        <a:spcBef>
          <a:spcPts val="2700"/>
        </a:spcBef>
        <a:spcAft>
          <a:spcPts val="1350"/>
        </a:spcAft>
        <a:buFont typeface="Arial" panose="020B0604020202020204" pitchFamily="34" charset="0"/>
        <a:buChar char="​"/>
        <a:defRPr sz="6600" kern="1200" baseline="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9" userDrawn="1">
          <p15:clr>
            <a:srgbClr val="F26B43"/>
          </p15:clr>
        </p15:guide>
        <p15:guide id="2" pos="8180" userDrawn="1">
          <p15:clr>
            <a:srgbClr val="F26B43"/>
          </p15:clr>
        </p15:guide>
        <p15:guide id="3" orient="horz" pos="1020" userDrawn="1">
          <p15:clr>
            <a:srgbClr val="F26B43"/>
          </p15:clr>
        </p15:guide>
        <p15:guide id="4" orient="horz" pos="2983" userDrawn="1">
          <p15:clr>
            <a:srgbClr val="F26B43"/>
          </p15:clr>
        </p15:guide>
        <p15:guide id="5" pos="962" userDrawn="1">
          <p15:clr>
            <a:srgbClr val="F26B43"/>
          </p15:clr>
        </p15:guide>
        <p15:guide id="6" orient="horz" pos="3218" userDrawn="1">
          <p15:clr>
            <a:srgbClr val="F26B43"/>
          </p15:clr>
        </p15:guide>
        <p15:guide id="7" orient="horz" pos="9778" userDrawn="1">
          <p15:clr>
            <a:srgbClr val="F26B43"/>
          </p15:clr>
        </p15:guide>
        <p15:guide id="8" pos="1115" userDrawn="1">
          <p15:clr>
            <a:srgbClr val="F26B43"/>
          </p15:clr>
        </p15:guide>
        <p15:guide id="9" pos="1618" userDrawn="1">
          <p15:clr>
            <a:srgbClr val="F26B43"/>
          </p15:clr>
        </p15:guide>
        <p15:guide id="10" pos="1771" userDrawn="1">
          <p15:clr>
            <a:srgbClr val="F26B43"/>
          </p15:clr>
        </p15:guide>
        <p15:guide id="11" pos="2275" userDrawn="1">
          <p15:clr>
            <a:srgbClr val="F26B43"/>
          </p15:clr>
        </p15:guide>
        <p15:guide id="12" pos="2428" userDrawn="1">
          <p15:clr>
            <a:srgbClr val="F26B43"/>
          </p15:clr>
        </p15:guide>
        <p15:guide id="13" pos="2931" userDrawn="1">
          <p15:clr>
            <a:srgbClr val="F26B43"/>
          </p15:clr>
        </p15:guide>
        <p15:guide id="15" pos="3084" userDrawn="1">
          <p15:clr>
            <a:srgbClr val="F26B43"/>
          </p15:clr>
        </p15:guide>
        <p15:guide id="16" pos="3587" userDrawn="1">
          <p15:clr>
            <a:srgbClr val="F26B43"/>
          </p15:clr>
        </p15:guide>
        <p15:guide id="17" pos="3740" userDrawn="1">
          <p15:clr>
            <a:srgbClr val="F26B43"/>
          </p15:clr>
        </p15:guide>
        <p15:guide id="18" pos="4242" userDrawn="1">
          <p15:clr>
            <a:srgbClr val="F26B43"/>
          </p15:clr>
        </p15:guide>
        <p15:guide id="19" pos="4397" userDrawn="1">
          <p15:clr>
            <a:srgbClr val="F26B43"/>
          </p15:clr>
        </p15:guide>
        <p15:guide id="20" pos="4899" userDrawn="1">
          <p15:clr>
            <a:srgbClr val="F26B43"/>
          </p15:clr>
        </p15:guide>
        <p15:guide id="21" pos="5052" userDrawn="1">
          <p15:clr>
            <a:srgbClr val="F26B43"/>
          </p15:clr>
        </p15:guide>
        <p15:guide id="22" pos="5555" userDrawn="1">
          <p15:clr>
            <a:srgbClr val="F26B43"/>
          </p15:clr>
        </p15:guide>
        <p15:guide id="23" pos="5708" userDrawn="1">
          <p15:clr>
            <a:srgbClr val="F26B43"/>
          </p15:clr>
        </p15:guide>
        <p15:guide id="24" pos="6211" userDrawn="1">
          <p15:clr>
            <a:srgbClr val="F26B43"/>
          </p15:clr>
        </p15:guide>
        <p15:guide id="25" pos="6364" userDrawn="1">
          <p15:clr>
            <a:srgbClr val="F26B43"/>
          </p15:clr>
        </p15:guide>
        <p15:guide id="26" pos="6868" userDrawn="1">
          <p15:clr>
            <a:srgbClr val="F26B43"/>
          </p15:clr>
        </p15:guide>
        <p15:guide id="27" pos="7021" userDrawn="1">
          <p15:clr>
            <a:srgbClr val="F26B43"/>
          </p15:clr>
        </p15:guide>
        <p15:guide id="28" pos="7524" userDrawn="1">
          <p15:clr>
            <a:srgbClr val="F26B43"/>
          </p15:clr>
        </p15:guide>
        <p15:guide id="29" pos="76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0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C8EF-7D3F-A43B-2DDE-31DCC4B0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FF4AB8-D2E7-2DEC-0377-673A7BAE470A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A4041-3840-6C7E-0CF0-24BB83CED2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0370" y="2979093"/>
            <a:ext cx="6905630" cy="11188402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F0F545A-ED61-06D1-A5A0-F8B705528150}"/>
              </a:ext>
            </a:extLst>
          </p:cNvPr>
          <p:cNvSpPr txBox="1">
            <a:spLocks/>
          </p:cNvSpPr>
          <p:nvPr/>
        </p:nvSpPr>
        <p:spPr>
          <a:xfrm>
            <a:off x="1229204" y="5379630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+mj-lt"/>
              </a:rPr>
              <a:t>Firstname Lastname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4E3E42C0-349E-4A99-9C80-5A9228108549}"/>
              </a:ext>
            </a:extLst>
          </p:cNvPr>
          <p:cNvSpPr txBox="1">
            <a:spLocks/>
          </p:cNvSpPr>
          <p:nvPr/>
        </p:nvSpPr>
        <p:spPr>
          <a:xfrm>
            <a:off x="1229203" y="9487711"/>
            <a:ext cx="4928708" cy="2038333"/>
          </a:xfrm>
          <a:prstGeom prst="roundRect">
            <a:avLst>
              <a:gd name="adj" fmla="val 4935"/>
            </a:avLst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SERVICES</a:t>
            </a:r>
            <a:b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 AGENCY</a:t>
            </a:r>
            <a:b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SERVICES</a:t>
            </a:r>
            <a:endParaRPr lang="en-US" sz="2400" spc="300" dirty="0">
              <a:solidFill>
                <a:schemeClr val="accent2">
                  <a:lumMod val="60000"/>
                  <a:lumOff val="4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35811-7041-2C4C-4A0D-3EBBA4D92936}"/>
              </a:ext>
            </a:extLst>
          </p:cNvPr>
          <p:cNvCxnSpPr>
            <a:cxnSpLocks/>
          </p:cNvCxnSpPr>
          <p:nvPr/>
        </p:nvCxnSpPr>
        <p:spPr>
          <a:xfrm flipH="1">
            <a:off x="1229204" y="12802394"/>
            <a:ext cx="6986589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F364BFC-5A2F-AED3-BCB6-7EA6CC29EBE0}"/>
              </a:ext>
            </a:extLst>
          </p:cNvPr>
          <p:cNvSpPr txBox="1">
            <a:spLocks/>
          </p:cNvSpPr>
          <p:nvPr/>
        </p:nvSpPr>
        <p:spPr>
          <a:xfrm>
            <a:off x="1229204" y="7879222"/>
            <a:ext cx="433339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Senior Partner, Romania</a:t>
            </a:r>
            <a:endParaRPr lang="en-US" sz="3200" b="1" dirty="0">
              <a:solidFill>
                <a:schemeClr val="bg1">
                  <a:alpha val="9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8801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F3DC-3354-2695-80CF-79F36408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DCBD21-65C5-65D1-12CA-72220F29D181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96FEFE-1E35-3C74-E815-F4DCBA14AB2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0370" y="2979093"/>
            <a:ext cx="6905630" cy="11188402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621D668-1A60-E2B2-143D-6E52224323CF}"/>
              </a:ext>
            </a:extLst>
          </p:cNvPr>
          <p:cNvSpPr txBox="1">
            <a:spLocks/>
          </p:cNvSpPr>
          <p:nvPr/>
        </p:nvSpPr>
        <p:spPr>
          <a:xfrm>
            <a:off x="1229204" y="5379630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+mj-lt"/>
              </a:rPr>
              <a:t>Firstname Lastname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B31FE49F-D232-B6F8-1359-E0AC7BC252E5}"/>
              </a:ext>
            </a:extLst>
          </p:cNvPr>
          <p:cNvSpPr txBox="1">
            <a:spLocks/>
          </p:cNvSpPr>
          <p:nvPr/>
        </p:nvSpPr>
        <p:spPr>
          <a:xfrm>
            <a:off x="1229203" y="9487711"/>
            <a:ext cx="4928708" cy="2038333"/>
          </a:xfrm>
          <a:prstGeom prst="roundRect">
            <a:avLst>
              <a:gd name="adj" fmla="val 4935"/>
            </a:avLst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SERVICES</a:t>
            </a:r>
            <a:b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 AGENCY</a:t>
            </a:r>
            <a:b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SERVICES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691537-ADA7-69DE-7289-73D3D0AE3DA3}"/>
              </a:ext>
            </a:extLst>
          </p:cNvPr>
          <p:cNvCxnSpPr>
            <a:cxnSpLocks/>
          </p:cNvCxnSpPr>
          <p:nvPr/>
        </p:nvCxnSpPr>
        <p:spPr>
          <a:xfrm flipH="1">
            <a:off x="1229204" y="12802394"/>
            <a:ext cx="6986589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FB4CDE5-F832-14B0-20D9-01137DFF153F}"/>
              </a:ext>
            </a:extLst>
          </p:cNvPr>
          <p:cNvSpPr txBox="1">
            <a:spLocks/>
          </p:cNvSpPr>
          <p:nvPr/>
        </p:nvSpPr>
        <p:spPr>
          <a:xfrm>
            <a:off x="1229204" y="7879222"/>
            <a:ext cx="433339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Senior Partner, Romania</a:t>
            </a:r>
            <a:endParaRPr lang="en-US" sz="3200" b="1" dirty="0">
              <a:solidFill>
                <a:schemeClr val="bg1">
                  <a:alpha val="9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2825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2632-0D22-7E6A-B5B1-6C2511DC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32AE740-05EB-579F-3192-1E1DF7CD12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6000" cy="171465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BA0E9E-08E2-6DF8-8332-C95D7C4C0F00}"/>
              </a:ext>
            </a:extLst>
          </p:cNvPr>
          <p:cNvSpPr/>
          <p:nvPr/>
        </p:nvSpPr>
        <p:spPr>
          <a:xfrm>
            <a:off x="0" y="8573295"/>
            <a:ext cx="6378498" cy="5633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4452BBE-A338-2A28-D3EF-8C906E4F22CB}"/>
              </a:ext>
            </a:extLst>
          </p:cNvPr>
          <p:cNvSpPr txBox="1">
            <a:spLocks/>
          </p:cNvSpPr>
          <p:nvPr/>
        </p:nvSpPr>
        <p:spPr>
          <a:xfrm>
            <a:off x="934696" y="10465752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011461-8EB6-2A34-9A81-C418DE1236C0}"/>
              </a:ext>
            </a:extLst>
          </p:cNvPr>
          <p:cNvSpPr txBox="1">
            <a:spLocks/>
          </p:cNvSpPr>
          <p:nvPr/>
        </p:nvSpPr>
        <p:spPr>
          <a:xfrm>
            <a:off x="976458" y="9520620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DA035D-A986-B4AF-DBE5-E9F850A62223}"/>
              </a:ext>
            </a:extLst>
          </p:cNvPr>
          <p:cNvCxnSpPr>
            <a:cxnSpLocks/>
          </p:cNvCxnSpPr>
          <p:nvPr/>
        </p:nvCxnSpPr>
        <p:spPr>
          <a:xfrm flipH="1">
            <a:off x="934695" y="9993185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7792326-D40E-20DD-EEF3-A2C08FC6F678}"/>
              </a:ext>
            </a:extLst>
          </p:cNvPr>
          <p:cNvSpPr txBox="1">
            <a:spLocks/>
          </p:cNvSpPr>
          <p:nvPr/>
        </p:nvSpPr>
        <p:spPr>
          <a:xfrm>
            <a:off x="934894" y="12855190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224419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9ED27-846D-F62D-18C9-6950F49E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7EE081-9143-281F-33C9-31312EF0736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6000" cy="171465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2091A0-8274-7970-6FD1-C6856AC22A61}"/>
              </a:ext>
            </a:extLst>
          </p:cNvPr>
          <p:cNvSpPr/>
          <p:nvPr/>
        </p:nvSpPr>
        <p:spPr>
          <a:xfrm>
            <a:off x="0" y="8573295"/>
            <a:ext cx="6378498" cy="5633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F89FAB35-5266-3E3A-BBA5-950B75EC3844}"/>
              </a:ext>
            </a:extLst>
          </p:cNvPr>
          <p:cNvSpPr txBox="1">
            <a:spLocks/>
          </p:cNvSpPr>
          <p:nvPr/>
        </p:nvSpPr>
        <p:spPr>
          <a:xfrm>
            <a:off x="934696" y="10465752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7B47F0A-9711-6082-588F-FCB40303B4C6}"/>
              </a:ext>
            </a:extLst>
          </p:cNvPr>
          <p:cNvSpPr txBox="1">
            <a:spLocks/>
          </p:cNvSpPr>
          <p:nvPr/>
        </p:nvSpPr>
        <p:spPr>
          <a:xfrm>
            <a:off x="976458" y="9520620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28431-28EB-51CE-1B27-FE98548F114D}"/>
              </a:ext>
            </a:extLst>
          </p:cNvPr>
          <p:cNvCxnSpPr>
            <a:cxnSpLocks/>
          </p:cNvCxnSpPr>
          <p:nvPr/>
        </p:nvCxnSpPr>
        <p:spPr>
          <a:xfrm flipH="1">
            <a:off x="934695" y="9993185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16494E0-51BC-EC79-467C-91C6E9585ED2}"/>
              </a:ext>
            </a:extLst>
          </p:cNvPr>
          <p:cNvSpPr txBox="1">
            <a:spLocks/>
          </p:cNvSpPr>
          <p:nvPr/>
        </p:nvSpPr>
        <p:spPr>
          <a:xfrm>
            <a:off x="934894" y="12855190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36218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770F2-8CC1-D384-FDB4-973C4AA6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9312BA-D638-C44A-E841-A559B79B89B1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4685F6-1F89-30EA-A49F-E11E7D4BDC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3444" y="1715295"/>
            <a:ext cx="8742556" cy="1371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C17FDC-5CAB-D339-7287-6E9046A8D414}"/>
              </a:ext>
            </a:extLst>
          </p:cNvPr>
          <p:cNvSpPr/>
          <p:nvPr/>
        </p:nvSpPr>
        <p:spPr>
          <a:xfrm>
            <a:off x="0" y="8573295"/>
            <a:ext cx="6378498" cy="5633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CFC8C82-EB51-0D89-C4BA-782B1E7BD5FF}"/>
              </a:ext>
            </a:extLst>
          </p:cNvPr>
          <p:cNvSpPr txBox="1">
            <a:spLocks/>
          </p:cNvSpPr>
          <p:nvPr/>
        </p:nvSpPr>
        <p:spPr>
          <a:xfrm>
            <a:off x="934696" y="10465752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99E727E-A4F7-4369-3DB9-89B147875B15}"/>
              </a:ext>
            </a:extLst>
          </p:cNvPr>
          <p:cNvSpPr txBox="1">
            <a:spLocks/>
          </p:cNvSpPr>
          <p:nvPr/>
        </p:nvSpPr>
        <p:spPr>
          <a:xfrm>
            <a:off x="976458" y="9520620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4EDDA7-189C-EBA9-78F1-1F3C94213FE6}"/>
              </a:ext>
            </a:extLst>
          </p:cNvPr>
          <p:cNvCxnSpPr>
            <a:cxnSpLocks/>
          </p:cNvCxnSpPr>
          <p:nvPr/>
        </p:nvCxnSpPr>
        <p:spPr>
          <a:xfrm flipH="1">
            <a:off x="934695" y="9993185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247F86C-03F7-524B-D868-96BAB4B69030}"/>
              </a:ext>
            </a:extLst>
          </p:cNvPr>
          <p:cNvSpPr txBox="1">
            <a:spLocks/>
          </p:cNvSpPr>
          <p:nvPr/>
        </p:nvSpPr>
        <p:spPr>
          <a:xfrm>
            <a:off x="934894" y="12855190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7406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974AC-38AA-D82A-D7CB-B0DC565D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E0CA48-83B1-F866-E908-6AA500EA5CD6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109CF3-5958-8186-DF9F-938CC36EAD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3444" y="1715295"/>
            <a:ext cx="8742556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C6DEA5-B89F-21E2-6C67-C5D95994BC44}"/>
              </a:ext>
            </a:extLst>
          </p:cNvPr>
          <p:cNvSpPr/>
          <p:nvPr/>
        </p:nvSpPr>
        <p:spPr>
          <a:xfrm>
            <a:off x="0" y="8573295"/>
            <a:ext cx="6378498" cy="5633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C69E2E-4C07-D9C1-E36E-4132FD912EFF}"/>
              </a:ext>
            </a:extLst>
          </p:cNvPr>
          <p:cNvSpPr txBox="1">
            <a:spLocks/>
          </p:cNvSpPr>
          <p:nvPr/>
        </p:nvSpPr>
        <p:spPr>
          <a:xfrm>
            <a:off x="934696" y="10465752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81111E-2644-4162-A615-F2164102D352}"/>
              </a:ext>
            </a:extLst>
          </p:cNvPr>
          <p:cNvSpPr txBox="1">
            <a:spLocks/>
          </p:cNvSpPr>
          <p:nvPr/>
        </p:nvSpPr>
        <p:spPr>
          <a:xfrm>
            <a:off x="976458" y="9520620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1AAD5D-8261-8647-A3BE-8F8D20ADB6F7}"/>
              </a:ext>
            </a:extLst>
          </p:cNvPr>
          <p:cNvCxnSpPr>
            <a:cxnSpLocks/>
          </p:cNvCxnSpPr>
          <p:nvPr/>
        </p:nvCxnSpPr>
        <p:spPr>
          <a:xfrm flipH="1">
            <a:off x="934695" y="9993185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78A0CCB-5638-E45D-6719-FD3D8EB04524}"/>
              </a:ext>
            </a:extLst>
          </p:cNvPr>
          <p:cNvSpPr txBox="1">
            <a:spLocks/>
          </p:cNvSpPr>
          <p:nvPr/>
        </p:nvSpPr>
        <p:spPr>
          <a:xfrm>
            <a:off x="934894" y="12855190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352684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DCE5-D1AF-2774-99CE-25FD6483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182EA9-B736-C876-E7E7-4B777A92EC6C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DF1229-8C20-3157-6D23-63D7160F67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979093"/>
            <a:ext cx="5953125" cy="11188402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56F0C0B-1A0B-9DB4-BCEF-28C03CD4BB2A}"/>
              </a:ext>
            </a:extLst>
          </p:cNvPr>
          <p:cNvSpPr txBox="1">
            <a:spLocks/>
          </p:cNvSpPr>
          <p:nvPr/>
        </p:nvSpPr>
        <p:spPr>
          <a:xfrm>
            <a:off x="6996593" y="7816683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Firstname </a:t>
            </a:r>
          </a:p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Lastname</a:t>
            </a:r>
            <a:endParaRPr lang="en-US" sz="7200" dirty="0">
              <a:solidFill>
                <a:schemeClr val="bg1"/>
              </a:solidFill>
              <a:latin typeface="Merriweather Light" pitchFamily="2" charset="77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E2E9CBBA-5C5F-C1D9-52CE-AE6FA211B1D5}"/>
              </a:ext>
            </a:extLst>
          </p:cNvPr>
          <p:cNvSpPr txBox="1">
            <a:spLocks/>
          </p:cNvSpPr>
          <p:nvPr/>
        </p:nvSpPr>
        <p:spPr>
          <a:xfrm>
            <a:off x="6996592" y="5811044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5FE2AE90-772A-A969-53FE-33A53C78571B}"/>
              </a:ext>
            </a:extLst>
          </p:cNvPr>
          <p:cNvSpPr txBox="1">
            <a:spLocks/>
          </p:cNvSpPr>
          <p:nvPr/>
        </p:nvSpPr>
        <p:spPr>
          <a:xfrm>
            <a:off x="6996593" y="10867377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6791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0C36-7BF1-2025-1093-CF01EEC3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5E5EC8-EB9E-5B3A-F3AE-4BEAA626F8AE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D5B93-03F4-02BE-B475-4A4E426BFBB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979093"/>
            <a:ext cx="5953125" cy="11188402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B531F2D-951B-652F-158B-B1B60BBF3931}"/>
              </a:ext>
            </a:extLst>
          </p:cNvPr>
          <p:cNvSpPr txBox="1">
            <a:spLocks/>
          </p:cNvSpPr>
          <p:nvPr/>
        </p:nvSpPr>
        <p:spPr>
          <a:xfrm>
            <a:off x="6996593" y="7816683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Firstname </a:t>
            </a:r>
          </a:p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Lastname</a:t>
            </a:r>
            <a:endParaRPr lang="en-US" sz="7200" dirty="0">
              <a:solidFill>
                <a:schemeClr val="bg1"/>
              </a:solidFill>
              <a:latin typeface="Merriweather Light" pitchFamily="2" charset="77"/>
            </a:endParaRPr>
          </a:p>
        </p:txBody>
      </p:sp>
      <p:sp>
        <p:nvSpPr>
          <p:cNvPr id="9" name="Title 11">
            <a:extLst>
              <a:ext uri="{FF2B5EF4-FFF2-40B4-BE49-F238E27FC236}">
                <a16:creationId xmlns:a16="http://schemas.microsoft.com/office/drawing/2014/main" id="{61D163BF-8BBC-0465-6061-5FAFEF22867F}"/>
              </a:ext>
            </a:extLst>
          </p:cNvPr>
          <p:cNvSpPr txBox="1">
            <a:spLocks/>
          </p:cNvSpPr>
          <p:nvPr/>
        </p:nvSpPr>
        <p:spPr>
          <a:xfrm>
            <a:off x="6996592" y="5811044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rgbClr val="DBE5FF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rgbClr val="DBE5FF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560749D0-EB1C-75D9-1213-D8DEBDFE2A9A}"/>
              </a:ext>
            </a:extLst>
          </p:cNvPr>
          <p:cNvSpPr txBox="1">
            <a:spLocks/>
          </p:cNvSpPr>
          <p:nvPr/>
        </p:nvSpPr>
        <p:spPr>
          <a:xfrm>
            <a:off x="6996593" y="10867377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3702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85C9-53DC-56A4-8A06-86C3AF80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265339-9E63-A015-515E-5C1A20F3A013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817C1B-08E3-5B24-2071-39135F14B4D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3716000" cy="12234166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5FD396E-7404-D02B-FFAE-08C0E8624AA7}"/>
              </a:ext>
            </a:extLst>
          </p:cNvPr>
          <p:cNvSpPr txBox="1">
            <a:spLocks/>
          </p:cNvSpPr>
          <p:nvPr/>
        </p:nvSpPr>
        <p:spPr>
          <a:xfrm>
            <a:off x="1131051" y="13367573"/>
            <a:ext cx="955181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 dirty="0" err="1">
                <a:solidFill>
                  <a:schemeClr val="bg1"/>
                </a:solidFill>
                <a:latin typeface="Merriweather Light" pitchFamily="2" charset="77"/>
              </a:rPr>
              <a:t>Firstname</a:t>
            </a:r>
            <a:r>
              <a:rPr lang="en-US" sz="7200" dirty="0">
                <a:solidFill>
                  <a:schemeClr val="bg1"/>
                </a:solidFill>
                <a:latin typeface="Merriweather Light" pitchFamily="2" charset="77"/>
              </a:rPr>
              <a:t> Lastname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C11DF18D-C901-0C40-DF55-AC409848E6C1}"/>
              </a:ext>
            </a:extLst>
          </p:cNvPr>
          <p:cNvSpPr txBox="1">
            <a:spLocks/>
          </p:cNvSpPr>
          <p:nvPr/>
        </p:nvSpPr>
        <p:spPr>
          <a:xfrm>
            <a:off x="1131050" y="11681552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24AACB0C-4E10-F49D-646E-8C1049628EDA}"/>
              </a:ext>
            </a:extLst>
          </p:cNvPr>
          <p:cNvSpPr txBox="1">
            <a:spLocks/>
          </p:cNvSpPr>
          <p:nvPr/>
        </p:nvSpPr>
        <p:spPr>
          <a:xfrm>
            <a:off x="1131051" y="14994519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423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AFB3-4AED-04BD-D8DF-D2790B81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278202-607B-C57C-23A1-57C6E7F7FA8E}"/>
              </a:ext>
            </a:extLst>
          </p:cNvPr>
          <p:cNvSpPr/>
          <p:nvPr/>
        </p:nvSpPr>
        <p:spPr>
          <a:xfrm>
            <a:off x="0" y="12234166"/>
            <a:ext cx="13716000" cy="4912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ACA52F-FFA9-ACA9-5845-CA5E02150FC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3716000" cy="12234166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A03FFCB-05E7-D845-1CCC-1AEB15648552}"/>
              </a:ext>
            </a:extLst>
          </p:cNvPr>
          <p:cNvSpPr txBox="1">
            <a:spLocks/>
          </p:cNvSpPr>
          <p:nvPr/>
        </p:nvSpPr>
        <p:spPr>
          <a:xfrm>
            <a:off x="1131051" y="13367573"/>
            <a:ext cx="955181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 dirty="0" err="1">
                <a:solidFill>
                  <a:schemeClr val="bg1"/>
                </a:solidFill>
                <a:latin typeface="Merriweather Light" pitchFamily="2" charset="77"/>
              </a:rPr>
              <a:t>Firstname</a:t>
            </a:r>
            <a:r>
              <a:rPr lang="en-US" sz="7200" dirty="0">
                <a:solidFill>
                  <a:schemeClr val="bg1"/>
                </a:solidFill>
                <a:latin typeface="Merriweather Light" pitchFamily="2" charset="77"/>
              </a:rPr>
              <a:t> Lastname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2A2EC4B0-E83A-AF5B-A6BC-6D2C7A0AE006}"/>
              </a:ext>
            </a:extLst>
          </p:cNvPr>
          <p:cNvSpPr txBox="1">
            <a:spLocks/>
          </p:cNvSpPr>
          <p:nvPr/>
        </p:nvSpPr>
        <p:spPr>
          <a:xfrm>
            <a:off x="1131050" y="11681552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8BACA2C-1E0F-E585-2D8B-3DB1DD27C4A9}"/>
              </a:ext>
            </a:extLst>
          </p:cNvPr>
          <p:cNvSpPr txBox="1">
            <a:spLocks/>
          </p:cNvSpPr>
          <p:nvPr/>
        </p:nvSpPr>
        <p:spPr>
          <a:xfrm>
            <a:off x="1131051" y="14994519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5179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D2150-2056-8633-73F9-943E431A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61B88C-A04E-1404-8773-3ED7AA7651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6000" cy="12123425"/>
          </a:xfrm>
          <a:prstGeom prst="rect">
            <a:avLst/>
          </a:prstGeom>
          <a:ln w="25400"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7D2CCD6-6B35-D6B8-95B7-F0CA047B6196}"/>
              </a:ext>
            </a:extLst>
          </p:cNvPr>
          <p:cNvGrpSpPr/>
          <p:nvPr/>
        </p:nvGrpSpPr>
        <p:grpSpPr>
          <a:xfrm>
            <a:off x="2157484" y="13437357"/>
            <a:ext cx="9401031" cy="2974921"/>
            <a:chOff x="1616779" y="14374273"/>
            <a:chExt cx="6526191" cy="2065188"/>
          </a:xfrm>
        </p:grpSpPr>
        <p:sp>
          <p:nvSpPr>
            <p:cNvPr id="5" name="Text Placeholder 13">
              <a:extLst>
                <a:ext uri="{FF2B5EF4-FFF2-40B4-BE49-F238E27FC236}">
                  <a16:creationId xmlns:a16="http://schemas.microsoft.com/office/drawing/2014/main" id="{95F2A699-9387-E35A-3095-9BCECBC4F30B}"/>
                </a:ext>
              </a:extLst>
            </p:cNvPr>
            <p:cNvSpPr txBox="1">
              <a:spLocks/>
            </p:cNvSpPr>
            <p:nvPr/>
          </p:nvSpPr>
          <p:spPr>
            <a:xfrm>
              <a:off x="1616779" y="15152516"/>
              <a:ext cx="6526191" cy="1286945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Tx/>
                <a:buNone/>
                <a:defRPr sz="2400" kern="1200" spc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lvl1pPr>
              <a:lvl2pPr marL="486000" indent="-24300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9000" indent="-24300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​"/>
                <a:defRPr sz="32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​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1500" indent="-121500" algn="l" defTabSz="10287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75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​"/>
                <a:defRPr sz="1600" b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None/>
                <a:defRPr sz="3200" kern="1200" spc="338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1028700" rtl="0" eaLnBrk="1" latinLnBrk="0" hangingPunct="1">
                <a:lnSpc>
                  <a:spcPct val="90000"/>
                </a:lnSpc>
                <a:spcBef>
                  <a:spcPts val="2700"/>
                </a:spcBef>
                <a:spcAft>
                  <a:spcPts val="1350"/>
                </a:spcAft>
                <a:buFont typeface="Arial" panose="020B0604020202020204" pitchFamily="34" charset="0"/>
                <a:buChar char="​"/>
                <a:defRPr sz="6600" kern="1200" baseline="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6000" dirty="0" err="1">
                  <a:latin typeface="+mj-lt"/>
                </a:rPr>
                <a:t>Firstname</a:t>
              </a:r>
              <a:r>
                <a:rPr lang="en-US" sz="6000" dirty="0">
                  <a:latin typeface="+mj-lt"/>
                </a:rPr>
                <a:t> </a:t>
              </a:r>
              <a:r>
                <a:rPr lang="en-US" sz="6000" dirty="0" err="1">
                  <a:latin typeface="+mj-lt"/>
                </a:rPr>
                <a:t>Lastname</a:t>
              </a:r>
              <a:endParaRPr lang="en-US" sz="6000" dirty="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77B91E-8D38-0198-0A84-21208B0DCAB8}"/>
                </a:ext>
              </a:extLst>
            </p:cNvPr>
            <p:cNvSpPr txBox="1"/>
            <p:nvPr/>
          </p:nvSpPr>
          <p:spPr>
            <a:xfrm>
              <a:off x="2523795" y="14374273"/>
              <a:ext cx="4712158" cy="920422"/>
            </a:xfrm>
            <a:prstGeom prst="roundRect">
              <a:avLst>
                <a:gd name="adj" fmla="val 7369"/>
              </a:avLst>
            </a:prstGeom>
            <a:solidFill>
              <a:schemeClr val="accent1"/>
            </a:solidFill>
          </p:spPr>
          <p:txBody>
            <a:bodyPr wrap="square" lIns="144000" tIns="0" rIns="144000" bIns="72000" rtlCol="0" anchor="ctr">
              <a:noAutofit/>
            </a:bodyPr>
            <a:lstStyle/>
            <a:p>
              <a:pPr algn="ctr"/>
              <a:r>
                <a:rPr lang="en-US" sz="6600" dirty="0">
                  <a:solidFill>
                    <a:schemeClr val="bg1"/>
                  </a:solidFill>
                  <a:latin typeface="+mj-lt"/>
                </a:rPr>
                <a:t>Congratulations</a:t>
              </a: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770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3ED3-1002-A50B-1DA7-2EAABA93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074BB-6EE7-B90C-3672-6C8EBB1A74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5" y="0"/>
            <a:ext cx="13714525" cy="17146588"/>
          </a:xfrm>
          <a:prstGeom prst="rect">
            <a:avLst/>
          </a:prstGeom>
          <a:ln w="25400">
            <a:noFill/>
          </a:ln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2E4D35AD-0CFD-208D-8C99-A99302D2FD81}"/>
              </a:ext>
            </a:extLst>
          </p:cNvPr>
          <p:cNvSpPr txBox="1">
            <a:spLocks/>
          </p:cNvSpPr>
          <p:nvPr/>
        </p:nvSpPr>
        <p:spPr>
          <a:xfrm>
            <a:off x="584790" y="8599729"/>
            <a:ext cx="7224187" cy="1424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400" dirty="0" err="1">
                <a:latin typeface="+mj-lt"/>
              </a:rPr>
              <a:t>Firstname</a:t>
            </a:r>
            <a:r>
              <a:rPr lang="en-US" sz="5400" dirty="0">
                <a:latin typeface="+mj-lt"/>
              </a:rPr>
              <a:t> </a:t>
            </a:r>
            <a:r>
              <a:rPr lang="en-US" sz="5400" dirty="0" err="1">
                <a:latin typeface="+mj-lt"/>
              </a:rPr>
              <a:t>Lastname</a:t>
            </a:r>
            <a:endParaRPr lang="en-US" sz="5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EA9FB-D49C-F027-8F5A-FBCF48F9271D}"/>
              </a:ext>
            </a:extLst>
          </p:cNvPr>
          <p:cNvSpPr txBox="1"/>
          <p:nvPr/>
        </p:nvSpPr>
        <p:spPr>
          <a:xfrm>
            <a:off x="584791" y="7632849"/>
            <a:ext cx="5779065" cy="1082502"/>
          </a:xfrm>
          <a:prstGeom prst="roundRect">
            <a:avLst>
              <a:gd name="adj" fmla="val 7369"/>
            </a:avLst>
          </a:prstGeom>
          <a:solidFill>
            <a:schemeClr val="accent1"/>
          </a:solidFill>
        </p:spPr>
        <p:txBody>
          <a:bodyPr wrap="square" lIns="144000" tIns="0" rIns="144000" bIns="72000" rtlCol="0" anchor="ctr"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+mj-lt"/>
              </a:rPr>
              <a:t>Congratulations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5B8A8E6-400A-600E-1526-7CDE5C45641D}"/>
              </a:ext>
            </a:extLst>
          </p:cNvPr>
          <p:cNvSpPr/>
          <p:nvPr/>
        </p:nvSpPr>
        <p:spPr>
          <a:xfrm>
            <a:off x="579465" y="590693"/>
            <a:ext cx="12557070" cy="15965203"/>
          </a:xfrm>
          <a:custGeom>
            <a:avLst/>
            <a:gdLst>
              <a:gd name="connsiteX0" fmla="*/ 0 w 12326400"/>
              <a:gd name="connsiteY0" fmla="*/ 0 h 15671926"/>
              <a:gd name="connsiteX1" fmla="*/ 12326400 w 12326400"/>
              <a:gd name="connsiteY1" fmla="*/ 0 h 15671926"/>
              <a:gd name="connsiteX2" fmla="*/ 12326400 w 12326400"/>
              <a:gd name="connsiteY2" fmla="*/ 15671926 h 15671926"/>
              <a:gd name="connsiteX3" fmla="*/ 0 w 12326400"/>
              <a:gd name="connsiteY3" fmla="*/ 15671926 h 15671926"/>
              <a:gd name="connsiteX4" fmla="*/ 0 w 12326400"/>
              <a:gd name="connsiteY4" fmla="*/ 9619043 h 15671926"/>
              <a:gd name="connsiteX5" fmla="*/ 1294020 w 12326400"/>
              <a:gd name="connsiteY5" fmla="*/ 9619043 h 15671926"/>
              <a:gd name="connsiteX6" fmla="*/ 1294020 w 12326400"/>
              <a:gd name="connsiteY6" fmla="*/ 6052884 h 15671926"/>
              <a:gd name="connsiteX7" fmla="*/ 0 w 12326400"/>
              <a:gd name="connsiteY7" fmla="*/ 6052884 h 15671926"/>
              <a:gd name="connsiteX0" fmla="*/ 0 w 12326400"/>
              <a:gd name="connsiteY0" fmla="*/ 6052884 h 15671926"/>
              <a:gd name="connsiteX1" fmla="*/ 0 w 12326400"/>
              <a:gd name="connsiteY1" fmla="*/ 0 h 15671926"/>
              <a:gd name="connsiteX2" fmla="*/ 12326400 w 12326400"/>
              <a:gd name="connsiteY2" fmla="*/ 0 h 15671926"/>
              <a:gd name="connsiteX3" fmla="*/ 12326400 w 12326400"/>
              <a:gd name="connsiteY3" fmla="*/ 15671926 h 15671926"/>
              <a:gd name="connsiteX4" fmla="*/ 0 w 12326400"/>
              <a:gd name="connsiteY4" fmla="*/ 15671926 h 15671926"/>
              <a:gd name="connsiteX5" fmla="*/ 0 w 12326400"/>
              <a:gd name="connsiteY5" fmla="*/ 9619043 h 15671926"/>
              <a:gd name="connsiteX6" fmla="*/ 1294020 w 12326400"/>
              <a:gd name="connsiteY6" fmla="*/ 9619043 h 15671926"/>
              <a:gd name="connsiteX7" fmla="*/ 1294020 w 12326400"/>
              <a:gd name="connsiteY7" fmla="*/ 6052884 h 15671926"/>
              <a:gd name="connsiteX8" fmla="*/ 91440 w 12326400"/>
              <a:gd name="connsiteY8" fmla="*/ 6144324 h 15671926"/>
              <a:gd name="connsiteX0" fmla="*/ 0 w 12326400"/>
              <a:gd name="connsiteY0" fmla="*/ 6052884 h 15671926"/>
              <a:gd name="connsiteX1" fmla="*/ 0 w 12326400"/>
              <a:gd name="connsiteY1" fmla="*/ 0 h 15671926"/>
              <a:gd name="connsiteX2" fmla="*/ 12326400 w 12326400"/>
              <a:gd name="connsiteY2" fmla="*/ 0 h 15671926"/>
              <a:gd name="connsiteX3" fmla="*/ 12326400 w 12326400"/>
              <a:gd name="connsiteY3" fmla="*/ 15671926 h 15671926"/>
              <a:gd name="connsiteX4" fmla="*/ 0 w 12326400"/>
              <a:gd name="connsiteY4" fmla="*/ 15671926 h 15671926"/>
              <a:gd name="connsiteX5" fmla="*/ 0 w 12326400"/>
              <a:gd name="connsiteY5" fmla="*/ 9619043 h 15671926"/>
              <a:gd name="connsiteX6" fmla="*/ 1294020 w 12326400"/>
              <a:gd name="connsiteY6" fmla="*/ 9619043 h 15671926"/>
              <a:gd name="connsiteX7" fmla="*/ 1294020 w 12326400"/>
              <a:gd name="connsiteY7" fmla="*/ 6052884 h 15671926"/>
              <a:gd name="connsiteX0" fmla="*/ 0 w 12326400"/>
              <a:gd name="connsiteY0" fmla="*/ 6052884 h 15671926"/>
              <a:gd name="connsiteX1" fmla="*/ 0 w 12326400"/>
              <a:gd name="connsiteY1" fmla="*/ 0 h 15671926"/>
              <a:gd name="connsiteX2" fmla="*/ 12326400 w 12326400"/>
              <a:gd name="connsiteY2" fmla="*/ 0 h 15671926"/>
              <a:gd name="connsiteX3" fmla="*/ 12326400 w 12326400"/>
              <a:gd name="connsiteY3" fmla="*/ 15671926 h 15671926"/>
              <a:gd name="connsiteX4" fmla="*/ 0 w 12326400"/>
              <a:gd name="connsiteY4" fmla="*/ 15671926 h 15671926"/>
              <a:gd name="connsiteX5" fmla="*/ 0 w 12326400"/>
              <a:gd name="connsiteY5" fmla="*/ 9619043 h 15671926"/>
              <a:gd name="connsiteX6" fmla="*/ 1294020 w 12326400"/>
              <a:gd name="connsiteY6" fmla="*/ 9619043 h 15671926"/>
              <a:gd name="connsiteX0" fmla="*/ 0 w 12326400"/>
              <a:gd name="connsiteY0" fmla="*/ 6052884 h 15671926"/>
              <a:gd name="connsiteX1" fmla="*/ 0 w 12326400"/>
              <a:gd name="connsiteY1" fmla="*/ 0 h 15671926"/>
              <a:gd name="connsiteX2" fmla="*/ 12326400 w 12326400"/>
              <a:gd name="connsiteY2" fmla="*/ 0 h 15671926"/>
              <a:gd name="connsiteX3" fmla="*/ 12326400 w 12326400"/>
              <a:gd name="connsiteY3" fmla="*/ 15671926 h 15671926"/>
              <a:gd name="connsiteX4" fmla="*/ 0 w 12326400"/>
              <a:gd name="connsiteY4" fmla="*/ 15671926 h 15671926"/>
              <a:gd name="connsiteX5" fmla="*/ 0 w 12326400"/>
              <a:gd name="connsiteY5" fmla="*/ 9619043 h 15671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26400" h="15671926">
                <a:moveTo>
                  <a:pt x="0" y="6052884"/>
                </a:moveTo>
                <a:lnTo>
                  <a:pt x="0" y="0"/>
                </a:lnTo>
                <a:lnTo>
                  <a:pt x="12326400" y="0"/>
                </a:lnTo>
                <a:lnTo>
                  <a:pt x="12326400" y="15671926"/>
                </a:lnTo>
                <a:lnTo>
                  <a:pt x="0" y="15671926"/>
                </a:lnTo>
                <a:lnTo>
                  <a:pt x="0" y="9619043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US" sz="2000" dirty="0" err="1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77560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32C4-8A03-5E45-F97E-A852B971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0B144F-8A1D-31D3-09F5-1FAF80D4CB46}"/>
              </a:ext>
            </a:extLst>
          </p:cNvPr>
          <p:cNvSpPr/>
          <p:nvPr/>
        </p:nvSpPr>
        <p:spPr>
          <a:xfrm>
            <a:off x="0" y="0"/>
            <a:ext cx="13716000" cy="17146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F31CD6-B44A-A2C4-E555-9DE217F86E0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5" y="0"/>
            <a:ext cx="13714525" cy="17146588"/>
          </a:xfrm>
          <a:prstGeom prst="rect">
            <a:avLst/>
          </a:prstGeom>
          <a:ln w="25400">
            <a:noFill/>
          </a:ln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33FD4D1D-2FEE-9263-5A82-AC98764920B4}"/>
              </a:ext>
            </a:extLst>
          </p:cNvPr>
          <p:cNvSpPr txBox="1">
            <a:spLocks/>
          </p:cNvSpPr>
          <p:nvPr/>
        </p:nvSpPr>
        <p:spPr>
          <a:xfrm>
            <a:off x="584790" y="8599729"/>
            <a:ext cx="7224187" cy="1424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400" dirty="0" err="1">
                <a:latin typeface="+mj-lt"/>
              </a:rPr>
              <a:t>Firstname</a:t>
            </a:r>
            <a:r>
              <a:rPr lang="en-US" sz="5400" dirty="0">
                <a:latin typeface="+mj-lt"/>
              </a:rPr>
              <a:t> </a:t>
            </a:r>
            <a:r>
              <a:rPr lang="en-US" sz="5400" dirty="0" err="1">
                <a:latin typeface="+mj-lt"/>
              </a:rPr>
              <a:t>Lastname</a:t>
            </a:r>
            <a:endParaRPr lang="en-US" sz="5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D2F91-5F5F-5ECB-505F-1B16198B306E}"/>
              </a:ext>
            </a:extLst>
          </p:cNvPr>
          <p:cNvSpPr txBox="1"/>
          <p:nvPr/>
        </p:nvSpPr>
        <p:spPr>
          <a:xfrm>
            <a:off x="584791" y="7632849"/>
            <a:ext cx="5779065" cy="1082502"/>
          </a:xfrm>
          <a:prstGeom prst="roundRect">
            <a:avLst>
              <a:gd name="adj" fmla="val 7369"/>
            </a:avLst>
          </a:prstGeom>
          <a:solidFill>
            <a:schemeClr val="accent1"/>
          </a:solidFill>
        </p:spPr>
        <p:txBody>
          <a:bodyPr wrap="square" lIns="144000" tIns="0" rIns="144000" bIns="72000" rtlCol="0" anchor="ctr"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+mj-lt"/>
              </a:rPr>
              <a:t>Congratulations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91714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heme/theme1.xml><?xml version="1.0" encoding="utf-8"?>
<a:theme xmlns:a="http://schemas.openxmlformats.org/drawingml/2006/main" name="Social Template">
  <a:themeElements>
    <a:clrScheme name="Master Colours">
      <a:dk1>
        <a:srgbClr val="56648F"/>
      </a:dk1>
      <a:lt1>
        <a:srgbClr val="FFFFFF"/>
      </a:lt1>
      <a:dk2>
        <a:srgbClr val="24408F"/>
      </a:dk2>
      <a:lt2>
        <a:srgbClr val="CCCDD5"/>
      </a:lt2>
      <a:accent1>
        <a:srgbClr val="1C54F3"/>
      </a:accent1>
      <a:accent2>
        <a:srgbClr val="4D93FF"/>
      </a:accent2>
      <a:accent3>
        <a:srgbClr val="C3E6FF"/>
      </a:accent3>
      <a:accent4>
        <a:srgbClr val="24408F"/>
      </a:accent4>
      <a:accent5>
        <a:srgbClr val="000759"/>
      </a:accent5>
      <a:accent6>
        <a:srgbClr val="56648F"/>
      </a:accent6>
      <a:hlink>
        <a:srgbClr val="1C54F3"/>
      </a:hlink>
      <a:folHlink>
        <a:srgbClr val="1C54F3"/>
      </a:folHlink>
    </a:clrScheme>
    <a:fontScheme name="Colliers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Colliers (9).pptx" id="{94E35C43-FEE9-4260-8F03-C2AE988411A2}" vid="{D9B61C42-FA14-430E-B9DE-17E5FA19151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B8FCD3-C9B4-5C41-9C36-1D0507439A74}">
  <we:reference id="74552e05-5318-4d27-b2d2-ede2406b56db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baf9cc-5ebb-416a-b307-454849e38434">
      <Terms xmlns="http://schemas.microsoft.com/office/infopath/2007/PartnerControls"/>
    </lcf76f155ced4ddcb4097134ff3c332f>
    <TaxCatchAll xmlns="9e8e9389-bb98-4dcc-9ff8-797608769bd4" xsi:nil="true"/>
  </documentManagement>
</p:properties>
</file>

<file path=customXml/item3.xml><?xml version="1.0" encoding="utf-8"?>
<TemplafyTemplateConfiguration><![CDATA[{"elementsMetadata":[],"transformationConfigurations":[{"type":"proofingLanguage","language":"{{DocumentLanguage}}","disableUpdates":false},{"colorTheme":"{{DataSources.ColorThemes[\"Colliers\"].ColorTheme}}","disableUpdates":false,"type":"colorTheme"}],"templateName":"Core Global Template","templateDescription":"","enableDocumentContentUpdater":true,"version":"2.0"}]]></TemplafyTemplateConfiguratio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7F8B931CBDFD4997CCA2ACAC6FFBD2" ma:contentTypeVersion="18" ma:contentTypeDescription="Create a new document." ma:contentTypeScope="" ma:versionID="050df7af4be49cc15c052400850dc371">
  <xsd:schema xmlns:xsd="http://www.w3.org/2001/XMLSchema" xmlns:xs="http://www.w3.org/2001/XMLSchema" xmlns:p="http://schemas.microsoft.com/office/2006/metadata/properties" xmlns:ns2="24baf9cc-5ebb-416a-b307-454849e38434" xmlns:ns3="9e8e9389-bb98-4dcc-9ff8-797608769bd4" targetNamespace="http://schemas.microsoft.com/office/2006/metadata/properties" ma:root="true" ma:fieldsID="3eb0e357c4094dfeb161f4e697b514fb" ns2:_="" ns3:_="">
    <xsd:import namespace="24baf9cc-5ebb-416a-b307-454849e38434"/>
    <xsd:import namespace="9e8e9389-bb98-4dcc-9ff8-797608769b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baf9cc-5ebb-416a-b307-454849e384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ce671e0-2aae-4c8d-b367-8bb3494c1b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8e9389-bb98-4dcc-9ff8-797608769bd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80f727a-17c5-407c-98e1-a0e6167f94fe}" ma:internalName="TaxCatchAll" ma:showField="CatchAllData" ma:web="9e8e9389-bb98-4dcc-9ff8-797608769b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78C21A5E-8450-4DBC-8908-F4B250EEC97D}">
  <ds:schemaRefs/>
</ds:datastoreItem>
</file>

<file path=customXml/itemProps2.xml><?xml version="1.0" encoding="utf-8"?>
<ds:datastoreItem xmlns:ds="http://schemas.openxmlformats.org/officeDocument/2006/customXml" ds:itemID="{CE263BE8-0C26-4136-BB83-3A79FF130894}">
  <ds:schemaRefs>
    <ds:schemaRef ds:uri="http://schemas.microsoft.com/office/2006/documentManagement/types"/>
    <ds:schemaRef ds:uri="http://purl.org/dc/elements/1.1/"/>
    <ds:schemaRef ds:uri="http://purl.org/dc/dcmitype/"/>
    <ds:schemaRef ds:uri="7b12c175-24ff-4fbf-a2aa-7addc71a7522"/>
    <ds:schemaRef ds:uri="aabd299c-2aa4-45f1-b08a-19b7177955f0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BB1266-4864-411A-84DE-2ED7BC81715F}">
  <ds:schemaRefs/>
</ds:datastoreItem>
</file>

<file path=customXml/itemProps4.xml><?xml version="1.0" encoding="utf-8"?>
<ds:datastoreItem xmlns:ds="http://schemas.openxmlformats.org/officeDocument/2006/customXml" ds:itemID="{D1A47C29-7E35-4126-AD60-53F41122852C}"/>
</file>

<file path=customXml/itemProps5.xml><?xml version="1.0" encoding="utf-8"?>
<ds:datastoreItem xmlns:ds="http://schemas.openxmlformats.org/officeDocument/2006/customXml" ds:itemID="{27C81D6F-82BC-4C34-AEF0-A8C9CA216C80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830A830B-1B15-A84B-8C09-B9103C55E28D}">
  <ds:schemaRefs/>
</ds:datastoreItem>
</file>

<file path=customXml/itemProps7.xml><?xml version="1.0" encoding="utf-8"?>
<ds:datastoreItem xmlns:ds="http://schemas.openxmlformats.org/officeDocument/2006/customXml" ds:itemID="{286B6BBC-D96C-654F-900F-FC665744BE9B}">
  <ds:schemaRefs/>
</ds:datastoreItem>
</file>

<file path=customXml/itemProps8.xml><?xml version="1.0" encoding="utf-8"?>
<ds:datastoreItem xmlns:ds="http://schemas.openxmlformats.org/officeDocument/2006/customXml" ds:itemID="{BE6C7735-A028-5446-9FC7-FA21870DC5A8}">
  <ds:schemaRefs/>
</ds:datastoreItem>
</file>

<file path=customXml/itemProps9.xml><?xml version="1.0" encoding="utf-8"?>
<ds:datastoreItem xmlns:ds="http://schemas.openxmlformats.org/officeDocument/2006/customXml" ds:itemID="{E6A99D96-0987-8B4D-AD9E-6A687407D3D5}">
  <ds:schemaRefs/>
</ds:datastoreItem>
</file>

<file path=customXml/itemProps10.xml><?xml version="1.0" encoding="utf-8"?>
<ds:datastoreItem xmlns:ds="http://schemas.openxmlformats.org/officeDocument/2006/customXml" ds:itemID="{6526478A-E6C8-274E-AAC9-852A4A008EA7}">
  <ds:schemaRefs/>
</ds:datastoreItem>
</file>

<file path=customXml/itemProps11.xml><?xml version="1.0" encoding="utf-8"?>
<ds:datastoreItem xmlns:ds="http://schemas.openxmlformats.org/officeDocument/2006/customXml" ds:itemID="{0DA35110-B7BE-0740-B0A9-8FCC061CD170}">
  <ds:schemaRefs/>
</ds:datastoreItem>
</file>

<file path=customXml/itemProps12.xml><?xml version="1.0" encoding="utf-8"?>
<ds:datastoreItem xmlns:ds="http://schemas.openxmlformats.org/officeDocument/2006/customXml" ds:itemID="{C06A3A57-229E-4548-BC6D-981C5EE674DB}">
  <ds:schemaRefs/>
</ds:datastoreItem>
</file>

<file path=customXml/itemProps13.xml><?xml version="1.0" encoding="utf-8"?>
<ds:datastoreItem xmlns:ds="http://schemas.openxmlformats.org/officeDocument/2006/customXml" ds:itemID="{BED93AF7-BBAD-B946-A140-78A6DADC8E17}">
  <ds:schemaRefs/>
</ds:datastoreItem>
</file>

<file path=customXml/itemProps14.xml><?xml version="1.0" encoding="utf-8"?>
<ds:datastoreItem xmlns:ds="http://schemas.openxmlformats.org/officeDocument/2006/customXml" ds:itemID="{1BF27A35-2393-844E-9348-0668FE609992}">
  <ds:schemaRefs/>
</ds:datastoreItem>
</file>

<file path=customXml/itemProps15.xml><?xml version="1.0" encoding="utf-8"?>
<ds:datastoreItem xmlns:ds="http://schemas.openxmlformats.org/officeDocument/2006/customXml" ds:itemID="{E3C83F1D-201C-4242-B724-DE48351C6C89}">
  <ds:schemaRefs/>
</ds:datastoreItem>
</file>

<file path=customXml/itemProps16.xml><?xml version="1.0" encoding="utf-8"?>
<ds:datastoreItem xmlns:ds="http://schemas.openxmlformats.org/officeDocument/2006/customXml" ds:itemID="{6F5CA42D-274D-E542-8A64-CDEA0255B9F4}">
  <ds:schemaRefs/>
</ds:datastoreItem>
</file>

<file path=customXml/itemProps17.xml><?xml version="1.0" encoding="utf-8"?>
<ds:datastoreItem xmlns:ds="http://schemas.openxmlformats.org/officeDocument/2006/customXml" ds:itemID="{8DE0A9F3-14DC-1D43-B056-CF7B29B64468}">
  <ds:schemaRefs/>
</ds:datastoreItem>
</file>

<file path=customXml/itemProps18.xml><?xml version="1.0" encoding="utf-8"?>
<ds:datastoreItem xmlns:ds="http://schemas.openxmlformats.org/officeDocument/2006/customXml" ds:itemID="{0FEEC7A8-F9E5-F846-A4B2-5F9B765B7A4D}">
  <ds:schemaRefs/>
</ds:datastoreItem>
</file>

<file path=customXml/itemProps19.xml><?xml version="1.0" encoding="utf-8"?>
<ds:datastoreItem xmlns:ds="http://schemas.openxmlformats.org/officeDocument/2006/customXml" ds:itemID="{73721D57-4576-B64D-859B-22FF3BC27798}">
  <ds:schemaRefs/>
</ds:datastoreItem>
</file>

<file path=customXml/itemProps20.xml><?xml version="1.0" encoding="utf-8"?>
<ds:datastoreItem xmlns:ds="http://schemas.openxmlformats.org/officeDocument/2006/customXml" ds:itemID="{CBA44119-4C44-944E-9B26-3930DD7402ED}">
  <ds:schemaRefs/>
</ds:datastoreItem>
</file>

<file path=customXml/itemProps21.xml><?xml version="1.0" encoding="utf-8"?>
<ds:datastoreItem xmlns:ds="http://schemas.openxmlformats.org/officeDocument/2006/customXml" ds:itemID="{FD27EE4B-EE85-BA42-AF06-1F9218C38A48}">
  <ds:schemaRefs/>
</ds:datastoreItem>
</file>

<file path=customXml/itemProps22.xml><?xml version="1.0" encoding="utf-8"?>
<ds:datastoreItem xmlns:ds="http://schemas.openxmlformats.org/officeDocument/2006/customXml" ds:itemID="{D6A3A1B1-7BC7-E346-B482-9667DF1498A4}">
  <ds:schemaRefs/>
</ds:datastoreItem>
</file>

<file path=customXml/itemProps23.xml><?xml version="1.0" encoding="utf-8"?>
<ds:datastoreItem xmlns:ds="http://schemas.openxmlformats.org/officeDocument/2006/customXml" ds:itemID="{44695913-E452-464F-A3F9-290EF167802B}">
  <ds:schemaRefs/>
</ds:datastoreItem>
</file>

<file path=docMetadata/LabelInfo.xml><?xml version="1.0" encoding="utf-8"?>
<clbl:labelList xmlns:clbl="http://schemas.microsoft.com/office/2020/mipLabelMetadata">
  <clbl:label id="{8c970d48-f7b9-48b0-9606-072fbefb514d}" enabled="1" method="Privileged" siteId="{049e3382-8cdc-477b-9317-951b046896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2328</TotalTime>
  <Words>386</Words>
  <Application>Microsoft Macintosh PowerPoint</Application>
  <PresentationFormat>Custom</PresentationFormat>
  <Paragraphs>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Merriweather Light</vt:lpstr>
      <vt:lpstr>Open Sans SemiBold</vt:lpstr>
      <vt:lpstr>Arial</vt:lpstr>
      <vt:lpstr>Open Sans Light</vt:lpstr>
      <vt:lpstr>Open Sans</vt:lpstr>
      <vt:lpstr>Social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Hein, Leanne</cp:lastModifiedBy>
  <cp:revision>5</cp:revision>
  <dcterms:created xsi:type="dcterms:W3CDTF">2020-04-28T16:15:55Z</dcterms:created>
  <dcterms:modified xsi:type="dcterms:W3CDTF">2025-05-15T19:10:39Z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DocumentInfoFinished">
    <vt:lpwstr>True</vt:lpwstr>
  </property>
  <property fmtid="{D5CDD505-2E9C-101B-9397-08002B2CF9AE}" pid="4" name="ContentTypeId">
    <vt:lpwstr>0x010100F87F8B931CBDFD4997CCA2ACAC6FFBD2</vt:lpwstr>
  </property>
  <property fmtid="{D5CDD505-2E9C-101B-9397-08002B2CF9AE}" pid="5" name="MediaServiceImageTags">
    <vt:lpwstr/>
  </property>
  <property fmtid="{D5CDD505-2E9C-101B-9397-08002B2CF9AE}" pid="6" name="TemplafyTimeStamp">
    <vt:lpwstr>2024-01-29T01:00:16</vt:lpwstr>
  </property>
  <property fmtid="{D5CDD505-2E9C-101B-9397-08002B2CF9AE}" pid="7" name="ClassificationContentMarkingFooterLocations">
    <vt:lpwstr>Social Template:8</vt:lpwstr>
  </property>
  <property fmtid="{D5CDD505-2E9C-101B-9397-08002B2CF9AE}" pid="8" name="ClassificationContentMarkingFooterText">
    <vt:lpwstr>Business</vt:lpwstr>
  </property>
</Properties>
</file>