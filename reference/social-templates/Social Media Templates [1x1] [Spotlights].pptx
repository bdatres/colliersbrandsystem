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4"/>
  </p:sldMasterIdLst>
  <p:notesMasterIdLst>
    <p:notesMasterId r:id="rId38"/>
  </p:notesMasterIdLst>
  <p:handoutMasterIdLst>
    <p:handoutMasterId r:id="rId39"/>
  </p:handoutMasterIdLst>
  <p:sldIdLst>
    <p:sldId id="393" r:id="rId25"/>
    <p:sldId id="538" r:id="rId26"/>
    <p:sldId id="300" r:id="rId27"/>
    <p:sldId id="539" r:id="rId28"/>
    <p:sldId id="467" r:id="rId29"/>
    <p:sldId id="540" r:id="rId30"/>
    <p:sldId id="350" r:id="rId31"/>
    <p:sldId id="536" r:id="rId32"/>
    <p:sldId id="614" r:id="rId33"/>
    <p:sldId id="615" r:id="rId34"/>
    <p:sldId id="570" r:id="rId35"/>
    <p:sldId id="356" r:id="rId36"/>
    <p:sldId id="537" r:id="rId37"/>
  </p:sldIdLst>
  <p:sldSz cx="13716000" cy="13716000"/>
  <p:notesSz cx="6858000" cy="9144000"/>
  <p:embeddedFontLst>
    <p:embeddedFont>
      <p:font typeface="Merriweather Light" pitchFamily="2" charset="77"/>
      <p:regular r:id="rId40"/>
      <p:italic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  <p:embeddedFont>
      <p:font typeface="Open Sans Light" panose="020B0306030504020204" pitchFamily="34" charset="0"/>
      <p:regular r:id="rId46"/>
      <p:italic r:id="rId47"/>
    </p:embeddedFont>
    <p:embeddedFont>
      <p:font typeface="Open Sans SemiBold" panose="020B0606030504020204" pitchFamily="34" charset="0"/>
      <p:regular r:id="rId48"/>
      <p:bold r:id="rId49"/>
      <p:italic r:id="rId50"/>
      <p:boldItalic r:id="rId51"/>
    </p:embeddedFont>
  </p:embeddedFontLst>
  <p:defaultTextStyle>
    <a:defPPr>
      <a:defRPr lang="en-US"/>
    </a:defPPr>
    <a:lvl1pPr marL="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E59"/>
    <a:srgbClr val="133FBD"/>
    <a:srgbClr val="3439C3"/>
    <a:srgbClr val="34397B"/>
    <a:srgbClr val="CADEFF"/>
    <a:srgbClr val="ACBBE8"/>
    <a:srgbClr val="4C518B"/>
    <a:srgbClr val="8B8FB4"/>
    <a:srgbClr val="ECECEC"/>
    <a:srgbClr val="1C5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1348" autoAdjust="0"/>
    <p:restoredTop sz="87329" autoAdjust="0"/>
  </p:normalViewPr>
  <p:slideViewPr>
    <p:cSldViewPr snapToGrid="0" showGuides="1">
      <p:cViewPr varScale="1">
        <p:scale>
          <a:sx n="64" d="100"/>
          <a:sy n="64" d="100"/>
        </p:scale>
        <p:origin x="161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60" d="100"/>
          <a:sy n="160" d="100"/>
        </p:scale>
        <p:origin x="67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21" Type="http://schemas.openxmlformats.org/officeDocument/2006/relationships/customXml" Target="../customXml/item21.xml"/><Relationship Id="rId34" Type="http://schemas.openxmlformats.org/officeDocument/2006/relationships/slide" Target="slides/slide1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5.xml"/><Relationship Id="rId11" Type="http://schemas.openxmlformats.org/officeDocument/2006/relationships/customXml" Target="../customXml/item11.xml"/><Relationship Id="rId24" Type="http://schemas.openxmlformats.org/officeDocument/2006/relationships/slideMaster" Target="slideMasters/slideMaster1.xml"/><Relationship Id="rId32" Type="http://schemas.openxmlformats.org/officeDocument/2006/relationships/slide" Target="slides/slide8.xml"/><Relationship Id="rId37" Type="http://schemas.openxmlformats.org/officeDocument/2006/relationships/slide" Target="slides/slide1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viewProps" Target="viewProps.xml"/><Relationship Id="rId5" Type="http://schemas.openxmlformats.org/officeDocument/2006/relationships/customXml" Target="../customXml/item5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7.xml"/><Relationship Id="rId44" Type="http://schemas.openxmlformats.org/officeDocument/2006/relationships/font" Target="fonts/font5.fntdata"/><Relationship Id="rId52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slide" Target="slides/slide11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microsoft.com/office/2016/11/relationships/changesInfo" Target="changesInfos/changesInfo1.xml"/><Relationship Id="rId8" Type="http://schemas.openxmlformats.org/officeDocument/2006/relationships/customXml" Target="../customXml/item8.xml"/><Relationship Id="rId51" Type="http://schemas.openxmlformats.org/officeDocument/2006/relationships/font" Target="fonts/font12.fntdata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1.xml"/><Relationship Id="rId33" Type="http://schemas.openxmlformats.org/officeDocument/2006/relationships/slide" Target="slides/slide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0" Type="http://schemas.openxmlformats.org/officeDocument/2006/relationships/customXml" Target="../customXml/item20.xml"/><Relationship Id="rId41" Type="http://schemas.openxmlformats.org/officeDocument/2006/relationships/font" Target="fonts/font2.fntdata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" Target="slides/slide4.xml"/><Relationship Id="rId36" Type="http://schemas.openxmlformats.org/officeDocument/2006/relationships/slide" Target="slides/slide12.xml"/><Relationship Id="rId49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n, Leanne" userId="78e653dd-4a06-4ab6-8680-bd4e7ee5b149" providerId="ADAL" clId="{F9A77797-B723-E343-9915-5A9F22F0B78E}"/>
    <pc:docChg chg="custSel delSld sldOrd modMainMaster">
      <pc:chgData name="Hein, Leanne" userId="78e653dd-4a06-4ab6-8680-bd4e7ee5b149" providerId="ADAL" clId="{F9A77797-B723-E343-9915-5A9F22F0B78E}" dt="2025-05-15T19:08:42.649" v="175" actId="478"/>
      <pc:docMkLst>
        <pc:docMk/>
      </pc:docMkLst>
      <pc:sldChg chg="del">
        <pc:chgData name="Hein, Leanne" userId="78e653dd-4a06-4ab6-8680-bd4e7ee5b149" providerId="ADAL" clId="{F9A77797-B723-E343-9915-5A9F22F0B78E}" dt="2025-05-08T15:13:54.903" v="3" actId="2696"/>
        <pc:sldMkLst>
          <pc:docMk/>
          <pc:sldMk cId="762046285" sldId="264"/>
        </pc:sldMkLst>
      </pc:sldChg>
      <pc:sldChg chg="del">
        <pc:chgData name="Hein, Leanne" userId="78e653dd-4a06-4ab6-8680-bd4e7ee5b149" providerId="ADAL" clId="{F9A77797-B723-E343-9915-5A9F22F0B78E}" dt="2025-05-08T15:13:55.409" v="62" actId="2696"/>
        <pc:sldMkLst>
          <pc:docMk/>
          <pc:sldMk cId="2629442678" sldId="265"/>
        </pc:sldMkLst>
      </pc:sldChg>
      <pc:sldChg chg="del">
        <pc:chgData name="Hein, Leanne" userId="78e653dd-4a06-4ab6-8680-bd4e7ee5b149" providerId="ADAL" clId="{F9A77797-B723-E343-9915-5A9F22F0B78E}" dt="2025-05-08T15:13:54.963" v="21" actId="2696"/>
        <pc:sldMkLst>
          <pc:docMk/>
          <pc:sldMk cId="1175192065" sldId="268"/>
        </pc:sldMkLst>
      </pc:sldChg>
      <pc:sldChg chg="del">
        <pc:chgData name="Hein, Leanne" userId="78e653dd-4a06-4ab6-8680-bd4e7ee5b149" providerId="ADAL" clId="{F9A77797-B723-E343-9915-5A9F22F0B78E}" dt="2025-05-08T15:13:55.574" v="125" actId="2696"/>
        <pc:sldMkLst>
          <pc:docMk/>
          <pc:sldMk cId="3219890402" sldId="269"/>
        </pc:sldMkLst>
      </pc:sldChg>
      <pc:sldChg chg="del">
        <pc:chgData name="Hein, Leanne" userId="78e653dd-4a06-4ab6-8680-bd4e7ee5b149" providerId="ADAL" clId="{F9A77797-B723-E343-9915-5A9F22F0B78E}" dt="2025-05-08T15:13:55.373" v="49" actId="2696"/>
        <pc:sldMkLst>
          <pc:docMk/>
          <pc:sldMk cId="3484814316" sldId="271"/>
        </pc:sldMkLst>
      </pc:sldChg>
      <pc:sldChg chg="del">
        <pc:chgData name="Hein, Leanne" userId="78e653dd-4a06-4ab6-8680-bd4e7ee5b149" providerId="ADAL" clId="{F9A77797-B723-E343-9915-5A9F22F0B78E}" dt="2025-05-08T15:13:55.601" v="139" actId="2696"/>
        <pc:sldMkLst>
          <pc:docMk/>
          <pc:sldMk cId="1523398762" sldId="272"/>
        </pc:sldMkLst>
      </pc:sldChg>
      <pc:sldChg chg="ord">
        <pc:chgData name="Hein, Leanne" userId="78e653dd-4a06-4ab6-8680-bd4e7ee5b149" providerId="ADAL" clId="{F9A77797-B723-E343-9915-5A9F22F0B78E}" dt="2025-05-08T15:14:01.964" v="174" actId="20578"/>
        <pc:sldMkLst>
          <pc:docMk/>
          <pc:sldMk cId="2224419815" sldId="300"/>
        </pc:sldMkLst>
      </pc:sldChg>
      <pc:sldChg chg="del">
        <pc:chgData name="Hein, Leanne" userId="78e653dd-4a06-4ab6-8680-bd4e7ee5b149" providerId="ADAL" clId="{F9A77797-B723-E343-9915-5A9F22F0B78E}" dt="2025-05-08T15:13:55.434" v="72" actId="2696"/>
        <pc:sldMkLst>
          <pc:docMk/>
          <pc:sldMk cId="2522090453" sldId="303"/>
        </pc:sldMkLst>
      </pc:sldChg>
      <pc:sldChg chg="del">
        <pc:chgData name="Hein, Leanne" userId="78e653dd-4a06-4ab6-8680-bd4e7ee5b149" providerId="ADAL" clId="{F9A77797-B723-E343-9915-5A9F22F0B78E}" dt="2025-05-08T15:13:54.973" v="25" actId="2696"/>
        <pc:sldMkLst>
          <pc:docMk/>
          <pc:sldMk cId="293932735" sldId="308"/>
        </pc:sldMkLst>
      </pc:sldChg>
      <pc:sldChg chg="del">
        <pc:chgData name="Hein, Leanne" userId="78e653dd-4a06-4ab6-8680-bd4e7ee5b149" providerId="ADAL" clId="{F9A77797-B723-E343-9915-5A9F22F0B78E}" dt="2025-05-08T15:13:54.898" v="2" actId="2696"/>
        <pc:sldMkLst>
          <pc:docMk/>
          <pc:sldMk cId="2117704032" sldId="314"/>
        </pc:sldMkLst>
      </pc:sldChg>
      <pc:sldChg chg="del">
        <pc:chgData name="Hein, Leanne" userId="78e653dd-4a06-4ab6-8680-bd4e7ee5b149" providerId="ADAL" clId="{F9A77797-B723-E343-9915-5A9F22F0B78E}" dt="2025-05-08T15:13:55.384" v="53" actId="2696"/>
        <pc:sldMkLst>
          <pc:docMk/>
          <pc:sldMk cId="445464563" sldId="315"/>
        </pc:sldMkLst>
      </pc:sldChg>
      <pc:sldChg chg="del">
        <pc:chgData name="Hein, Leanne" userId="78e653dd-4a06-4ab6-8680-bd4e7ee5b149" providerId="ADAL" clId="{F9A77797-B723-E343-9915-5A9F22F0B78E}" dt="2025-05-08T15:13:55.420" v="66" actId="2696"/>
        <pc:sldMkLst>
          <pc:docMk/>
          <pc:sldMk cId="2641457984" sldId="319"/>
        </pc:sldMkLst>
      </pc:sldChg>
      <pc:sldChg chg="del">
        <pc:chgData name="Hein, Leanne" userId="78e653dd-4a06-4ab6-8680-bd4e7ee5b149" providerId="ADAL" clId="{F9A77797-B723-E343-9915-5A9F22F0B78E}" dt="2025-05-08T15:13:55" v="34" actId="2696"/>
        <pc:sldMkLst>
          <pc:docMk/>
          <pc:sldMk cId="3505537362" sldId="320"/>
        </pc:sldMkLst>
      </pc:sldChg>
      <pc:sldChg chg="del">
        <pc:chgData name="Hein, Leanne" userId="78e653dd-4a06-4ab6-8680-bd4e7ee5b149" providerId="ADAL" clId="{F9A77797-B723-E343-9915-5A9F22F0B78E}" dt="2025-05-08T15:13:55.530" v="109" actId="2696"/>
        <pc:sldMkLst>
          <pc:docMk/>
          <pc:sldMk cId="1423691547" sldId="323"/>
        </pc:sldMkLst>
      </pc:sldChg>
      <pc:sldChg chg="del">
        <pc:chgData name="Hein, Leanne" userId="78e653dd-4a06-4ab6-8680-bd4e7ee5b149" providerId="ADAL" clId="{F9A77797-B723-E343-9915-5A9F22F0B78E}" dt="2025-05-08T15:13:55.653" v="162" actId="2696"/>
        <pc:sldMkLst>
          <pc:docMk/>
          <pc:sldMk cId="2442415215" sldId="325"/>
        </pc:sldMkLst>
      </pc:sldChg>
      <pc:sldChg chg="del">
        <pc:chgData name="Hein, Leanne" userId="78e653dd-4a06-4ab6-8680-bd4e7ee5b149" providerId="ADAL" clId="{F9A77797-B723-E343-9915-5A9F22F0B78E}" dt="2025-05-08T15:13:54.997" v="33" actId="2696"/>
        <pc:sldMkLst>
          <pc:docMk/>
          <pc:sldMk cId="703658121" sldId="328"/>
        </pc:sldMkLst>
      </pc:sldChg>
      <pc:sldChg chg="del">
        <pc:chgData name="Hein, Leanne" userId="78e653dd-4a06-4ab6-8680-bd4e7ee5b149" providerId="ADAL" clId="{F9A77797-B723-E343-9915-5A9F22F0B78E}" dt="2025-05-08T15:13:55.579" v="127" actId="2696"/>
        <pc:sldMkLst>
          <pc:docMk/>
          <pc:sldMk cId="1947895571" sldId="329"/>
        </pc:sldMkLst>
      </pc:sldChg>
      <pc:sldChg chg="del">
        <pc:chgData name="Hein, Leanne" userId="78e653dd-4a06-4ab6-8680-bd4e7ee5b149" providerId="ADAL" clId="{F9A77797-B723-E343-9915-5A9F22F0B78E}" dt="2025-05-08T15:13:55.666" v="172" actId="2696"/>
        <pc:sldMkLst>
          <pc:docMk/>
          <pc:sldMk cId="2598936401" sldId="332"/>
        </pc:sldMkLst>
      </pc:sldChg>
      <pc:sldChg chg="del">
        <pc:chgData name="Hein, Leanne" userId="78e653dd-4a06-4ab6-8680-bd4e7ee5b149" providerId="ADAL" clId="{F9A77797-B723-E343-9915-5A9F22F0B78E}" dt="2025-05-08T15:13:55.597" v="136" actId="2696"/>
        <pc:sldMkLst>
          <pc:docMk/>
          <pc:sldMk cId="1172679154" sldId="333"/>
        </pc:sldMkLst>
      </pc:sldChg>
      <pc:sldChg chg="del">
        <pc:chgData name="Hein, Leanne" userId="78e653dd-4a06-4ab6-8680-bd4e7ee5b149" providerId="ADAL" clId="{F9A77797-B723-E343-9915-5A9F22F0B78E}" dt="2025-05-08T15:13:55.594" v="134" actId="2696"/>
        <pc:sldMkLst>
          <pc:docMk/>
          <pc:sldMk cId="3869830989" sldId="335"/>
        </pc:sldMkLst>
      </pc:sldChg>
      <pc:sldChg chg="del">
        <pc:chgData name="Hein, Leanne" userId="78e653dd-4a06-4ab6-8680-bd4e7ee5b149" providerId="ADAL" clId="{F9A77797-B723-E343-9915-5A9F22F0B78E}" dt="2025-05-08T15:13:55.337" v="42" actId="2696"/>
        <pc:sldMkLst>
          <pc:docMk/>
          <pc:sldMk cId="3371655279" sldId="348"/>
        </pc:sldMkLst>
      </pc:sldChg>
      <pc:sldChg chg="del">
        <pc:chgData name="Hein, Leanne" userId="78e653dd-4a06-4ab6-8680-bd4e7ee5b149" providerId="ADAL" clId="{F9A77797-B723-E343-9915-5A9F22F0B78E}" dt="2025-05-08T15:13:55.368" v="47" actId="2696"/>
        <pc:sldMkLst>
          <pc:docMk/>
          <pc:sldMk cId="304566800" sldId="361"/>
        </pc:sldMkLst>
      </pc:sldChg>
      <pc:sldChg chg="del">
        <pc:chgData name="Hein, Leanne" userId="78e653dd-4a06-4ab6-8680-bd4e7ee5b149" providerId="ADAL" clId="{F9A77797-B723-E343-9915-5A9F22F0B78E}" dt="2025-05-08T15:13:55.488" v="95" actId="2696"/>
        <pc:sldMkLst>
          <pc:docMk/>
          <pc:sldMk cId="508205354" sldId="363"/>
        </pc:sldMkLst>
      </pc:sldChg>
      <pc:sldChg chg="del">
        <pc:chgData name="Hein, Leanne" userId="78e653dd-4a06-4ab6-8680-bd4e7ee5b149" providerId="ADAL" clId="{F9A77797-B723-E343-9915-5A9F22F0B78E}" dt="2025-05-08T15:13:55.618" v="150" actId="2696"/>
        <pc:sldMkLst>
          <pc:docMk/>
          <pc:sldMk cId="1257363839" sldId="366"/>
        </pc:sldMkLst>
      </pc:sldChg>
      <pc:sldChg chg="del">
        <pc:chgData name="Hein, Leanne" userId="78e653dd-4a06-4ab6-8680-bd4e7ee5b149" providerId="ADAL" clId="{F9A77797-B723-E343-9915-5A9F22F0B78E}" dt="2025-05-08T15:13:55.641" v="154" actId="2696"/>
        <pc:sldMkLst>
          <pc:docMk/>
          <pc:sldMk cId="3238902171" sldId="369"/>
        </pc:sldMkLst>
      </pc:sldChg>
      <pc:sldChg chg="del">
        <pc:chgData name="Hein, Leanne" userId="78e653dd-4a06-4ab6-8680-bd4e7ee5b149" providerId="ADAL" clId="{F9A77797-B723-E343-9915-5A9F22F0B78E}" dt="2025-05-08T15:13:55.479" v="91" actId="2696"/>
        <pc:sldMkLst>
          <pc:docMk/>
          <pc:sldMk cId="3141961807" sldId="370"/>
        </pc:sldMkLst>
      </pc:sldChg>
      <pc:sldChg chg="del">
        <pc:chgData name="Hein, Leanne" userId="78e653dd-4a06-4ab6-8680-bd4e7ee5b149" providerId="ADAL" clId="{F9A77797-B723-E343-9915-5A9F22F0B78E}" dt="2025-05-08T15:13:55.386" v="54" actId="2696"/>
        <pc:sldMkLst>
          <pc:docMk/>
          <pc:sldMk cId="1123879870" sldId="371"/>
        </pc:sldMkLst>
      </pc:sldChg>
      <pc:sldChg chg="del">
        <pc:chgData name="Hein, Leanne" userId="78e653dd-4a06-4ab6-8680-bd4e7ee5b149" providerId="ADAL" clId="{F9A77797-B723-E343-9915-5A9F22F0B78E}" dt="2025-05-08T15:13:55.444" v="76" actId="2696"/>
        <pc:sldMkLst>
          <pc:docMk/>
          <pc:sldMk cId="3090904808" sldId="372"/>
        </pc:sldMkLst>
      </pc:sldChg>
      <pc:sldChg chg="del">
        <pc:chgData name="Hein, Leanne" userId="78e653dd-4a06-4ab6-8680-bd4e7ee5b149" providerId="ADAL" clId="{F9A77797-B723-E343-9915-5A9F22F0B78E}" dt="2025-05-08T15:13:55.613" v="147" actId="2696"/>
        <pc:sldMkLst>
          <pc:docMk/>
          <pc:sldMk cId="3993456908" sldId="373"/>
        </pc:sldMkLst>
      </pc:sldChg>
      <pc:sldChg chg="del">
        <pc:chgData name="Hein, Leanne" userId="78e653dd-4a06-4ab6-8680-bd4e7ee5b149" providerId="ADAL" clId="{F9A77797-B723-E343-9915-5A9F22F0B78E}" dt="2025-05-08T15:13:55.473" v="88" actId="2696"/>
        <pc:sldMkLst>
          <pc:docMk/>
          <pc:sldMk cId="1841504855" sldId="376"/>
        </pc:sldMkLst>
      </pc:sldChg>
      <pc:sldChg chg="del">
        <pc:chgData name="Hein, Leanne" userId="78e653dd-4a06-4ab6-8680-bd4e7ee5b149" providerId="ADAL" clId="{F9A77797-B723-E343-9915-5A9F22F0B78E}" dt="2025-05-08T15:13:55.610" v="145" actId="2696"/>
        <pc:sldMkLst>
          <pc:docMk/>
          <pc:sldMk cId="193309842" sldId="377"/>
        </pc:sldMkLst>
      </pc:sldChg>
      <pc:sldChg chg="del">
        <pc:chgData name="Hein, Leanne" userId="78e653dd-4a06-4ab6-8680-bd4e7ee5b149" providerId="ADAL" clId="{F9A77797-B723-E343-9915-5A9F22F0B78E}" dt="2025-05-08T15:13:55.475" v="89" actId="2696"/>
        <pc:sldMkLst>
          <pc:docMk/>
          <pc:sldMk cId="2154437069" sldId="378"/>
        </pc:sldMkLst>
      </pc:sldChg>
      <pc:sldChg chg="del">
        <pc:chgData name="Hein, Leanne" userId="78e653dd-4a06-4ab6-8680-bd4e7ee5b149" providerId="ADAL" clId="{F9A77797-B723-E343-9915-5A9F22F0B78E}" dt="2025-05-08T15:13:55.522" v="106" actId="2696"/>
        <pc:sldMkLst>
          <pc:docMk/>
          <pc:sldMk cId="4043724339" sldId="381"/>
        </pc:sldMkLst>
      </pc:sldChg>
      <pc:sldChg chg="del">
        <pc:chgData name="Hein, Leanne" userId="78e653dd-4a06-4ab6-8680-bd4e7ee5b149" providerId="ADAL" clId="{F9A77797-B723-E343-9915-5A9F22F0B78E}" dt="2025-05-08T15:13:54.910" v="5" actId="2696"/>
        <pc:sldMkLst>
          <pc:docMk/>
          <pc:sldMk cId="427709239" sldId="385"/>
        </pc:sldMkLst>
      </pc:sldChg>
      <pc:sldChg chg="del">
        <pc:chgData name="Hein, Leanne" userId="78e653dd-4a06-4ab6-8680-bd4e7ee5b149" providerId="ADAL" clId="{F9A77797-B723-E343-9915-5A9F22F0B78E}" dt="2025-05-08T15:13:55.544" v="116" actId="2696"/>
        <pc:sldMkLst>
          <pc:docMk/>
          <pc:sldMk cId="1227443958" sldId="386"/>
        </pc:sldMkLst>
      </pc:sldChg>
      <pc:sldChg chg="ord">
        <pc:chgData name="Hein, Leanne" userId="78e653dd-4a06-4ab6-8680-bd4e7ee5b149" providerId="ADAL" clId="{F9A77797-B723-E343-9915-5A9F22F0B78E}" dt="2025-05-08T15:14:01.964" v="174" actId="20578"/>
        <pc:sldMkLst>
          <pc:docMk/>
          <pc:sldMk cId="1488012475" sldId="393"/>
        </pc:sldMkLst>
      </pc:sldChg>
      <pc:sldChg chg="del">
        <pc:chgData name="Hein, Leanne" userId="78e653dd-4a06-4ab6-8680-bd4e7ee5b149" providerId="ADAL" clId="{F9A77797-B723-E343-9915-5A9F22F0B78E}" dt="2025-05-08T15:13:55.571" v="123" actId="2696"/>
        <pc:sldMkLst>
          <pc:docMk/>
          <pc:sldMk cId="1406587092" sldId="394"/>
        </pc:sldMkLst>
      </pc:sldChg>
      <pc:sldChg chg="del">
        <pc:chgData name="Hein, Leanne" userId="78e653dd-4a06-4ab6-8680-bd4e7ee5b149" providerId="ADAL" clId="{F9A77797-B723-E343-9915-5A9F22F0B78E}" dt="2025-05-08T15:13:54.874" v="1" actId="2696"/>
        <pc:sldMkLst>
          <pc:docMk/>
          <pc:sldMk cId="832800414" sldId="397"/>
        </pc:sldMkLst>
      </pc:sldChg>
      <pc:sldChg chg="del">
        <pc:chgData name="Hein, Leanne" userId="78e653dd-4a06-4ab6-8680-bd4e7ee5b149" providerId="ADAL" clId="{F9A77797-B723-E343-9915-5A9F22F0B78E}" dt="2025-05-08T15:13:55.342" v="44" actId="2696"/>
        <pc:sldMkLst>
          <pc:docMk/>
          <pc:sldMk cId="2664548178" sldId="399"/>
        </pc:sldMkLst>
      </pc:sldChg>
      <pc:sldChg chg="del">
        <pc:chgData name="Hein, Leanne" userId="78e653dd-4a06-4ab6-8680-bd4e7ee5b149" providerId="ADAL" clId="{F9A77797-B723-E343-9915-5A9F22F0B78E}" dt="2025-05-08T15:13:55.662" v="169" actId="2696"/>
        <pc:sldMkLst>
          <pc:docMk/>
          <pc:sldMk cId="203746046" sldId="400"/>
        </pc:sldMkLst>
      </pc:sldChg>
      <pc:sldChg chg="del">
        <pc:chgData name="Hein, Leanne" userId="78e653dd-4a06-4ab6-8680-bd4e7ee5b149" providerId="ADAL" clId="{F9A77797-B723-E343-9915-5A9F22F0B78E}" dt="2025-05-08T15:13:55.391" v="56" actId="2696"/>
        <pc:sldMkLst>
          <pc:docMk/>
          <pc:sldMk cId="3183035416" sldId="401"/>
        </pc:sldMkLst>
      </pc:sldChg>
      <pc:sldChg chg="del">
        <pc:chgData name="Hein, Leanne" userId="78e653dd-4a06-4ab6-8680-bd4e7ee5b149" providerId="ADAL" clId="{F9A77797-B723-E343-9915-5A9F22F0B78E}" dt="2025-05-08T15:13:54.968" v="23" actId="2696"/>
        <pc:sldMkLst>
          <pc:docMk/>
          <pc:sldMk cId="317105809" sldId="402"/>
        </pc:sldMkLst>
      </pc:sldChg>
      <pc:sldChg chg="del">
        <pc:chgData name="Hein, Leanne" userId="78e653dd-4a06-4ab6-8680-bd4e7ee5b149" providerId="ADAL" clId="{F9A77797-B723-E343-9915-5A9F22F0B78E}" dt="2025-05-08T15:13:55.619" v="151" actId="2696"/>
        <pc:sldMkLst>
          <pc:docMk/>
          <pc:sldMk cId="526616897" sldId="403"/>
        </pc:sldMkLst>
      </pc:sldChg>
      <pc:sldChg chg="del">
        <pc:chgData name="Hein, Leanne" userId="78e653dd-4a06-4ab6-8680-bd4e7ee5b149" providerId="ADAL" clId="{F9A77797-B723-E343-9915-5A9F22F0B78E}" dt="2025-05-08T15:13:55.332" v="40" actId="2696"/>
        <pc:sldMkLst>
          <pc:docMk/>
          <pc:sldMk cId="51941797" sldId="404"/>
        </pc:sldMkLst>
      </pc:sldChg>
      <pc:sldChg chg="del">
        <pc:chgData name="Hein, Leanne" userId="78e653dd-4a06-4ab6-8680-bd4e7ee5b149" providerId="ADAL" clId="{F9A77797-B723-E343-9915-5A9F22F0B78E}" dt="2025-05-08T15:13:55.416" v="64" actId="2696"/>
        <pc:sldMkLst>
          <pc:docMk/>
          <pc:sldMk cId="1230578487" sldId="408"/>
        </pc:sldMkLst>
      </pc:sldChg>
      <pc:sldChg chg="del">
        <pc:chgData name="Hein, Leanne" userId="78e653dd-4a06-4ab6-8680-bd4e7ee5b149" providerId="ADAL" clId="{F9A77797-B723-E343-9915-5A9F22F0B78E}" dt="2025-05-08T15:13:55.581" v="128" actId="2696"/>
        <pc:sldMkLst>
          <pc:docMk/>
          <pc:sldMk cId="3168624469" sldId="410"/>
        </pc:sldMkLst>
      </pc:sldChg>
      <pc:sldChg chg="del">
        <pc:chgData name="Hein, Leanne" userId="78e653dd-4a06-4ab6-8680-bd4e7ee5b149" providerId="ADAL" clId="{F9A77797-B723-E343-9915-5A9F22F0B78E}" dt="2025-05-08T15:13:55.665" v="171" actId="2696"/>
        <pc:sldMkLst>
          <pc:docMk/>
          <pc:sldMk cId="783086320" sldId="412"/>
        </pc:sldMkLst>
      </pc:sldChg>
      <pc:sldChg chg="del">
        <pc:chgData name="Hein, Leanne" userId="78e653dd-4a06-4ab6-8680-bd4e7ee5b149" providerId="ADAL" clId="{F9A77797-B723-E343-9915-5A9F22F0B78E}" dt="2025-05-08T15:13:54.935" v="12" actId="2696"/>
        <pc:sldMkLst>
          <pc:docMk/>
          <pc:sldMk cId="3460510742" sldId="413"/>
        </pc:sldMkLst>
      </pc:sldChg>
      <pc:sldChg chg="del">
        <pc:chgData name="Hein, Leanne" userId="78e653dd-4a06-4ab6-8680-bd4e7ee5b149" providerId="ADAL" clId="{F9A77797-B723-E343-9915-5A9F22F0B78E}" dt="2025-05-08T15:13:55.517" v="103" actId="2696"/>
        <pc:sldMkLst>
          <pc:docMk/>
          <pc:sldMk cId="1141391836" sldId="414"/>
        </pc:sldMkLst>
      </pc:sldChg>
      <pc:sldChg chg="del">
        <pc:chgData name="Hein, Leanne" userId="78e653dd-4a06-4ab6-8680-bd4e7ee5b149" providerId="ADAL" clId="{F9A77797-B723-E343-9915-5A9F22F0B78E}" dt="2025-05-08T15:13:55.585" v="130" actId="2696"/>
        <pc:sldMkLst>
          <pc:docMk/>
          <pc:sldMk cId="1336099775" sldId="415"/>
        </pc:sldMkLst>
      </pc:sldChg>
      <pc:sldChg chg="del">
        <pc:chgData name="Hein, Leanne" userId="78e653dd-4a06-4ab6-8680-bd4e7ee5b149" providerId="ADAL" clId="{F9A77797-B723-E343-9915-5A9F22F0B78E}" dt="2025-05-08T15:13:55.583" v="129" actId="2696"/>
        <pc:sldMkLst>
          <pc:docMk/>
          <pc:sldMk cId="3377591186" sldId="416"/>
        </pc:sldMkLst>
      </pc:sldChg>
      <pc:sldChg chg="del">
        <pc:chgData name="Hein, Leanne" userId="78e653dd-4a06-4ab6-8680-bd4e7ee5b149" providerId="ADAL" clId="{F9A77797-B723-E343-9915-5A9F22F0B78E}" dt="2025-05-08T15:13:55.533" v="110" actId="2696"/>
        <pc:sldMkLst>
          <pc:docMk/>
          <pc:sldMk cId="1921933795" sldId="417"/>
        </pc:sldMkLst>
      </pc:sldChg>
      <pc:sldChg chg="del">
        <pc:chgData name="Hein, Leanne" userId="78e653dd-4a06-4ab6-8680-bd4e7ee5b149" providerId="ADAL" clId="{F9A77797-B723-E343-9915-5A9F22F0B78E}" dt="2025-05-08T15:13:55.652" v="161" actId="2696"/>
        <pc:sldMkLst>
          <pc:docMk/>
          <pc:sldMk cId="127464086" sldId="418"/>
        </pc:sldMkLst>
      </pc:sldChg>
      <pc:sldChg chg="del">
        <pc:chgData name="Hein, Leanne" userId="78e653dd-4a06-4ab6-8680-bd4e7ee5b149" providerId="ADAL" clId="{F9A77797-B723-E343-9915-5A9F22F0B78E}" dt="2025-05-08T15:13:55.464" v="84" actId="2696"/>
        <pc:sldMkLst>
          <pc:docMk/>
          <pc:sldMk cId="343374651" sldId="419"/>
        </pc:sldMkLst>
      </pc:sldChg>
      <pc:sldChg chg="del">
        <pc:chgData name="Hein, Leanne" userId="78e653dd-4a06-4ab6-8680-bd4e7ee5b149" providerId="ADAL" clId="{F9A77797-B723-E343-9915-5A9F22F0B78E}" dt="2025-05-08T15:13:54.914" v="6" actId="2696"/>
        <pc:sldMkLst>
          <pc:docMk/>
          <pc:sldMk cId="4293234370" sldId="420"/>
        </pc:sldMkLst>
      </pc:sldChg>
      <pc:sldChg chg="del">
        <pc:chgData name="Hein, Leanne" userId="78e653dd-4a06-4ab6-8680-bd4e7ee5b149" providerId="ADAL" clId="{F9A77797-B723-E343-9915-5A9F22F0B78E}" dt="2025-05-08T15:13:54.931" v="11" actId="2696"/>
        <pc:sldMkLst>
          <pc:docMk/>
          <pc:sldMk cId="1440987730" sldId="421"/>
        </pc:sldMkLst>
      </pc:sldChg>
      <pc:sldChg chg="del">
        <pc:chgData name="Hein, Leanne" userId="78e653dd-4a06-4ab6-8680-bd4e7ee5b149" providerId="ADAL" clId="{F9A77797-B723-E343-9915-5A9F22F0B78E}" dt="2025-05-08T15:13:55.413" v="63" actId="2696"/>
        <pc:sldMkLst>
          <pc:docMk/>
          <pc:sldMk cId="459015146" sldId="423"/>
        </pc:sldMkLst>
      </pc:sldChg>
      <pc:sldChg chg="del">
        <pc:chgData name="Hein, Leanne" userId="78e653dd-4a06-4ab6-8680-bd4e7ee5b149" providerId="ADAL" clId="{F9A77797-B723-E343-9915-5A9F22F0B78E}" dt="2025-05-08T15:13:55.462" v="83" actId="2696"/>
        <pc:sldMkLst>
          <pc:docMk/>
          <pc:sldMk cId="2785224390" sldId="424"/>
        </pc:sldMkLst>
      </pc:sldChg>
      <pc:sldChg chg="del">
        <pc:chgData name="Hein, Leanne" userId="78e653dd-4a06-4ab6-8680-bd4e7ee5b149" providerId="ADAL" clId="{F9A77797-B723-E343-9915-5A9F22F0B78E}" dt="2025-05-08T15:13:54.994" v="32" actId="2696"/>
        <pc:sldMkLst>
          <pc:docMk/>
          <pc:sldMk cId="1422171930" sldId="425"/>
        </pc:sldMkLst>
      </pc:sldChg>
      <pc:sldChg chg="del">
        <pc:chgData name="Hein, Leanne" userId="78e653dd-4a06-4ab6-8680-bd4e7ee5b149" providerId="ADAL" clId="{F9A77797-B723-E343-9915-5A9F22F0B78E}" dt="2025-05-08T15:13:55.447" v="77" actId="2696"/>
        <pc:sldMkLst>
          <pc:docMk/>
          <pc:sldMk cId="3180698572" sldId="427"/>
        </pc:sldMkLst>
      </pc:sldChg>
      <pc:sldChg chg="del">
        <pc:chgData name="Hein, Leanne" userId="78e653dd-4a06-4ab6-8680-bd4e7ee5b149" providerId="ADAL" clId="{F9A77797-B723-E343-9915-5A9F22F0B78E}" dt="2025-05-08T15:13:55.482" v="92" actId="2696"/>
        <pc:sldMkLst>
          <pc:docMk/>
          <pc:sldMk cId="1790152026" sldId="428"/>
        </pc:sldMkLst>
      </pc:sldChg>
      <pc:sldChg chg="del">
        <pc:chgData name="Hein, Leanne" userId="78e653dd-4a06-4ab6-8680-bd4e7ee5b149" providerId="ADAL" clId="{F9A77797-B723-E343-9915-5A9F22F0B78E}" dt="2025-05-08T15:13:54.869" v="0" actId="2696"/>
        <pc:sldMkLst>
          <pc:docMk/>
          <pc:sldMk cId="3546696285" sldId="429"/>
        </pc:sldMkLst>
      </pc:sldChg>
      <pc:sldChg chg="del">
        <pc:chgData name="Hein, Leanne" userId="78e653dd-4a06-4ab6-8680-bd4e7ee5b149" providerId="ADAL" clId="{F9A77797-B723-E343-9915-5A9F22F0B78E}" dt="2025-05-08T15:13:55.604" v="141" actId="2696"/>
        <pc:sldMkLst>
          <pc:docMk/>
          <pc:sldMk cId="256596066" sldId="431"/>
        </pc:sldMkLst>
      </pc:sldChg>
      <pc:sldChg chg="del">
        <pc:chgData name="Hein, Leanne" userId="78e653dd-4a06-4ab6-8680-bd4e7ee5b149" providerId="ADAL" clId="{F9A77797-B723-E343-9915-5A9F22F0B78E}" dt="2025-05-08T15:13:55.377" v="50" actId="2696"/>
        <pc:sldMkLst>
          <pc:docMk/>
          <pc:sldMk cId="960350221" sldId="432"/>
        </pc:sldMkLst>
      </pc:sldChg>
      <pc:sldChg chg="del">
        <pc:chgData name="Hein, Leanne" userId="78e653dd-4a06-4ab6-8680-bd4e7ee5b149" providerId="ADAL" clId="{F9A77797-B723-E343-9915-5A9F22F0B78E}" dt="2025-05-08T15:13:54.977" v="26" actId="2696"/>
        <pc:sldMkLst>
          <pc:docMk/>
          <pc:sldMk cId="1840782604" sldId="433"/>
        </pc:sldMkLst>
      </pc:sldChg>
      <pc:sldChg chg="del">
        <pc:chgData name="Hein, Leanne" userId="78e653dd-4a06-4ab6-8680-bd4e7ee5b149" providerId="ADAL" clId="{F9A77797-B723-E343-9915-5A9F22F0B78E}" dt="2025-05-08T15:13:55.472" v="87" actId="2696"/>
        <pc:sldMkLst>
          <pc:docMk/>
          <pc:sldMk cId="3911739864" sldId="434"/>
        </pc:sldMkLst>
      </pc:sldChg>
      <pc:sldChg chg="del">
        <pc:chgData name="Hein, Leanne" userId="78e653dd-4a06-4ab6-8680-bd4e7ee5b149" providerId="ADAL" clId="{F9A77797-B723-E343-9915-5A9F22F0B78E}" dt="2025-05-08T15:13:55.645" v="157" actId="2696"/>
        <pc:sldMkLst>
          <pc:docMk/>
          <pc:sldMk cId="1284908835" sldId="436"/>
        </pc:sldMkLst>
      </pc:sldChg>
      <pc:sldChg chg="del">
        <pc:chgData name="Hein, Leanne" userId="78e653dd-4a06-4ab6-8680-bd4e7ee5b149" providerId="ADAL" clId="{F9A77797-B723-E343-9915-5A9F22F0B78E}" dt="2025-05-08T15:13:55.649" v="159" actId="2696"/>
        <pc:sldMkLst>
          <pc:docMk/>
          <pc:sldMk cId="289955091" sldId="437"/>
        </pc:sldMkLst>
      </pc:sldChg>
      <pc:sldChg chg="del">
        <pc:chgData name="Hein, Leanne" userId="78e653dd-4a06-4ab6-8680-bd4e7ee5b149" providerId="ADAL" clId="{F9A77797-B723-E343-9915-5A9F22F0B78E}" dt="2025-05-08T15:13:55.557" v="122" actId="2696"/>
        <pc:sldMkLst>
          <pc:docMk/>
          <pc:sldMk cId="1144228326" sldId="439"/>
        </pc:sldMkLst>
      </pc:sldChg>
      <pc:sldChg chg="del">
        <pc:chgData name="Hein, Leanne" userId="78e653dd-4a06-4ab6-8680-bd4e7ee5b149" providerId="ADAL" clId="{F9A77797-B723-E343-9915-5A9F22F0B78E}" dt="2025-05-08T15:13:55.661" v="168" actId="2696"/>
        <pc:sldMkLst>
          <pc:docMk/>
          <pc:sldMk cId="286534975" sldId="440"/>
        </pc:sldMkLst>
      </pc:sldChg>
      <pc:sldChg chg="del">
        <pc:chgData name="Hein, Leanne" userId="78e653dd-4a06-4ab6-8680-bd4e7ee5b149" providerId="ADAL" clId="{F9A77797-B723-E343-9915-5A9F22F0B78E}" dt="2025-05-08T15:13:55.004" v="35" actId="2696"/>
        <pc:sldMkLst>
          <pc:docMk/>
          <pc:sldMk cId="2001891586" sldId="442"/>
        </pc:sldMkLst>
      </pc:sldChg>
      <pc:sldChg chg="del">
        <pc:chgData name="Hein, Leanne" userId="78e653dd-4a06-4ab6-8680-bd4e7ee5b149" providerId="ADAL" clId="{F9A77797-B723-E343-9915-5A9F22F0B78E}" dt="2025-05-08T15:13:55.439" v="74" actId="2696"/>
        <pc:sldMkLst>
          <pc:docMk/>
          <pc:sldMk cId="2650107884" sldId="444"/>
        </pc:sldMkLst>
      </pc:sldChg>
      <pc:sldChg chg="del">
        <pc:chgData name="Hein, Leanne" userId="78e653dd-4a06-4ab6-8680-bd4e7ee5b149" providerId="ADAL" clId="{F9A77797-B723-E343-9915-5A9F22F0B78E}" dt="2025-05-08T15:13:55.492" v="97" actId="2696"/>
        <pc:sldMkLst>
          <pc:docMk/>
          <pc:sldMk cId="2648854128" sldId="445"/>
        </pc:sldMkLst>
      </pc:sldChg>
      <pc:sldChg chg="del">
        <pc:chgData name="Hein, Leanne" userId="78e653dd-4a06-4ab6-8680-bd4e7ee5b149" providerId="ADAL" clId="{F9A77797-B723-E343-9915-5A9F22F0B78E}" dt="2025-05-08T15:13:55.500" v="101" actId="2696"/>
        <pc:sldMkLst>
          <pc:docMk/>
          <pc:sldMk cId="1622118032" sldId="446"/>
        </pc:sldMkLst>
      </pc:sldChg>
      <pc:sldChg chg="del">
        <pc:chgData name="Hein, Leanne" userId="78e653dd-4a06-4ab6-8680-bd4e7ee5b149" providerId="ADAL" clId="{F9A77797-B723-E343-9915-5A9F22F0B78E}" dt="2025-05-08T15:13:55.650" v="160" actId="2696"/>
        <pc:sldMkLst>
          <pc:docMk/>
          <pc:sldMk cId="1872387172" sldId="447"/>
        </pc:sldMkLst>
      </pc:sldChg>
      <pc:sldChg chg="del">
        <pc:chgData name="Hein, Leanne" userId="78e653dd-4a06-4ab6-8680-bd4e7ee5b149" providerId="ADAL" clId="{F9A77797-B723-E343-9915-5A9F22F0B78E}" dt="2025-05-08T15:13:54.927" v="10" actId="2696"/>
        <pc:sldMkLst>
          <pc:docMk/>
          <pc:sldMk cId="4243303362" sldId="448"/>
        </pc:sldMkLst>
      </pc:sldChg>
      <pc:sldChg chg="del">
        <pc:chgData name="Hein, Leanne" userId="78e653dd-4a06-4ab6-8680-bd4e7ee5b149" providerId="ADAL" clId="{F9A77797-B723-E343-9915-5A9F22F0B78E}" dt="2025-05-08T15:13:55.592" v="133" actId="2696"/>
        <pc:sldMkLst>
          <pc:docMk/>
          <pc:sldMk cId="3798163155" sldId="450"/>
        </pc:sldMkLst>
      </pc:sldChg>
      <pc:sldChg chg="del">
        <pc:chgData name="Hein, Leanne" userId="78e653dd-4a06-4ab6-8680-bd4e7ee5b149" providerId="ADAL" clId="{F9A77797-B723-E343-9915-5A9F22F0B78E}" dt="2025-05-08T15:13:55.605" v="142" actId="2696"/>
        <pc:sldMkLst>
          <pc:docMk/>
          <pc:sldMk cId="157730759" sldId="452"/>
        </pc:sldMkLst>
      </pc:sldChg>
      <pc:sldChg chg="del">
        <pc:chgData name="Hein, Leanne" userId="78e653dd-4a06-4ab6-8680-bd4e7ee5b149" providerId="ADAL" clId="{F9A77797-B723-E343-9915-5A9F22F0B78E}" dt="2025-05-08T15:13:55.663" v="170" actId="2696"/>
        <pc:sldMkLst>
          <pc:docMk/>
          <pc:sldMk cId="3173521945" sldId="453"/>
        </pc:sldMkLst>
      </pc:sldChg>
      <pc:sldChg chg="del">
        <pc:chgData name="Hein, Leanne" userId="78e653dd-4a06-4ab6-8680-bd4e7ee5b149" providerId="ADAL" clId="{F9A77797-B723-E343-9915-5A9F22F0B78E}" dt="2025-05-08T15:13:55.611" v="146" actId="2696"/>
        <pc:sldMkLst>
          <pc:docMk/>
          <pc:sldMk cId="4133808622" sldId="454"/>
        </pc:sldMkLst>
      </pc:sldChg>
      <pc:sldChg chg="del">
        <pc:chgData name="Hein, Leanne" userId="78e653dd-4a06-4ab6-8680-bd4e7ee5b149" providerId="ADAL" clId="{F9A77797-B723-E343-9915-5A9F22F0B78E}" dt="2025-05-08T15:13:55.381" v="52" actId="2696"/>
        <pc:sldMkLst>
          <pc:docMk/>
          <pc:sldMk cId="1941831140" sldId="455"/>
        </pc:sldMkLst>
      </pc:sldChg>
      <pc:sldChg chg="del">
        <pc:chgData name="Hein, Leanne" userId="78e653dd-4a06-4ab6-8680-bd4e7ee5b149" providerId="ADAL" clId="{F9A77797-B723-E343-9915-5A9F22F0B78E}" dt="2025-05-08T15:13:54.955" v="18" actId="2696"/>
        <pc:sldMkLst>
          <pc:docMk/>
          <pc:sldMk cId="2594439264" sldId="456"/>
        </pc:sldMkLst>
      </pc:sldChg>
      <pc:sldChg chg="del">
        <pc:chgData name="Hein, Leanne" userId="78e653dd-4a06-4ab6-8680-bd4e7ee5b149" providerId="ADAL" clId="{F9A77797-B723-E343-9915-5A9F22F0B78E}" dt="2025-05-08T15:13:55.457" v="81" actId="2696"/>
        <pc:sldMkLst>
          <pc:docMk/>
          <pc:sldMk cId="587739760" sldId="458"/>
        </pc:sldMkLst>
      </pc:sldChg>
      <pc:sldChg chg="del">
        <pc:chgData name="Hein, Leanne" userId="78e653dd-4a06-4ab6-8680-bd4e7ee5b149" providerId="ADAL" clId="{F9A77797-B723-E343-9915-5A9F22F0B78E}" dt="2025-05-08T15:13:55.657" v="165" actId="2696"/>
        <pc:sldMkLst>
          <pc:docMk/>
          <pc:sldMk cId="2617818943" sldId="459"/>
        </pc:sldMkLst>
      </pc:sldChg>
      <pc:sldChg chg="del">
        <pc:chgData name="Hein, Leanne" userId="78e653dd-4a06-4ab6-8680-bd4e7ee5b149" providerId="ADAL" clId="{F9A77797-B723-E343-9915-5A9F22F0B78E}" dt="2025-05-08T15:13:55.497" v="100" actId="2696"/>
        <pc:sldMkLst>
          <pc:docMk/>
          <pc:sldMk cId="4076770304" sldId="460"/>
        </pc:sldMkLst>
      </pc:sldChg>
      <pc:sldChg chg="del">
        <pc:chgData name="Hein, Leanne" userId="78e653dd-4a06-4ab6-8680-bd4e7ee5b149" providerId="ADAL" clId="{F9A77797-B723-E343-9915-5A9F22F0B78E}" dt="2025-05-08T15:13:55.006" v="36" actId="2696"/>
        <pc:sldMkLst>
          <pc:docMk/>
          <pc:sldMk cId="2615838358" sldId="461"/>
        </pc:sldMkLst>
      </pc:sldChg>
      <pc:sldChg chg="del">
        <pc:chgData name="Hein, Leanne" userId="78e653dd-4a06-4ab6-8680-bd4e7ee5b149" providerId="ADAL" clId="{F9A77797-B723-E343-9915-5A9F22F0B78E}" dt="2025-05-08T15:13:55.483" v="93" actId="2696"/>
        <pc:sldMkLst>
          <pc:docMk/>
          <pc:sldMk cId="3316763679" sldId="462"/>
        </pc:sldMkLst>
      </pc:sldChg>
      <pc:sldChg chg="del">
        <pc:chgData name="Hein, Leanne" userId="78e653dd-4a06-4ab6-8680-bd4e7ee5b149" providerId="ADAL" clId="{F9A77797-B723-E343-9915-5A9F22F0B78E}" dt="2025-05-08T15:13:55.344" v="45" actId="2696"/>
        <pc:sldMkLst>
          <pc:docMk/>
          <pc:sldMk cId="465026258" sldId="463"/>
        </pc:sldMkLst>
      </pc:sldChg>
      <pc:sldChg chg="del">
        <pc:chgData name="Hein, Leanne" userId="78e653dd-4a06-4ab6-8680-bd4e7ee5b149" providerId="ADAL" clId="{F9A77797-B723-E343-9915-5A9F22F0B78E}" dt="2025-05-08T15:13:55.403" v="60" actId="2696"/>
        <pc:sldMkLst>
          <pc:docMk/>
          <pc:sldMk cId="3615930644" sldId="464"/>
        </pc:sldMkLst>
      </pc:sldChg>
      <pc:sldChg chg="del">
        <pc:chgData name="Hein, Leanne" userId="78e653dd-4a06-4ab6-8680-bd4e7ee5b149" providerId="ADAL" clId="{F9A77797-B723-E343-9915-5A9F22F0B78E}" dt="2025-05-08T15:13:54.923" v="9" actId="2696"/>
        <pc:sldMkLst>
          <pc:docMk/>
          <pc:sldMk cId="1173461946" sldId="465"/>
        </pc:sldMkLst>
      </pc:sldChg>
      <pc:sldChg chg="del">
        <pc:chgData name="Hein, Leanne" userId="78e653dd-4a06-4ab6-8680-bd4e7ee5b149" providerId="ADAL" clId="{F9A77797-B723-E343-9915-5A9F22F0B78E}" dt="2025-05-08T15:13:55.417" v="65" actId="2696"/>
        <pc:sldMkLst>
          <pc:docMk/>
          <pc:sldMk cId="2621439056" sldId="466"/>
        </pc:sldMkLst>
      </pc:sldChg>
      <pc:sldChg chg="ord">
        <pc:chgData name="Hein, Leanne" userId="78e653dd-4a06-4ab6-8680-bd4e7ee5b149" providerId="ADAL" clId="{F9A77797-B723-E343-9915-5A9F22F0B78E}" dt="2025-05-08T15:14:01.964" v="174" actId="20578"/>
        <pc:sldMkLst>
          <pc:docMk/>
          <pc:sldMk cId="274068939" sldId="467"/>
        </pc:sldMkLst>
      </pc:sldChg>
      <pc:sldChg chg="del">
        <pc:chgData name="Hein, Leanne" userId="78e653dd-4a06-4ab6-8680-bd4e7ee5b149" providerId="ADAL" clId="{F9A77797-B723-E343-9915-5A9F22F0B78E}" dt="2025-05-08T15:13:55.536" v="111" actId="2696"/>
        <pc:sldMkLst>
          <pc:docMk/>
          <pc:sldMk cId="3800730854" sldId="468"/>
        </pc:sldMkLst>
      </pc:sldChg>
      <pc:sldChg chg="del">
        <pc:chgData name="Hein, Leanne" userId="78e653dd-4a06-4ab6-8680-bd4e7ee5b149" providerId="ADAL" clId="{F9A77797-B723-E343-9915-5A9F22F0B78E}" dt="2025-05-08T15:13:55.437" v="73" actId="2696"/>
        <pc:sldMkLst>
          <pc:docMk/>
          <pc:sldMk cId="2490348418" sldId="469"/>
        </pc:sldMkLst>
      </pc:sldChg>
      <pc:sldChg chg="del">
        <pc:chgData name="Hein, Leanne" userId="78e653dd-4a06-4ab6-8680-bd4e7ee5b149" providerId="ADAL" clId="{F9A77797-B723-E343-9915-5A9F22F0B78E}" dt="2025-05-08T15:13:55.553" v="120" actId="2696"/>
        <pc:sldMkLst>
          <pc:docMk/>
          <pc:sldMk cId="1445286722" sldId="471"/>
        </pc:sldMkLst>
      </pc:sldChg>
      <pc:sldChg chg="del">
        <pc:chgData name="Hein, Leanne" userId="78e653dd-4a06-4ab6-8680-bd4e7ee5b149" providerId="ADAL" clId="{F9A77797-B723-E343-9915-5A9F22F0B78E}" dt="2025-05-08T15:13:55.467" v="85" actId="2696"/>
        <pc:sldMkLst>
          <pc:docMk/>
          <pc:sldMk cId="1038280638" sldId="472"/>
        </pc:sldMkLst>
      </pc:sldChg>
      <pc:sldChg chg="del">
        <pc:chgData name="Hein, Leanne" userId="78e653dd-4a06-4ab6-8680-bd4e7ee5b149" providerId="ADAL" clId="{F9A77797-B723-E343-9915-5A9F22F0B78E}" dt="2025-05-08T15:13:55.573" v="124" actId="2696"/>
        <pc:sldMkLst>
          <pc:docMk/>
          <pc:sldMk cId="2951402757" sldId="473"/>
        </pc:sldMkLst>
      </pc:sldChg>
      <pc:sldChg chg="del">
        <pc:chgData name="Hein, Leanne" userId="78e653dd-4a06-4ab6-8680-bd4e7ee5b149" providerId="ADAL" clId="{F9A77797-B723-E343-9915-5A9F22F0B78E}" dt="2025-05-08T15:13:54.952" v="17" actId="2696"/>
        <pc:sldMkLst>
          <pc:docMk/>
          <pc:sldMk cId="140341902" sldId="475"/>
        </pc:sldMkLst>
      </pc:sldChg>
      <pc:sldChg chg="del">
        <pc:chgData name="Hein, Leanne" userId="78e653dd-4a06-4ab6-8680-bd4e7ee5b149" providerId="ADAL" clId="{F9A77797-B723-E343-9915-5A9F22F0B78E}" dt="2025-05-08T15:13:55.660" v="167" actId="2696"/>
        <pc:sldMkLst>
          <pc:docMk/>
          <pc:sldMk cId="2599762919" sldId="476"/>
        </pc:sldMkLst>
      </pc:sldChg>
      <pc:sldChg chg="del">
        <pc:chgData name="Hein, Leanne" userId="78e653dd-4a06-4ab6-8680-bd4e7ee5b149" providerId="ADAL" clId="{F9A77797-B723-E343-9915-5A9F22F0B78E}" dt="2025-05-08T15:13:55.600" v="138" actId="2696"/>
        <pc:sldMkLst>
          <pc:docMk/>
          <pc:sldMk cId="3303582258" sldId="477"/>
        </pc:sldMkLst>
      </pc:sldChg>
      <pc:sldChg chg="del">
        <pc:chgData name="Hein, Leanne" userId="78e653dd-4a06-4ab6-8680-bd4e7ee5b149" providerId="ADAL" clId="{F9A77797-B723-E343-9915-5A9F22F0B78E}" dt="2025-05-08T15:13:55.379" v="51" actId="2696"/>
        <pc:sldMkLst>
          <pc:docMk/>
          <pc:sldMk cId="979046684" sldId="478"/>
        </pc:sldMkLst>
      </pc:sldChg>
      <pc:sldChg chg="del">
        <pc:chgData name="Hein, Leanne" userId="78e653dd-4a06-4ab6-8680-bd4e7ee5b149" providerId="ADAL" clId="{F9A77797-B723-E343-9915-5A9F22F0B78E}" dt="2025-05-08T15:13:55.441" v="75" actId="2696"/>
        <pc:sldMkLst>
          <pc:docMk/>
          <pc:sldMk cId="1986665952" sldId="479"/>
        </pc:sldMkLst>
      </pc:sldChg>
      <pc:sldChg chg="del">
        <pc:chgData name="Hein, Leanne" userId="78e653dd-4a06-4ab6-8680-bd4e7ee5b149" providerId="ADAL" clId="{F9A77797-B723-E343-9915-5A9F22F0B78E}" dt="2025-05-08T15:13:55.425" v="68" actId="2696"/>
        <pc:sldMkLst>
          <pc:docMk/>
          <pc:sldMk cId="1678053096" sldId="480"/>
        </pc:sldMkLst>
      </pc:sldChg>
      <pc:sldChg chg="del">
        <pc:chgData name="Hein, Leanne" userId="78e653dd-4a06-4ab6-8680-bd4e7ee5b149" providerId="ADAL" clId="{F9A77797-B723-E343-9915-5A9F22F0B78E}" dt="2025-05-08T15:13:54.917" v="7" actId="2696"/>
        <pc:sldMkLst>
          <pc:docMk/>
          <pc:sldMk cId="1193531633" sldId="481"/>
        </pc:sldMkLst>
      </pc:sldChg>
      <pc:sldChg chg="del">
        <pc:chgData name="Hein, Leanne" userId="78e653dd-4a06-4ab6-8680-bd4e7ee5b149" providerId="ADAL" clId="{F9A77797-B723-E343-9915-5A9F22F0B78E}" dt="2025-05-08T15:13:55.541" v="114" actId="2696"/>
        <pc:sldMkLst>
          <pc:docMk/>
          <pc:sldMk cId="2723943404" sldId="482"/>
        </pc:sldMkLst>
      </pc:sldChg>
      <pc:sldChg chg="del">
        <pc:chgData name="Hein, Leanne" userId="78e653dd-4a06-4ab6-8680-bd4e7ee5b149" providerId="ADAL" clId="{F9A77797-B723-E343-9915-5A9F22F0B78E}" dt="2025-05-08T15:13:55.607" v="143" actId="2696"/>
        <pc:sldMkLst>
          <pc:docMk/>
          <pc:sldMk cId="2467920694" sldId="483"/>
        </pc:sldMkLst>
      </pc:sldChg>
      <pc:sldChg chg="del">
        <pc:chgData name="Hein, Leanne" userId="78e653dd-4a06-4ab6-8680-bd4e7ee5b149" providerId="ADAL" clId="{F9A77797-B723-E343-9915-5A9F22F0B78E}" dt="2025-05-08T15:13:55.388" v="55" actId="2696"/>
        <pc:sldMkLst>
          <pc:docMk/>
          <pc:sldMk cId="2351913232" sldId="484"/>
        </pc:sldMkLst>
      </pc:sldChg>
      <pc:sldChg chg="del">
        <pc:chgData name="Hein, Leanne" userId="78e653dd-4a06-4ab6-8680-bd4e7ee5b149" providerId="ADAL" clId="{F9A77797-B723-E343-9915-5A9F22F0B78E}" dt="2025-05-08T15:13:55.589" v="132" actId="2696"/>
        <pc:sldMkLst>
          <pc:docMk/>
          <pc:sldMk cId="107526711" sldId="485"/>
        </pc:sldMkLst>
      </pc:sldChg>
      <pc:sldChg chg="del">
        <pc:chgData name="Hein, Leanne" userId="78e653dd-4a06-4ab6-8680-bd4e7ee5b149" providerId="ADAL" clId="{F9A77797-B723-E343-9915-5A9F22F0B78E}" dt="2025-05-08T15:13:55.455" v="80" actId="2696"/>
        <pc:sldMkLst>
          <pc:docMk/>
          <pc:sldMk cId="392285026" sldId="486"/>
        </pc:sldMkLst>
      </pc:sldChg>
      <pc:sldChg chg="del">
        <pc:chgData name="Hein, Leanne" userId="78e653dd-4a06-4ab6-8680-bd4e7ee5b149" providerId="ADAL" clId="{F9A77797-B723-E343-9915-5A9F22F0B78E}" dt="2025-05-08T15:13:55.609" v="144" actId="2696"/>
        <pc:sldMkLst>
          <pc:docMk/>
          <pc:sldMk cId="3205482757" sldId="487"/>
        </pc:sldMkLst>
      </pc:sldChg>
      <pc:sldChg chg="del">
        <pc:chgData name="Hein, Leanne" userId="78e653dd-4a06-4ab6-8680-bd4e7ee5b149" providerId="ADAL" clId="{F9A77797-B723-E343-9915-5A9F22F0B78E}" dt="2025-05-08T15:13:55.616" v="149" actId="2696"/>
        <pc:sldMkLst>
          <pc:docMk/>
          <pc:sldMk cId="2985858710" sldId="489"/>
        </pc:sldMkLst>
      </pc:sldChg>
      <pc:sldChg chg="del">
        <pc:chgData name="Hein, Leanne" userId="78e653dd-4a06-4ab6-8680-bd4e7ee5b149" providerId="ADAL" clId="{F9A77797-B723-E343-9915-5A9F22F0B78E}" dt="2025-05-08T15:13:55.546" v="117" actId="2696"/>
        <pc:sldMkLst>
          <pc:docMk/>
          <pc:sldMk cId="1087388722" sldId="490"/>
        </pc:sldMkLst>
      </pc:sldChg>
      <pc:sldChg chg="del">
        <pc:chgData name="Hein, Leanne" userId="78e653dd-4a06-4ab6-8680-bd4e7ee5b149" providerId="ADAL" clId="{F9A77797-B723-E343-9915-5A9F22F0B78E}" dt="2025-05-08T15:13:55.397" v="58" actId="2696"/>
        <pc:sldMkLst>
          <pc:docMk/>
          <pc:sldMk cId="1088885208" sldId="491"/>
        </pc:sldMkLst>
      </pc:sldChg>
      <pc:sldChg chg="del">
        <pc:chgData name="Hein, Leanne" userId="78e653dd-4a06-4ab6-8680-bd4e7ee5b149" providerId="ADAL" clId="{F9A77797-B723-E343-9915-5A9F22F0B78E}" dt="2025-05-08T15:13:54.949" v="16" actId="2696"/>
        <pc:sldMkLst>
          <pc:docMk/>
          <pc:sldMk cId="3476847081" sldId="492"/>
        </pc:sldMkLst>
      </pc:sldChg>
      <pc:sldChg chg="del">
        <pc:chgData name="Hein, Leanne" userId="78e653dd-4a06-4ab6-8680-bd4e7ee5b149" providerId="ADAL" clId="{F9A77797-B723-E343-9915-5A9F22F0B78E}" dt="2025-05-08T15:13:55.394" v="57" actId="2696"/>
        <pc:sldMkLst>
          <pc:docMk/>
          <pc:sldMk cId="3250767999" sldId="493"/>
        </pc:sldMkLst>
      </pc:sldChg>
      <pc:sldChg chg="del">
        <pc:chgData name="Hein, Leanne" userId="78e653dd-4a06-4ab6-8680-bd4e7ee5b149" providerId="ADAL" clId="{F9A77797-B723-E343-9915-5A9F22F0B78E}" dt="2025-05-08T15:13:55.551" v="119" actId="2696"/>
        <pc:sldMkLst>
          <pc:docMk/>
          <pc:sldMk cId="3908946571" sldId="494"/>
        </pc:sldMkLst>
      </pc:sldChg>
      <pc:sldChg chg="del">
        <pc:chgData name="Hein, Leanne" userId="78e653dd-4a06-4ab6-8680-bd4e7ee5b149" providerId="ADAL" clId="{F9A77797-B723-E343-9915-5A9F22F0B78E}" dt="2025-05-08T15:13:55.423" v="67" actId="2696"/>
        <pc:sldMkLst>
          <pc:docMk/>
          <pc:sldMk cId="43197004" sldId="495"/>
        </pc:sldMkLst>
      </pc:sldChg>
      <pc:sldChg chg="del">
        <pc:chgData name="Hein, Leanne" userId="78e653dd-4a06-4ab6-8680-bd4e7ee5b149" providerId="ADAL" clId="{F9A77797-B723-E343-9915-5A9F22F0B78E}" dt="2025-05-08T15:13:55.495" v="99" actId="2696"/>
        <pc:sldMkLst>
          <pc:docMk/>
          <pc:sldMk cId="4224233857" sldId="497"/>
        </pc:sldMkLst>
      </pc:sldChg>
      <pc:sldChg chg="del">
        <pc:chgData name="Hein, Leanne" userId="78e653dd-4a06-4ab6-8680-bd4e7ee5b149" providerId="ADAL" clId="{F9A77797-B723-E343-9915-5A9F22F0B78E}" dt="2025-05-08T15:13:55.450" v="78" actId="2696"/>
        <pc:sldMkLst>
          <pc:docMk/>
          <pc:sldMk cId="2609348261" sldId="498"/>
        </pc:sldMkLst>
      </pc:sldChg>
      <pc:sldChg chg="del">
        <pc:chgData name="Hein, Leanne" userId="78e653dd-4a06-4ab6-8680-bd4e7ee5b149" providerId="ADAL" clId="{F9A77797-B723-E343-9915-5A9F22F0B78E}" dt="2025-05-08T15:13:55.525" v="107" actId="2696"/>
        <pc:sldMkLst>
          <pc:docMk/>
          <pc:sldMk cId="3227475473" sldId="499"/>
        </pc:sldMkLst>
      </pc:sldChg>
      <pc:sldChg chg="del">
        <pc:chgData name="Hein, Leanne" userId="78e653dd-4a06-4ab6-8680-bd4e7ee5b149" providerId="ADAL" clId="{F9A77797-B723-E343-9915-5A9F22F0B78E}" dt="2025-05-08T15:13:54.985" v="29" actId="2696"/>
        <pc:sldMkLst>
          <pc:docMk/>
          <pc:sldMk cId="3739621283" sldId="500"/>
        </pc:sldMkLst>
      </pc:sldChg>
      <pc:sldChg chg="del">
        <pc:chgData name="Hein, Leanne" userId="78e653dd-4a06-4ab6-8680-bd4e7ee5b149" providerId="ADAL" clId="{F9A77797-B723-E343-9915-5A9F22F0B78E}" dt="2025-05-08T15:13:55.452" v="79" actId="2696"/>
        <pc:sldMkLst>
          <pc:docMk/>
          <pc:sldMk cId="282911441" sldId="501"/>
        </pc:sldMkLst>
      </pc:sldChg>
      <pc:sldChg chg="del">
        <pc:chgData name="Hein, Leanne" userId="78e653dd-4a06-4ab6-8680-bd4e7ee5b149" providerId="ADAL" clId="{F9A77797-B723-E343-9915-5A9F22F0B78E}" dt="2025-05-08T15:13:55.614" v="148" actId="2696"/>
        <pc:sldMkLst>
          <pc:docMk/>
          <pc:sldMk cId="657429430" sldId="504"/>
        </pc:sldMkLst>
      </pc:sldChg>
      <pc:sldChg chg="del">
        <pc:chgData name="Hein, Leanne" userId="78e653dd-4a06-4ab6-8680-bd4e7ee5b149" providerId="ADAL" clId="{F9A77797-B723-E343-9915-5A9F22F0B78E}" dt="2025-05-08T15:13:55.521" v="105" actId="2696"/>
        <pc:sldMkLst>
          <pc:docMk/>
          <pc:sldMk cId="151336652" sldId="505"/>
        </pc:sldMkLst>
      </pc:sldChg>
      <pc:sldChg chg="del">
        <pc:chgData name="Hein, Leanne" userId="78e653dd-4a06-4ab6-8680-bd4e7ee5b149" providerId="ADAL" clId="{F9A77797-B723-E343-9915-5A9F22F0B78E}" dt="2025-05-08T15:13:55.642" v="155" actId="2696"/>
        <pc:sldMkLst>
          <pc:docMk/>
          <pc:sldMk cId="489415561" sldId="506"/>
        </pc:sldMkLst>
      </pc:sldChg>
      <pc:sldChg chg="del">
        <pc:chgData name="Hein, Leanne" userId="78e653dd-4a06-4ab6-8680-bd4e7ee5b149" providerId="ADAL" clId="{F9A77797-B723-E343-9915-5A9F22F0B78E}" dt="2025-05-08T15:13:55.515" v="102" actId="2696"/>
        <pc:sldMkLst>
          <pc:docMk/>
          <pc:sldMk cId="3446365110" sldId="508"/>
        </pc:sldMkLst>
      </pc:sldChg>
      <pc:sldChg chg="del">
        <pc:chgData name="Hein, Leanne" userId="78e653dd-4a06-4ab6-8680-bd4e7ee5b149" providerId="ADAL" clId="{F9A77797-B723-E343-9915-5A9F22F0B78E}" dt="2025-05-08T15:13:55.371" v="48" actId="2696"/>
        <pc:sldMkLst>
          <pc:docMk/>
          <pc:sldMk cId="3279480788" sldId="511"/>
        </pc:sldMkLst>
      </pc:sldChg>
      <pc:sldChg chg="del">
        <pc:chgData name="Hein, Leanne" userId="78e653dd-4a06-4ab6-8680-bd4e7ee5b149" providerId="ADAL" clId="{F9A77797-B723-E343-9915-5A9F22F0B78E}" dt="2025-05-08T15:13:54.988" v="30" actId="2696"/>
        <pc:sldMkLst>
          <pc:docMk/>
          <pc:sldMk cId="2463922043" sldId="512"/>
        </pc:sldMkLst>
      </pc:sldChg>
      <pc:sldChg chg="del">
        <pc:chgData name="Hein, Leanne" userId="78e653dd-4a06-4ab6-8680-bd4e7ee5b149" providerId="ADAL" clId="{F9A77797-B723-E343-9915-5A9F22F0B78E}" dt="2025-05-08T15:13:54.946" v="15" actId="2696"/>
        <pc:sldMkLst>
          <pc:docMk/>
          <pc:sldMk cId="3533380628" sldId="513"/>
        </pc:sldMkLst>
      </pc:sldChg>
      <pc:sldChg chg="del">
        <pc:chgData name="Hein, Leanne" userId="78e653dd-4a06-4ab6-8680-bd4e7ee5b149" providerId="ADAL" clId="{F9A77797-B723-E343-9915-5A9F22F0B78E}" dt="2025-05-08T15:13:55.493" v="98" actId="2696"/>
        <pc:sldMkLst>
          <pc:docMk/>
          <pc:sldMk cId="3008432034" sldId="516"/>
        </pc:sldMkLst>
      </pc:sldChg>
      <pc:sldChg chg="del">
        <pc:chgData name="Hein, Leanne" userId="78e653dd-4a06-4ab6-8680-bd4e7ee5b149" providerId="ADAL" clId="{F9A77797-B723-E343-9915-5A9F22F0B78E}" dt="2025-05-08T15:13:55.538" v="112" actId="2696"/>
        <pc:sldMkLst>
          <pc:docMk/>
          <pc:sldMk cId="1864817987" sldId="517"/>
        </pc:sldMkLst>
      </pc:sldChg>
      <pc:sldChg chg="del">
        <pc:chgData name="Hein, Leanne" userId="78e653dd-4a06-4ab6-8680-bd4e7ee5b149" providerId="ADAL" clId="{F9A77797-B723-E343-9915-5A9F22F0B78E}" dt="2025-05-08T15:13:55.014" v="39" actId="2696"/>
        <pc:sldMkLst>
          <pc:docMk/>
          <pc:sldMk cId="3101890543" sldId="518"/>
        </pc:sldMkLst>
      </pc:sldChg>
      <pc:sldChg chg="del">
        <pc:chgData name="Hein, Leanne" userId="78e653dd-4a06-4ab6-8680-bd4e7ee5b149" providerId="ADAL" clId="{F9A77797-B723-E343-9915-5A9F22F0B78E}" dt="2025-05-08T15:13:55.335" v="41" actId="2696"/>
        <pc:sldMkLst>
          <pc:docMk/>
          <pc:sldMk cId="1870487197" sldId="519"/>
        </pc:sldMkLst>
      </pc:sldChg>
      <pc:sldChg chg="del">
        <pc:chgData name="Hein, Leanne" userId="78e653dd-4a06-4ab6-8680-bd4e7ee5b149" providerId="ADAL" clId="{F9A77797-B723-E343-9915-5A9F22F0B78E}" dt="2025-05-08T15:13:54.961" v="20" actId="2696"/>
        <pc:sldMkLst>
          <pc:docMk/>
          <pc:sldMk cId="2791793781" sldId="520"/>
        </pc:sldMkLst>
      </pc:sldChg>
      <pc:sldChg chg="del">
        <pc:chgData name="Hein, Leanne" userId="78e653dd-4a06-4ab6-8680-bd4e7ee5b149" providerId="ADAL" clId="{F9A77797-B723-E343-9915-5A9F22F0B78E}" dt="2025-05-08T15:13:54.980" v="27" actId="2696"/>
        <pc:sldMkLst>
          <pc:docMk/>
          <pc:sldMk cId="2587098793" sldId="521"/>
        </pc:sldMkLst>
      </pc:sldChg>
      <pc:sldChg chg="del">
        <pc:chgData name="Hein, Leanne" userId="78e653dd-4a06-4ab6-8680-bd4e7ee5b149" providerId="ADAL" clId="{F9A77797-B723-E343-9915-5A9F22F0B78E}" dt="2025-05-08T15:13:55.406" v="61" actId="2696"/>
        <pc:sldMkLst>
          <pc:docMk/>
          <pc:sldMk cId="1544891915" sldId="522"/>
        </pc:sldMkLst>
      </pc:sldChg>
      <pc:sldChg chg="del">
        <pc:chgData name="Hein, Leanne" userId="78e653dd-4a06-4ab6-8680-bd4e7ee5b149" providerId="ADAL" clId="{F9A77797-B723-E343-9915-5A9F22F0B78E}" dt="2025-05-08T15:13:55.637" v="152" actId="2696"/>
        <pc:sldMkLst>
          <pc:docMk/>
          <pc:sldMk cId="2689219438" sldId="523"/>
        </pc:sldMkLst>
      </pc:sldChg>
      <pc:sldChg chg="del">
        <pc:chgData name="Hein, Leanne" userId="78e653dd-4a06-4ab6-8680-bd4e7ee5b149" providerId="ADAL" clId="{F9A77797-B723-E343-9915-5A9F22F0B78E}" dt="2025-05-08T15:13:55.542" v="115" actId="2696"/>
        <pc:sldMkLst>
          <pc:docMk/>
          <pc:sldMk cId="2873190205" sldId="524"/>
        </pc:sldMkLst>
      </pc:sldChg>
      <pc:sldChg chg="del">
        <pc:chgData name="Hein, Leanne" userId="78e653dd-4a06-4ab6-8680-bd4e7ee5b149" providerId="ADAL" clId="{F9A77797-B723-E343-9915-5A9F22F0B78E}" dt="2025-05-08T15:13:54.965" v="22" actId="2696"/>
        <pc:sldMkLst>
          <pc:docMk/>
          <pc:sldMk cId="129788909" sldId="525"/>
        </pc:sldMkLst>
      </pc:sldChg>
      <pc:sldChg chg="del">
        <pc:chgData name="Hein, Leanne" userId="78e653dd-4a06-4ab6-8680-bd4e7ee5b149" providerId="ADAL" clId="{F9A77797-B723-E343-9915-5A9F22F0B78E}" dt="2025-05-08T15:13:55.667" v="173" actId="2696"/>
        <pc:sldMkLst>
          <pc:docMk/>
          <pc:sldMk cId="4169392796" sldId="526"/>
        </pc:sldMkLst>
      </pc:sldChg>
      <pc:sldChg chg="del">
        <pc:chgData name="Hein, Leanne" userId="78e653dd-4a06-4ab6-8680-bd4e7ee5b149" providerId="ADAL" clId="{F9A77797-B723-E343-9915-5A9F22F0B78E}" dt="2025-05-08T15:13:55.427" v="69" actId="2696"/>
        <pc:sldMkLst>
          <pc:docMk/>
          <pc:sldMk cId="2623455447" sldId="527"/>
        </pc:sldMkLst>
      </pc:sldChg>
      <pc:sldChg chg="del">
        <pc:chgData name="Hein, Leanne" userId="78e653dd-4a06-4ab6-8680-bd4e7ee5b149" providerId="ADAL" clId="{F9A77797-B723-E343-9915-5A9F22F0B78E}" dt="2025-05-08T15:13:54.970" v="24" actId="2696"/>
        <pc:sldMkLst>
          <pc:docMk/>
          <pc:sldMk cId="1562128002" sldId="528"/>
        </pc:sldMkLst>
      </pc:sldChg>
      <pc:sldChg chg="del">
        <pc:chgData name="Hein, Leanne" userId="78e653dd-4a06-4ab6-8680-bd4e7ee5b149" providerId="ADAL" clId="{F9A77797-B723-E343-9915-5A9F22F0B78E}" dt="2025-05-08T15:13:55.656" v="164" actId="2696"/>
        <pc:sldMkLst>
          <pc:docMk/>
          <pc:sldMk cId="3237034961" sldId="529"/>
        </pc:sldMkLst>
      </pc:sldChg>
      <pc:sldChg chg="del">
        <pc:chgData name="Hein, Leanne" userId="78e653dd-4a06-4ab6-8680-bd4e7ee5b149" providerId="ADAL" clId="{F9A77797-B723-E343-9915-5A9F22F0B78E}" dt="2025-05-08T15:13:55.644" v="156" actId="2696"/>
        <pc:sldMkLst>
          <pc:docMk/>
          <pc:sldMk cId="938908588" sldId="530"/>
        </pc:sldMkLst>
      </pc:sldChg>
      <pc:sldChg chg="del">
        <pc:chgData name="Hein, Leanne" userId="78e653dd-4a06-4ab6-8680-bd4e7ee5b149" providerId="ADAL" clId="{F9A77797-B723-E343-9915-5A9F22F0B78E}" dt="2025-05-08T15:13:55.339" v="43" actId="2696"/>
        <pc:sldMkLst>
          <pc:docMk/>
          <pc:sldMk cId="351642067" sldId="531"/>
        </pc:sldMkLst>
      </pc:sldChg>
      <pc:sldChg chg="del">
        <pc:chgData name="Hein, Leanne" userId="78e653dd-4a06-4ab6-8680-bd4e7ee5b149" providerId="ADAL" clId="{F9A77797-B723-E343-9915-5A9F22F0B78E}" dt="2025-05-08T15:13:54.991" v="31" actId="2696"/>
        <pc:sldMkLst>
          <pc:docMk/>
          <pc:sldMk cId="2992104401" sldId="532"/>
        </pc:sldMkLst>
      </pc:sldChg>
      <pc:sldChg chg="del">
        <pc:chgData name="Hein, Leanne" userId="78e653dd-4a06-4ab6-8680-bd4e7ee5b149" providerId="ADAL" clId="{F9A77797-B723-E343-9915-5A9F22F0B78E}" dt="2025-05-08T15:13:55.459" v="82" actId="2696"/>
        <pc:sldMkLst>
          <pc:docMk/>
          <pc:sldMk cId="3924812582" sldId="533"/>
        </pc:sldMkLst>
      </pc:sldChg>
      <pc:sldChg chg="del">
        <pc:chgData name="Hein, Leanne" userId="78e653dd-4a06-4ab6-8680-bd4e7ee5b149" providerId="ADAL" clId="{F9A77797-B723-E343-9915-5A9F22F0B78E}" dt="2025-05-08T15:13:55.603" v="140" actId="2696"/>
        <pc:sldMkLst>
          <pc:docMk/>
          <pc:sldMk cId="3730490339" sldId="534"/>
        </pc:sldMkLst>
      </pc:sldChg>
      <pc:sldChg chg="ord">
        <pc:chgData name="Hein, Leanne" userId="78e653dd-4a06-4ab6-8680-bd4e7ee5b149" providerId="ADAL" clId="{F9A77797-B723-E343-9915-5A9F22F0B78E}" dt="2025-05-08T15:14:01.964" v="174" actId="20578"/>
        <pc:sldMkLst>
          <pc:docMk/>
          <pc:sldMk cId="1728258283" sldId="538"/>
        </pc:sldMkLst>
      </pc:sldChg>
      <pc:sldChg chg="ord">
        <pc:chgData name="Hein, Leanne" userId="78e653dd-4a06-4ab6-8680-bd4e7ee5b149" providerId="ADAL" clId="{F9A77797-B723-E343-9915-5A9F22F0B78E}" dt="2025-05-08T15:14:01.964" v="174" actId="20578"/>
        <pc:sldMkLst>
          <pc:docMk/>
          <pc:sldMk cId="2362185947" sldId="539"/>
        </pc:sldMkLst>
      </pc:sldChg>
      <pc:sldChg chg="ord">
        <pc:chgData name="Hein, Leanne" userId="78e653dd-4a06-4ab6-8680-bd4e7ee5b149" providerId="ADAL" clId="{F9A77797-B723-E343-9915-5A9F22F0B78E}" dt="2025-05-08T15:14:01.964" v="174" actId="20578"/>
        <pc:sldMkLst>
          <pc:docMk/>
          <pc:sldMk cId="3526844193" sldId="540"/>
        </pc:sldMkLst>
      </pc:sldChg>
      <pc:sldChg chg="del">
        <pc:chgData name="Hein, Leanne" userId="78e653dd-4a06-4ab6-8680-bd4e7ee5b149" providerId="ADAL" clId="{F9A77797-B723-E343-9915-5A9F22F0B78E}" dt="2025-05-08T15:13:55.577" v="126" actId="2696"/>
        <pc:sldMkLst>
          <pc:docMk/>
          <pc:sldMk cId="3348230782" sldId="541"/>
        </pc:sldMkLst>
      </pc:sldChg>
      <pc:sldChg chg="del">
        <pc:chgData name="Hein, Leanne" userId="78e653dd-4a06-4ab6-8680-bd4e7ee5b149" providerId="ADAL" clId="{F9A77797-B723-E343-9915-5A9F22F0B78E}" dt="2025-05-08T15:13:55.549" v="118" actId="2696"/>
        <pc:sldMkLst>
          <pc:docMk/>
          <pc:sldMk cId="1806610697" sldId="542"/>
        </pc:sldMkLst>
      </pc:sldChg>
      <pc:sldChg chg="del">
        <pc:chgData name="Hein, Leanne" userId="78e653dd-4a06-4ab6-8680-bd4e7ee5b149" providerId="ADAL" clId="{F9A77797-B723-E343-9915-5A9F22F0B78E}" dt="2025-05-08T15:13:55.009" v="37" actId="2696"/>
        <pc:sldMkLst>
          <pc:docMk/>
          <pc:sldMk cId="1466556498" sldId="543"/>
        </pc:sldMkLst>
      </pc:sldChg>
      <pc:sldChg chg="del">
        <pc:chgData name="Hein, Leanne" userId="78e653dd-4a06-4ab6-8680-bd4e7ee5b149" providerId="ADAL" clId="{F9A77797-B723-E343-9915-5A9F22F0B78E}" dt="2025-05-08T15:13:55.432" v="71" actId="2696"/>
        <pc:sldMkLst>
          <pc:docMk/>
          <pc:sldMk cId="1907362550" sldId="544"/>
        </pc:sldMkLst>
      </pc:sldChg>
      <pc:sldChg chg="del">
        <pc:chgData name="Hein, Leanne" userId="78e653dd-4a06-4ab6-8680-bd4e7ee5b149" providerId="ADAL" clId="{F9A77797-B723-E343-9915-5A9F22F0B78E}" dt="2025-05-08T15:13:54.907" v="4" actId="2696"/>
        <pc:sldMkLst>
          <pc:docMk/>
          <pc:sldMk cId="2092292894" sldId="545"/>
        </pc:sldMkLst>
      </pc:sldChg>
      <pc:sldChg chg="del">
        <pc:chgData name="Hein, Leanne" userId="78e653dd-4a06-4ab6-8680-bd4e7ee5b149" providerId="ADAL" clId="{F9A77797-B723-E343-9915-5A9F22F0B78E}" dt="2025-05-08T15:13:55.347" v="46" actId="2696"/>
        <pc:sldMkLst>
          <pc:docMk/>
          <pc:sldMk cId="3480828567" sldId="546"/>
        </pc:sldMkLst>
      </pc:sldChg>
      <pc:sldChg chg="del">
        <pc:chgData name="Hein, Leanne" userId="78e653dd-4a06-4ab6-8680-bd4e7ee5b149" providerId="ADAL" clId="{F9A77797-B723-E343-9915-5A9F22F0B78E}" dt="2025-05-08T15:13:55.401" v="59" actId="2696"/>
        <pc:sldMkLst>
          <pc:docMk/>
          <pc:sldMk cId="2940212272" sldId="547"/>
        </pc:sldMkLst>
      </pc:sldChg>
      <pc:sldChg chg="del">
        <pc:chgData name="Hein, Leanne" userId="78e653dd-4a06-4ab6-8680-bd4e7ee5b149" providerId="ADAL" clId="{F9A77797-B723-E343-9915-5A9F22F0B78E}" dt="2025-05-08T15:13:55.012" v="38" actId="2696"/>
        <pc:sldMkLst>
          <pc:docMk/>
          <pc:sldMk cId="1268754084" sldId="548"/>
        </pc:sldMkLst>
      </pc:sldChg>
      <pc:sldChg chg="del">
        <pc:chgData name="Hein, Leanne" userId="78e653dd-4a06-4ab6-8680-bd4e7ee5b149" providerId="ADAL" clId="{F9A77797-B723-E343-9915-5A9F22F0B78E}" dt="2025-05-08T15:13:55.599" v="137" actId="2696"/>
        <pc:sldMkLst>
          <pc:docMk/>
          <pc:sldMk cId="527603221" sldId="549"/>
        </pc:sldMkLst>
      </pc:sldChg>
      <pc:sldChg chg="del">
        <pc:chgData name="Hein, Leanne" userId="78e653dd-4a06-4ab6-8680-bd4e7ee5b149" providerId="ADAL" clId="{F9A77797-B723-E343-9915-5A9F22F0B78E}" dt="2025-05-08T15:13:55.469" v="86" actId="2696"/>
        <pc:sldMkLst>
          <pc:docMk/>
          <pc:sldMk cId="2860120744" sldId="550"/>
        </pc:sldMkLst>
      </pc:sldChg>
      <pc:sldChg chg="del">
        <pc:chgData name="Hein, Leanne" userId="78e653dd-4a06-4ab6-8680-bd4e7ee5b149" providerId="ADAL" clId="{F9A77797-B723-E343-9915-5A9F22F0B78E}" dt="2025-05-08T15:13:55.654" v="163" actId="2696"/>
        <pc:sldMkLst>
          <pc:docMk/>
          <pc:sldMk cId="168272428" sldId="551"/>
        </pc:sldMkLst>
      </pc:sldChg>
      <pc:sldChg chg="del">
        <pc:chgData name="Hein, Leanne" userId="78e653dd-4a06-4ab6-8680-bd4e7ee5b149" providerId="ADAL" clId="{F9A77797-B723-E343-9915-5A9F22F0B78E}" dt="2025-05-08T15:13:55.539" v="113" actId="2696"/>
        <pc:sldMkLst>
          <pc:docMk/>
          <pc:sldMk cId="3885880189" sldId="552"/>
        </pc:sldMkLst>
      </pc:sldChg>
      <pc:sldChg chg="del">
        <pc:chgData name="Hein, Leanne" userId="78e653dd-4a06-4ab6-8680-bd4e7ee5b149" providerId="ADAL" clId="{F9A77797-B723-E343-9915-5A9F22F0B78E}" dt="2025-05-08T15:13:55.477" v="90" actId="2696"/>
        <pc:sldMkLst>
          <pc:docMk/>
          <pc:sldMk cId="1091373198" sldId="553"/>
        </pc:sldMkLst>
      </pc:sldChg>
      <pc:sldChg chg="del">
        <pc:chgData name="Hein, Leanne" userId="78e653dd-4a06-4ab6-8680-bd4e7ee5b149" providerId="ADAL" clId="{F9A77797-B723-E343-9915-5A9F22F0B78E}" dt="2025-05-08T15:13:55.519" v="104" actId="2696"/>
        <pc:sldMkLst>
          <pc:docMk/>
          <pc:sldMk cId="4222744496" sldId="554"/>
        </pc:sldMkLst>
      </pc:sldChg>
      <pc:sldChg chg="del">
        <pc:chgData name="Hein, Leanne" userId="78e653dd-4a06-4ab6-8680-bd4e7ee5b149" providerId="ADAL" clId="{F9A77797-B723-E343-9915-5A9F22F0B78E}" dt="2025-05-08T15:13:55.489" v="96" actId="2696"/>
        <pc:sldMkLst>
          <pc:docMk/>
          <pc:sldMk cId="161998174" sldId="555"/>
        </pc:sldMkLst>
      </pc:sldChg>
      <pc:sldChg chg="del">
        <pc:chgData name="Hein, Leanne" userId="78e653dd-4a06-4ab6-8680-bd4e7ee5b149" providerId="ADAL" clId="{F9A77797-B723-E343-9915-5A9F22F0B78E}" dt="2025-05-08T15:13:54.982" v="28" actId="2696"/>
        <pc:sldMkLst>
          <pc:docMk/>
          <pc:sldMk cId="2153018081" sldId="556"/>
        </pc:sldMkLst>
      </pc:sldChg>
      <pc:sldChg chg="del">
        <pc:chgData name="Hein, Leanne" userId="78e653dd-4a06-4ab6-8680-bd4e7ee5b149" providerId="ADAL" clId="{F9A77797-B723-E343-9915-5A9F22F0B78E}" dt="2025-05-08T15:13:54.958" v="19" actId="2696"/>
        <pc:sldMkLst>
          <pc:docMk/>
          <pc:sldMk cId="3712375485" sldId="557"/>
        </pc:sldMkLst>
      </pc:sldChg>
      <pc:sldChg chg="del">
        <pc:chgData name="Hein, Leanne" userId="78e653dd-4a06-4ab6-8680-bd4e7ee5b149" providerId="ADAL" clId="{F9A77797-B723-E343-9915-5A9F22F0B78E}" dt="2025-05-08T15:13:55.659" v="166" actId="2696"/>
        <pc:sldMkLst>
          <pc:docMk/>
          <pc:sldMk cId="2862141189" sldId="558"/>
        </pc:sldMkLst>
      </pc:sldChg>
      <pc:sldChg chg="del">
        <pc:chgData name="Hein, Leanne" userId="78e653dd-4a06-4ab6-8680-bd4e7ee5b149" providerId="ADAL" clId="{F9A77797-B723-E343-9915-5A9F22F0B78E}" dt="2025-05-08T15:13:55.595" v="135" actId="2696"/>
        <pc:sldMkLst>
          <pc:docMk/>
          <pc:sldMk cId="434023669" sldId="559"/>
        </pc:sldMkLst>
      </pc:sldChg>
      <pc:sldChg chg="del">
        <pc:chgData name="Hein, Leanne" userId="78e653dd-4a06-4ab6-8680-bd4e7ee5b149" providerId="ADAL" clId="{F9A77797-B723-E343-9915-5A9F22F0B78E}" dt="2025-05-08T15:13:55.486" v="94" actId="2696"/>
        <pc:sldMkLst>
          <pc:docMk/>
          <pc:sldMk cId="3833230775" sldId="560"/>
        </pc:sldMkLst>
      </pc:sldChg>
      <pc:sldChg chg="del">
        <pc:chgData name="Hein, Leanne" userId="78e653dd-4a06-4ab6-8680-bd4e7ee5b149" providerId="ADAL" clId="{F9A77797-B723-E343-9915-5A9F22F0B78E}" dt="2025-05-08T15:13:55.555" v="121" actId="2696"/>
        <pc:sldMkLst>
          <pc:docMk/>
          <pc:sldMk cId="2767434968" sldId="561"/>
        </pc:sldMkLst>
      </pc:sldChg>
      <pc:sldChg chg="del">
        <pc:chgData name="Hein, Leanne" userId="78e653dd-4a06-4ab6-8680-bd4e7ee5b149" providerId="ADAL" clId="{F9A77797-B723-E343-9915-5A9F22F0B78E}" dt="2025-05-08T15:13:55.430" v="70" actId="2696"/>
        <pc:sldMkLst>
          <pc:docMk/>
          <pc:sldMk cId="1549492565" sldId="562"/>
        </pc:sldMkLst>
      </pc:sldChg>
      <pc:sldChg chg="del">
        <pc:chgData name="Hein, Leanne" userId="78e653dd-4a06-4ab6-8680-bd4e7ee5b149" providerId="ADAL" clId="{F9A77797-B723-E343-9915-5A9F22F0B78E}" dt="2025-05-08T15:13:55.647" v="158" actId="2696"/>
        <pc:sldMkLst>
          <pc:docMk/>
          <pc:sldMk cId="1681644507" sldId="563"/>
        </pc:sldMkLst>
      </pc:sldChg>
      <pc:sldChg chg="del">
        <pc:chgData name="Hein, Leanne" userId="78e653dd-4a06-4ab6-8680-bd4e7ee5b149" providerId="ADAL" clId="{F9A77797-B723-E343-9915-5A9F22F0B78E}" dt="2025-05-08T15:13:54.943" v="14" actId="2696"/>
        <pc:sldMkLst>
          <pc:docMk/>
          <pc:sldMk cId="1240203512" sldId="564"/>
        </pc:sldMkLst>
      </pc:sldChg>
      <pc:sldChg chg="del">
        <pc:chgData name="Hein, Leanne" userId="78e653dd-4a06-4ab6-8680-bd4e7ee5b149" providerId="ADAL" clId="{F9A77797-B723-E343-9915-5A9F22F0B78E}" dt="2025-05-08T15:13:55.588" v="131" actId="2696"/>
        <pc:sldMkLst>
          <pc:docMk/>
          <pc:sldMk cId="240774316" sldId="565"/>
        </pc:sldMkLst>
      </pc:sldChg>
      <pc:sldChg chg="del">
        <pc:chgData name="Hein, Leanne" userId="78e653dd-4a06-4ab6-8680-bd4e7ee5b149" providerId="ADAL" clId="{F9A77797-B723-E343-9915-5A9F22F0B78E}" dt="2025-05-08T15:13:54.921" v="8" actId="2696"/>
        <pc:sldMkLst>
          <pc:docMk/>
          <pc:sldMk cId="1464274936" sldId="566"/>
        </pc:sldMkLst>
      </pc:sldChg>
      <pc:sldChg chg="del">
        <pc:chgData name="Hein, Leanne" userId="78e653dd-4a06-4ab6-8680-bd4e7ee5b149" providerId="ADAL" clId="{F9A77797-B723-E343-9915-5A9F22F0B78E}" dt="2025-05-08T15:13:55.527" v="108" actId="2696"/>
        <pc:sldMkLst>
          <pc:docMk/>
          <pc:sldMk cId="3870914863" sldId="567"/>
        </pc:sldMkLst>
      </pc:sldChg>
      <pc:sldChg chg="del">
        <pc:chgData name="Hein, Leanne" userId="78e653dd-4a06-4ab6-8680-bd4e7ee5b149" providerId="ADAL" clId="{F9A77797-B723-E343-9915-5A9F22F0B78E}" dt="2025-05-08T15:13:55.639" v="153" actId="2696"/>
        <pc:sldMkLst>
          <pc:docMk/>
          <pc:sldMk cId="878318311" sldId="568"/>
        </pc:sldMkLst>
      </pc:sldChg>
      <pc:sldChg chg="del">
        <pc:chgData name="Hein, Leanne" userId="78e653dd-4a06-4ab6-8680-bd4e7ee5b149" providerId="ADAL" clId="{F9A77797-B723-E343-9915-5A9F22F0B78E}" dt="2025-05-08T15:13:54.938" v="13" actId="2696"/>
        <pc:sldMkLst>
          <pc:docMk/>
          <pc:sldMk cId="116267310" sldId="569"/>
        </pc:sldMkLst>
      </pc:sldChg>
      <pc:sldMasterChg chg="delSp mod">
        <pc:chgData name="Hein, Leanne" userId="78e653dd-4a06-4ab6-8680-bd4e7ee5b149" providerId="ADAL" clId="{F9A77797-B723-E343-9915-5A9F22F0B78E}" dt="2025-05-15T19:08:42.649" v="175" actId="478"/>
        <pc:sldMasterMkLst>
          <pc:docMk/>
          <pc:sldMasterMk cId="180999990" sldId="2147483648"/>
        </pc:sldMasterMkLst>
        <pc:spChg chg="del">
          <ac:chgData name="Hein, Leanne" userId="78e653dd-4a06-4ab6-8680-bd4e7ee5b149" providerId="ADAL" clId="{F9A77797-B723-E343-9915-5A9F22F0B78E}" dt="2025-05-15T19:08:42.649" v="175" actId="478"/>
          <ac:spMkLst>
            <pc:docMk/>
            <pc:sldMasterMk cId="180999990" sldId="2147483648"/>
            <ac:spMk id="8" creationId="{53403655-8101-4D18-7C70-89305DD95107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382C0-1D05-4229-918E-CDD7B7E48B4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6AEEE-E778-402E-8B8F-9A98AED26EB8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Date Placeholder 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1386E511-D742-4EFE-90B5-C9FC42762E0F}" type="datetimeFigureOut">
              <a:rPr lang="en-GB" smtClean="0"/>
              <a:pPr/>
              <a:t>15/05/2025</a:t>
            </a:fld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GB"/>
          </a:p>
        </p:txBody>
      </p:sp>
      <p:sp>
        <p:nvSpPr>
          <p:cNvPr id="12" name="Slide Image Placeholder 11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3" name="Header Placeholder 1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About, People, Feature, Profile, 1080x1080, 1x1, 1:1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19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About, People, Feature, Profile, 1080x1080, 1x1, 1:1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72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1080x1080, 1x1, 1:1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766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1080x1080, 1x1, 1:1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587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1080x1080, 1x1, 1:1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290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1080x1080, 1x1, 1:1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864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1080x1080, 1x1, 1:1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277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1080x1080, 1x1, 1:1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633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BF6A-28AE-85F5-8E98-CF7C04E97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D7939-99B4-25FE-2D50-DEB4B18FC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00A9E-A639-C56A-0417-D99418F42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1080x1080, 1x1, 1:1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8ED44-186E-5131-234F-E2A45AD5F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891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8701-DB79-C0CD-8404-645600B1F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2E53D-9C99-E9D1-47AA-09A7DAB19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DEFC3-FB64-FB0F-581D-C579103B4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1080x1080, 1x1, 1:1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28120-4AF9-6686-03D5-7861AF0A7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874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Highlight, Emphasis, People, Feature, Profile, 1080x1080, 1x1, 1:1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350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Highlight, Emphasis, People, Feature, Profile, 1080x1080, 1x1, 1:1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302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Highlight, Emphasis, People, Feature, Profile, 1080x1080, 1x1, 1:1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694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4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251153"/>
      </p:ext>
    </p:extLst>
  </p:cSld>
  <p:clrMapOvr>
    <a:overrideClrMapping bg1="dk1" tx1="lt1" bg2="accent1" tx2="accent1" accent1="lt2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13" Type="http://schemas.openxmlformats.org/officeDocument/2006/relationships/tags" Target="../tags/tag10.xml"/><Relationship Id="rId3" Type="http://schemas.openxmlformats.org/officeDocument/2006/relationships/theme" Target="../theme/theme1.xml"/><Relationship Id="rId7" Type="http://schemas.openxmlformats.org/officeDocument/2006/relationships/tags" Target="../tags/tag4.xml"/><Relationship Id="rId12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5" Type="http://schemas.openxmlformats.org/officeDocument/2006/relationships/tags" Target="../tags/tag2.xml"/><Relationship Id="rId10" Type="http://schemas.openxmlformats.org/officeDocument/2006/relationships/tags" Target="../tags/tag7.xml"/><Relationship Id="rId4" Type="http://schemas.openxmlformats.org/officeDocument/2006/relationships/tags" Target="../tags/tag1.xml"/><Relationship Id="rId9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00" y="4089600"/>
            <a:ext cx="12255300" cy="832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4, Header</a:t>
            </a:r>
          </a:p>
          <a:p>
            <a:pPr lvl="4"/>
            <a:r>
              <a:rPr lang="en-US" noProof="0" dirty="0"/>
              <a:t>Level 5, Body</a:t>
            </a:r>
          </a:p>
          <a:p>
            <a:pPr lvl="5"/>
            <a:r>
              <a:rPr lang="en-US" noProof="0" dirty="0"/>
              <a:t>Level 6</a:t>
            </a:r>
          </a:p>
          <a:p>
            <a:pPr lvl="6"/>
            <a:r>
              <a:rPr lang="en-US" noProof="0" dirty="0"/>
              <a:t>Level 7, Small Header</a:t>
            </a:r>
          </a:p>
          <a:p>
            <a:pPr lvl="7"/>
            <a:r>
              <a:rPr lang="en-US" noProof="0" dirty="0"/>
              <a:t>LEVEL 8, SMALL HEADER</a:t>
            </a:r>
          </a:p>
          <a:p>
            <a:pPr lvl="7"/>
            <a:endParaRPr lang="en-US" noProof="0" dirty="0"/>
          </a:p>
          <a:p>
            <a:pPr lvl="8"/>
            <a:r>
              <a:rPr lang="en-US" noProof="0" dirty="0"/>
              <a:t>Level 9, 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00" y="2124000"/>
            <a:ext cx="12255300" cy="167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8481018-5A2B-4092-B1D6-9A5FDD8E0EFF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729000" y="1296000"/>
            <a:ext cx="12258000" cy="2493928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71856E2-F020-49FF-A54D-049EB30BEDAB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729000" y="4089399"/>
            <a:ext cx="798750" cy="8330602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830E4EAE-C9B8-4A85-82D0-DDC95712D1B3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1770750" y="4089397"/>
            <a:ext cx="798750" cy="8330602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1A083474-478F-42C6-8180-CFB3495AD762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2812500" y="4089397"/>
            <a:ext cx="798750" cy="8330602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61E88A6D-11DA-46CC-83E3-D577ED0A94AE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3854250" y="4092844"/>
            <a:ext cx="798750" cy="8327156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0EDC2FD0-CA18-4DB9-A51F-8FAA5B48F255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4896000" y="4092844"/>
            <a:ext cx="798750" cy="8327156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EFC664E2-0D4D-48CF-BE80-BE1F32C218F8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6979502" y="4089397"/>
            <a:ext cx="798750" cy="8330602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2D72954E-870D-4FF9-93C1-B4A3E0E8F3D9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8021252" y="4092844"/>
            <a:ext cx="798750" cy="8327156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49A5D3DB-7DE4-4E3A-8096-6272FAE8D355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9063002" y="4089397"/>
            <a:ext cx="798750" cy="8330602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1416A425-33B4-4430-A431-9ACE70E88B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10104752" y="4089397"/>
            <a:ext cx="798750" cy="8330602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65" r:id="rId2"/>
  </p:sldLayoutIdLst>
  <p:hf hdr="0"/>
  <p:txStyles>
    <p:titleStyle>
      <a:lvl1pPr algn="l" defTabSz="1028700" rtl="0" eaLnBrk="1" latinLnBrk="0" hangingPunct="1">
        <a:lnSpc>
          <a:spcPct val="83000"/>
        </a:lnSpc>
        <a:spcBef>
          <a:spcPct val="0"/>
        </a:spcBef>
        <a:buNone/>
        <a:defRPr sz="8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Tx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86000" indent="-24300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729000" indent="-24300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​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​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121500" indent="-121500" algn="l" defTabSz="10287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​"/>
        <a:defRPr sz="1600" b="1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None/>
        <a:defRPr sz="3200" kern="1200" spc="338">
          <a:solidFill>
            <a:schemeClr val="accent3"/>
          </a:solidFill>
          <a:latin typeface="+mn-lt"/>
          <a:ea typeface="+mn-ea"/>
          <a:cs typeface="+mn-cs"/>
        </a:defRPr>
      </a:lvl8pPr>
      <a:lvl9pPr marL="0" indent="0" algn="l" defTabSz="1028700" rtl="0" eaLnBrk="1" latinLnBrk="0" hangingPunct="1">
        <a:lnSpc>
          <a:spcPct val="90000"/>
        </a:lnSpc>
        <a:spcBef>
          <a:spcPts val="2700"/>
        </a:spcBef>
        <a:spcAft>
          <a:spcPts val="1350"/>
        </a:spcAft>
        <a:buFont typeface="Arial" panose="020B0604020202020204" pitchFamily="34" charset="0"/>
        <a:buChar char="​"/>
        <a:defRPr sz="6600" kern="1200" baseline="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9" userDrawn="1">
          <p15:clr>
            <a:srgbClr val="F26B43"/>
          </p15:clr>
        </p15:guide>
        <p15:guide id="2" pos="8180" userDrawn="1">
          <p15:clr>
            <a:srgbClr val="F26B43"/>
          </p15:clr>
        </p15:guide>
        <p15:guide id="3" orient="horz" pos="816" userDrawn="1">
          <p15:clr>
            <a:srgbClr val="F26B43"/>
          </p15:clr>
        </p15:guide>
        <p15:guide id="4" orient="horz" pos="2386" userDrawn="1">
          <p15:clr>
            <a:srgbClr val="F26B43"/>
          </p15:clr>
        </p15:guide>
        <p15:guide id="5" pos="962" userDrawn="1">
          <p15:clr>
            <a:srgbClr val="F26B43"/>
          </p15:clr>
        </p15:guide>
        <p15:guide id="6" orient="horz" pos="2574" userDrawn="1">
          <p15:clr>
            <a:srgbClr val="F26B43"/>
          </p15:clr>
        </p15:guide>
        <p15:guide id="7" orient="horz" pos="7822" userDrawn="1">
          <p15:clr>
            <a:srgbClr val="F26B43"/>
          </p15:clr>
        </p15:guide>
        <p15:guide id="8" pos="1115" userDrawn="1">
          <p15:clr>
            <a:srgbClr val="F26B43"/>
          </p15:clr>
        </p15:guide>
        <p15:guide id="9" pos="1618" userDrawn="1">
          <p15:clr>
            <a:srgbClr val="F26B43"/>
          </p15:clr>
        </p15:guide>
        <p15:guide id="10" pos="1771" userDrawn="1">
          <p15:clr>
            <a:srgbClr val="F26B43"/>
          </p15:clr>
        </p15:guide>
        <p15:guide id="11" pos="2275" userDrawn="1">
          <p15:clr>
            <a:srgbClr val="F26B43"/>
          </p15:clr>
        </p15:guide>
        <p15:guide id="12" pos="2428" userDrawn="1">
          <p15:clr>
            <a:srgbClr val="F26B43"/>
          </p15:clr>
        </p15:guide>
        <p15:guide id="13" pos="2931" userDrawn="1">
          <p15:clr>
            <a:srgbClr val="F26B43"/>
          </p15:clr>
        </p15:guide>
        <p15:guide id="15" pos="3084" userDrawn="1">
          <p15:clr>
            <a:srgbClr val="F26B43"/>
          </p15:clr>
        </p15:guide>
        <p15:guide id="16" pos="3587" userDrawn="1">
          <p15:clr>
            <a:srgbClr val="F26B43"/>
          </p15:clr>
        </p15:guide>
        <p15:guide id="17" pos="3740" userDrawn="1">
          <p15:clr>
            <a:srgbClr val="F26B43"/>
          </p15:clr>
        </p15:guide>
        <p15:guide id="18" pos="4242" userDrawn="1">
          <p15:clr>
            <a:srgbClr val="F26B43"/>
          </p15:clr>
        </p15:guide>
        <p15:guide id="19" pos="4397" userDrawn="1">
          <p15:clr>
            <a:srgbClr val="F26B43"/>
          </p15:clr>
        </p15:guide>
        <p15:guide id="20" pos="4899" userDrawn="1">
          <p15:clr>
            <a:srgbClr val="F26B43"/>
          </p15:clr>
        </p15:guide>
        <p15:guide id="21" pos="5052" userDrawn="1">
          <p15:clr>
            <a:srgbClr val="F26B43"/>
          </p15:clr>
        </p15:guide>
        <p15:guide id="22" pos="5555" userDrawn="1">
          <p15:clr>
            <a:srgbClr val="F26B43"/>
          </p15:clr>
        </p15:guide>
        <p15:guide id="23" pos="5708" userDrawn="1">
          <p15:clr>
            <a:srgbClr val="F26B43"/>
          </p15:clr>
        </p15:guide>
        <p15:guide id="24" pos="6211" userDrawn="1">
          <p15:clr>
            <a:srgbClr val="F26B43"/>
          </p15:clr>
        </p15:guide>
        <p15:guide id="25" pos="6364" userDrawn="1">
          <p15:clr>
            <a:srgbClr val="F26B43"/>
          </p15:clr>
        </p15:guide>
        <p15:guide id="26" pos="6868" userDrawn="1">
          <p15:clr>
            <a:srgbClr val="F26B43"/>
          </p15:clr>
        </p15:guide>
        <p15:guide id="27" pos="7021" userDrawn="1">
          <p15:clr>
            <a:srgbClr val="F26B43"/>
          </p15:clr>
        </p15:guide>
        <p15:guide id="28" pos="7524" userDrawn="1">
          <p15:clr>
            <a:srgbClr val="F26B43"/>
          </p15:clr>
        </p15:guide>
        <p15:guide id="29" pos="76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18.xml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21.xml"/><Relationship Id="rId1" Type="http://schemas.openxmlformats.org/officeDocument/2006/relationships/customXml" Target="../../customXml/item20.xml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22.xml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C8EF-7D3F-A43B-2DDE-31DCC4B0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FF4AB8-D2E7-2DEC-0377-673A7BAE470A}"/>
              </a:ext>
            </a:extLst>
          </p:cNvPr>
          <p:cNvSpPr/>
          <p:nvPr/>
        </p:nvSpPr>
        <p:spPr>
          <a:xfrm>
            <a:off x="0" y="0"/>
            <a:ext cx="13716000" cy="1371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8A4041-3840-6C7E-0CF0-24BB83CED23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0370" y="1263799"/>
            <a:ext cx="6905630" cy="11188402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F0F545A-ED61-06D1-A5A0-F8B705528150}"/>
              </a:ext>
            </a:extLst>
          </p:cNvPr>
          <p:cNvSpPr txBox="1">
            <a:spLocks/>
          </p:cNvSpPr>
          <p:nvPr/>
        </p:nvSpPr>
        <p:spPr>
          <a:xfrm>
            <a:off x="1229203" y="3664336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+mj-lt"/>
              </a:rPr>
              <a:t>Firstname Lastname</a:t>
            </a:r>
            <a:endParaRPr lang="en-US" sz="7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4E3E42C0-349E-4A99-9C80-5A9228108549}"/>
              </a:ext>
            </a:extLst>
          </p:cNvPr>
          <p:cNvSpPr txBox="1">
            <a:spLocks/>
          </p:cNvSpPr>
          <p:nvPr/>
        </p:nvSpPr>
        <p:spPr>
          <a:xfrm>
            <a:off x="1229203" y="7772416"/>
            <a:ext cx="4928708" cy="2038333"/>
          </a:xfrm>
          <a:prstGeom prst="roundRect">
            <a:avLst>
              <a:gd name="adj" fmla="val 4935"/>
            </a:avLst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 SERVICES</a:t>
            </a:r>
            <a:b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LAND AGENCY</a:t>
            </a:r>
            <a:b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CONSTRUCTION SERVICES</a:t>
            </a:r>
            <a:endParaRPr lang="en-US" sz="2400" spc="300" dirty="0">
              <a:solidFill>
                <a:schemeClr val="accent2">
                  <a:lumMod val="60000"/>
                  <a:lumOff val="4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35811-7041-2C4C-4A0D-3EBBA4D92936}"/>
              </a:ext>
            </a:extLst>
          </p:cNvPr>
          <p:cNvCxnSpPr>
            <a:cxnSpLocks/>
          </p:cNvCxnSpPr>
          <p:nvPr/>
        </p:nvCxnSpPr>
        <p:spPr>
          <a:xfrm flipH="1">
            <a:off x="1229203" y="11087100"/>
            <a:ext cx="6986589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1F364BFC-5A2F-AED3-BCB6-7EA6CC29EBE0}"/>
              </a:ext>
            </a:extLst>
          </p:cNvPr>
          <p:cNvSpPr txBox="1">
            <a:spLocks/>
          </p:cNvSpPr>
          <p:nvPr/>
        </p:nvSpPr>
        <p:spPr>
          <a:xfrm>
            <a:off x="1229203" y="6163928"/>
            <a:ext cx="433339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Senior Partner, Romania</a:t>
            </a:r>
            <a:endParaRPr lang="en-US" sz="3200" b="1" dirty="0">
              <a:solidFill>
                <a:schemeClr val="bg1">
                  <a:alpha val="90000"/>
                </a:schemeClr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88012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F3DC-3354-2695-80CF-79F36408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DCBD21-65C5-65D1-12CA-72220F29D181}"/>
              </a:ext>
            </a:extLst>
          </p:cNvPr>
          <p:cNvSpPr/>
          <p:nvPr/>
        </p:nvSpPr>
        <p:spPr>
          <a:xfrm>
            <a:off x="0" y="0"/>
            <a:ext cx="137160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96FEFE-1E35-3C74-E815-F4DCBA14AB2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0370" y="1263799"/>
            <a:ext cx="6905630" cy="11188402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3621D668-1A60-E2B2-143D-6E52224323CF}"/>
              </a:ext>
            </a:extLst>
          </p:cNvPr>
          <p:cNvSpPr txBox="1">
            <a:spLocks/>
          </p:cNvSpPr>
          <p:nvPr/>
        </p:nvSpPr>
        <p:spPr>
          <a:xfrm>
            <a:off x="1229203" y="3664336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+mj-lt"/>
              </a:rPr>
              <a:t>Firstname Lastname</a:t>
            </a:r>
            <a:endParaRPr lang="en-US" sz="7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B31FE49F-D232-B6F8-1359-E0AC7BC252E5}"/>
              </a:ext>
            </a:extLst>
          </p:cNvPr>
          <p:cNvSpPr txBox="1">
            <a:spLocks/>
          </p:cNvSpPr>
          <p:nvPr/>
        </p:nvSpPr>
        <p:spPr>
          <a:xfrm>
            <a:off x="1229203" y="7772416"/>
            <a:ext cx="4928708" cy="2038333"/>
          </a:xfrm>
          <a:prstGeom prst="roundRect">
            <a:avLst>
              <a:gd name="adj" fmla="val 4935"/>
            </a:avLst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 SERVICES</a:t>
            </a:r>
            <a:b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LAND AGENCY</a:t>
            </a:r>
            <a:b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CONSTRUCTION SERVICES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691537-ADA7-69DE-7289-73D3D0AE3DA3}"/>
              </a:ext>
            </a:extLst>
          </p:cNvPr>
          <p:cNvCxnSpPr>
            <a:cxnSpLocks/>
          </p:cNvCxnSpPr>
          <p:nvPr/>
        </p:nvCxnSpPr>
        <p:spPr>
          <a:xfrm flipH="1">
            <a:off x="1229203" y="11087100"/>
            <a:ext cx="6986589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FB4CDE5-F832-14B0-20D9-01137DFF153F}"/>
              </a:ext>
            </a:extLst>
          </p:cNvPr>
          <p:cNvSpPr txBox="1">
            <a:spLocks/>
          </p:cNvSpPr>
          <p:nvPr/>
        </p:nvSpPr>
        <p:spPr>
          <a:xfrm>
            <a:off x="1229203" y="6163928"/>
            <a:ext cx="433339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Senior Partner, Romania</a:t>
            </a:r>
            <a:endParaRPr lang="en-US" sz="3200" b="1" dirty="0">
              <a:solidFill>
                <a:schemeClr val="bg1">
                  <a:alpha val="90000"/>
                </a:schemeClr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2825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02632-0D22-7E6A-B5B1-6C2511DC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32AE740-05EB-579F-3192-1E1DF7CD125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716000" cy="137321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BA0E9E-08E2-6DF8-8332-C95D7C4C0F00}"/>
              </a:ext>
            </a:extLst>
          </p:cNvPr>
          <p:cNvSpPr/>
          <p:nvPr/>
        </p:nvSpPr>
        <p:spPr>
          <a:xfrm>
            <a:off x="0" y="6858000"/>
            <a:ext cx="6378498" cy="56332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84452BBE-A338-2A28-D3EF-8C906E4F22CB}"/>
              </a:ext>
            </a:extLst>
          </p:cNvPr>
          <p:cNvSpPr txBox="1">
            <a:spLocks/>
          </p:cNvSpPr>
          <p:nvPr/>
        </p:nvSpPr>
        <p:spPr>
          <a:xfrm>
            <a:off x="934695" y="8750457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011461-8EB6-2A34-9A81-C418DE1236C0}"/>
              </a:ext>
            </a:extLst>
          </p:cNvPr>
          <p:cNvSpPr txBox="1">
            <a:spLocks/>
          </p:cNvSpPr>
          <p:nvPr/>
        </p:nvSpPr>
        <p:spPr>
          <a:xfrm>
            <a:off x="976458" y="7805326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DA035D-A986-B4AF-DBE5-E9F850A62223}"/>
              </a:ext>
            </a:extLst>
          </p:cNvPr>
          <p:cNvCxnSpPr>
            <a:cxnSpLocks/>
          </p:cNvCxnSpPr>
          <p:nvPr/>
        </p:nvCxnSpPr>
        <p:spPr>
          <a:xfrm flipH="1">
            <a:off x="934695" y="8277891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7792326-D40E-20DD-EEF3-A2C08FC6F678}"/>
              </a:ext>
            </a:extLst>
          </p:cNvPr>
          <p:cNvSpPr txBox="1">
            <a:spLocks/>
          </p:cNvSpPr>
          <p:nvPr/>
        </p:nvSpPr>
        <p:spPr>
          <a:xfrm>
            <a:off x="934893" y="11139896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2224419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9ED27-846D-F62D-18C9-6950F49E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BF8EC9A-1850-EF9D-BE41-608D37C95E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716000" cy="1373211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2091A0-8274-7970-6FD1-C6856AC22A61}"/>
              </a:ext>
            </a:extLst>
          </p:cNvPr>
          <p:cNvSpPr/>
          <p:nvPr/>
        </p:nvSpPr>
        <p:spPr>
          <a:xfrm>
            <a:off x="0" y="6858000"/>
            <a:ext cx="6378498" cy="5633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F89FAB35-5266-3E3A-BBA5-950B75EC3844}"/>
              </a:ext>
            </a:extLst>
          </p:cNvPr>
          <p:cNvSpPr txBox="1">
            <a:spLocks/>
          </p:cNvSpPr>
          <p:nvPr/>
        </p:nvSpPr>
        <p:spPr>
          <a:xfrm>
            <a:off x="934695" y="8750457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7B47F0A-9711-6082-588F-FCB40303B4C6}"/>
              </a:ext>
            </a:extLst>
          </p:cNvPr>
          <p:cNvSpPr txBox="1">
            <a:spLocks/>
          </p:cNvSpPr>
          <p:nvPr/>
        </p:nvSpPr>
        <p:spPr>
          <a:xfrm>
            <a:off x="976458" y="7805326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028431-28EB-51CE-1B27-FE98548F114D}"/>
              </a:ext>
            </a:extLst>
          </p:cNvPr>
          <p:cNvCxnSpPr>
            <a:cxnSpLocks/>
          </p:cNvCxnSpPr>
          <p:nvPr/>
        </p:nvCxnSpPr>
        <p:spPr>
          <a:xfrm flipH="1">
            <a:off x="934695" y="8277891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16494E0-51BC-EC79-467C-91C6E9585ED2}"/>
              </a:ext>
            </a:extLst>
          </p:cNvPr>
          <p:cNvSpPr txBox="1">
            <a:spLocks/>
          </p:cNvSpPr>
          <p:nvPr/>
        </p:nvSpPr>
        <p:spPr>
          <a:xfrm>
            <a:off x="934893" y="11139896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236218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770F2-8CC1-D384-FDB4-973C4AA6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9312BA-D638-C44A-E841-A559B79B89B1}"/>
              </a:ext>
            </a:extLst>
          </p:cNvPr>
          <p:cNvSpPr/>
          <p:nvPr/>
        </p:nvSpPr>
        <p:spPr>
          <a:xfrm>
            <a:off x="0" y="0"/>
            <a:ext cx="4973444" cy="1371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4685F6-1F89-30EA-A49F-E11E7D4BDC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3444" y="1"/>
            <a:ext cx="8742556" cy="13716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8C17FDC-5CAB-D339-7287-6E9046A8D414}"/>
              </a:ext>
            </a:extLst>
          </p:cNvPr>
          <p:cNvSpPr/>
          <p:nvPr/>
        </p:nvSpPr>
        <p:spPr>
          <a:xfrm>
            <a:off x="0" y="6858000"/>
            <a:ext cx="6378498" cy="5633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2CFC8C82-EB51-0D89-C4BA-782B1E7BD5FF}"/>
              </a:ext>
            </a:extLst>
          </p:cNvPr>
          <p:cNvSpPr txBox="1">
            <a:spLocks/>
          </p:cNvSpPr>
          <p:nvPr/>
        </p:nvSpPr>
        <p:spPr>
          <a:xfrm>
            <a:off x="934695" y="8750457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99E727E-A4F7-4369-3DB9-89B147875B15}"/>
              </a:ext>
            </a:extLst>
          </p:cNvPr>
          <p:cNvSpPr txBox="1">
            <a:spLocks/>
          </p:cNvSpPr>
          <p:nvPr/>
        </p:nvSpPr>
        <p:spPr>
          <a:xfrm>
            <a:off x="976458" y="7805326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4EDDA7-189C-EBA9-78F1-1F3C94213FE6}"/>
              </a:ext>
            </a:extLst>
          </p:cNvPr>
          <p:cNvCxnSpPr>
            <a:cxnSpLocks/>
          </p:cNvCxnSpPr>
          <p:nvPr/>
        </p:nvCxnSpPr>
        <p:spPr>
          <a:xfrm flipH="1">
            <a:off x="934695" y="8277891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247F86C-03F7-524B-D868-96BAB4B69030}"/>
              </a:ext>
            </a:extLst>
          </p:cNvPr>
          <p:cNvSpPr txBox="1">
            <a:spLocks/>
          </p:cNvSpPr>
          <p:nvPr/>
        </p:nvSpPr>
        <p:spPr>
          <a:xfrm>
            <a:off x="934893" y="11139896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27406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974AC-38AA-D82A-D7CB-B0DC565D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E0CA48-83B1-F866-E908-6AA500EA5CD6}"/>
              </a:ext>
            </a:extLst>
          </p:cNvPr>
          <p:cNvSpPr/>
          <p:nvPr/>
        </p:nvSpPr>
        <p:spPr>
          <a:xfrm>
            <a:off x="0" y="0"/>
            <a:ext cx="4973444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109CF3-5958-8186-DF9F-938CC36EAD2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3444" y="1"/>
            <a:ext cx="8742556" cy="1371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C6DEA5-B89F-21E2-6C67-C5D95994BC44}"/>
              </a:ext>
            </a:extLst>
          </p:cNvPr>
          <p:cNvSpPr/>
          <p:nvPr/>
        </p:nvSpPr>
        <p:spPr>
          <a:xfrm>
            <a:off x="0" y="6858000"/>
            <a:ext cx="6378498" cy="56332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C69E2E-4C07-D9C1-E36E-4132FD912EFF}"/>
              </a:ext>
            </a:extLst>
          </p:cNvPr>
          <p:cNvSpPr txBox="1">
            <a:spLocks/>
          </p:cNvSpPr>
          <p:nvPr/>
        </p:nvSpPr>
        <p:spPr>
          <a:xfrm>
            <a:off x="934695" y="8750457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81111E-2644-4162-A615-F2164102D352}"/>
              </a:ext>
            </a:extLst>
          </p:cNvPr>
          <p:cNvSpPr txBox="1">
            <a:spLocks/>
          </p:cNvSpPr>
          <p:nvPr/>
        </p:nvSpPr>
        <p:spPr>
          <a:xfrm>
            <a:off x="976458" y="7805326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1AAD5D-8261-8647-A3BE-8F8D20ADB6F7}"/>
              </a:ext>
            </a:extLst>
          </p:cNvPr>
          <p:cNvCxnSpPr>
            <a:cxnSpLocks/>
          </p:cNvCxnSpPr>
          <p:nvPr/>
        </p:nvCxnSpPr>
        <p:spPr>
          <a:xfrm flipH="1">
            <a:off x="934695" y="8277891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78A0CCB-5638-E45D-6719-FD3D8EB04524}"/>
              </a:ext>
            </a:extLst>
          </p:cNvPr>
          <p:cNvSpPr txBox="1">
            <a:spLocks/>
          </p:cNvSpPr>
          <p:nvPr/>
        </p:nvSpPr>
        <p:spPr>
          <a:xfrm>
            <a:off x="934893" y="11139896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352684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DCE5-D1AF-2774-99CE-25FD6483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182EA9-B736-C876-E7E7-4B777A92EC6C}"/>
              </a:ext>
            </a:extLst>
          </p:cNvPr>
          <p:cNvSpPr/>
          <p:nvPr/>
        </p:nvSpPr>
        <p:spPr>
          <a:xfrm>
            <a:off x="0" y="0"/>
            <a:ext cx="13716000" cy="1371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DF1229-8C20-3157-6D23-63D7160F676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263799"/>
            <a:ext cx="5953125" cy="11188402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56F0C0B-1A0B-9DB4-BCEF-28C03CD4BB2A}"/>
              </a:ext>
            </a:extLst>
          </p:cNvPr>
          <p:cNvSpPr txBox="1">
            <a:spLocks/>
          </p:cNvSpPr>
          <p:nvPr/>
        </p:nvSpPr>
        <p:spPr>
          <a:xfrm>
            <a:off x="6996592" y="6101389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Firstname </a:t>
            </a:r>
          </a:p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Lastname</a:t>
            </a:r>
            <a:endParaRPr lang="en-US" sz="7200" dirty="0">
              <a:solidFill>
                <a:schemeClr val="bg1"/>
              </a:solidFill>
              <a:latin typeface="Merriweather Light" pitchFamily="2" charset="77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E2E9CBBA-5C5F-C1D9-52CE-AE6FA211B1D5}"/>
              </a:ext>
            </a:extLst>
          </p:cNvPr>
          <p:cNvSpPr txBox="1">
            <a:spLocks/>
          </p:cNvSpPr>
          <p:nvPr/>
        </p:nvSpPr>
        <p:spPr>
          <a:xfrm>
            <a:off x="6996592" y="4095750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5FE2AE90-772A-A969-53FE-33A53C78571B}"/>
              </a:ext>
            </a:extLst>
          </p:cNvPr>
          <p:cNvSpPr txBox="1">
            <a:spLocks/>
          </p:cNvSpPr>
          <p:nvPr/>
        </p:nvSpPr>
        <p:spPr>
          <a:xfrm>
            <a:off x="6996592" y="9152083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67917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F0C36-7BF1-2025-1093-CF01EEC3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5E5EC8-EB9E-5B3A-F3AE-4BEAA626F8AE}"/>
              </a:ext>
            </a:extLst>
          </p:cNvPr>
          <p:cNvSpPr/>
          <p:nvPr/>
        </p:nvSpPr>
        <p:spPr>
          <a:xfrm>
            <a:off x="0" y="0"/>
            <a:ext cx="137160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6D5B93-03F4-02BE-B475-4A4E426BFBB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263799"/>
            <a:ext cx="5953125" cy="11188402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EB531F2D-951B-652F-158B-B1B60BBF3931}"/>
              </a:ext>
            </a:extLst>
          </p:cNvPr>
          <p:cNvSpPr txBox="1">
            <a:spLocks/>
          </p:cNvSpPr>
          <p:nvPr/>
        </p:nvSpPr>
        <p:spPr>
          <a:xfrm>
            <a:off x="6996592" y="6101389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Firstname </a:t>
            </a:r>
          </a:p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Lastname</a:t>
            </a:r>
            <a:endParaRPr lang="en-US" sz="7200" dirty="0">
              <a:solidFill>
                <a:schemeClr val="bg1"/>
              </a:solidFill>
              <a:latin typeface="Merriweather Light" pitchFamily="2" charset="77"/>
            </a:endParaRPr>
          </a:p>
        </p:txBody>
      </p:sp>
      <p:sp>
        <p:nvSpPr>
          <p:cNvPr id="9" name="Title 11">
            <a:extLst>
              <a:ext uri="{FF2B5EF4-FFF2-40B4-BE49-F238E27FC236}">
                <a16:creationId xmlns:a16="http://schemas.microsoft.com/office/drawing/2014/main" id="{61D163BF-8BBC-0465-6061-5FAFEF22867F}"/>
              </a:ext>
            </a:extLst>
          </p:cNvPr>
          <p:cNvSpPr txBox="1">
            <a:spLocks/>
          </p:cNvSpPr>
          <p:nvPr/>
        </p:nvSpPr>
        <p:spPr>
          <a:xfrm>
            <a:off x="6996592" y="4095750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>
                <a:solidFill>
                  <a:srgbClr val="DBE5FF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rgbClr val="DBE5FF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560749D0-EB1C-75D9-1213-D8DEBDFE2A9A}"/>
              </a:ext>
            </a:extLst>
          </p:cNvPr>
          <p:cNvSpPr txBox="1">
            <a:spLocks/>
          </p:cNvSpPr>
          <p:nvPr/>
        </p:nvSpPr>
        <p:spPr>
          <a:xfrm>
            <a:off x="6996592" y="9152083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3702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485C9-53DC-56A4-8A06-86C3AF80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265339-9E63-A015-515E-5C1A20F3A013}"/>
              </a:ext>
            </a:extLst>
          </p:cNvPr>
          <p:cNvSpPr/>
          <p:nvPr/>
        </p:nvSpPr>
        <p:spPr>
          <a:xfrm>
            <a:off x="0" y="10503603"/>
            <a:ext cx="13716000" cy="32123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595" tIns="28797" rIns="57595" bIns="28797" rtlCol="0" anchor="ctr"/>
          <a:lstStyle/>
          <a:p>
            <a:pPr algn="ctr"/>
            <a:endParaRPr lang="en-US" sz="160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817C1B-08E3-5B24-2071-39135F14B4D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715999" cy="10503603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5FD396E-7404-D02B-FFAE-08C0E8624AA7}"/>
              </a:ext>
            </a:extLst>
          </p:cNvPr>
          <p:cNvSpPr txBox="1">
            <a:spLocks/>
          </p:cNvSpPr>
          <p:nvPr/>
        </p:nvSpPr>
        <p:spPr>
          <a:xfrm>
            <a:off x="878371" y="11410245"/>
            <a:ext cx="7640746" cy="121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5759" dirty="0" err="1">
                <a:solidFill>
                  <a:schemeClr val="bg1"/>
                </a:solidFill>
                <a:latin typeface="Merriweather Light" pitchFamily="2" charset="77"/>
              </a:rPr>
              <a:t>Firstname</a:t>
            </a:r>
            <a:r>
              <a:rPr lang="en-US" sz="5759" dirty="0">
                <a:solidFill>
                  <a:schemeClr val="bg1"/>
                </a:solidFill>
                <a:latin typeface="Merriweather Light" pitchFamily="2" charset="77"/>
              </a:rPr>
              <a:t> Lastname</a:t>
            </a: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C11DF18D-C901-0C40-DF55-AC409848E6C1}"/>
              </a:ext>
            </a:extLst>
          </p:cNvPr>
          <p:cNvSpPr txBox="1">
            <a:spLocks/>
          </p:cNvSpPr>
          <p:nvPr/>
        </p:nvSpPr>
        <p:spPr>
          <a:xfrm>
            <a:off x="878370" y="10061553"/>
            <a:ext cx="3942601" cy="746691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920" b="1" spc="28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240" b="1" spc="28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24AACB0C-4E10-F49D-646E-8C1049628EDA}"/>
              </a:ext>
            </a:extLst>
          </p:cNvPr>
          <p:cNvSpPr txBox="1">
            <a:spLocks/>
          </p:cNvSpPr>
          <p:nvPr/>
        </p:nvSpPr>
        <p:spPr>
          <a:xfrm>
            <a:off x="878371" y="12468117"/>
            <a:ext cx="6920923" cy="121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288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4233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F56CD-42DB-A42A-4A14-AF1BB63C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1F73C6-A25A-C8B9-D8E2-26E446599100}"/>
              </a:ext>
            </a:extLst>
          </p:cNvPr>
          <p:cNvSpPr/>
          <p:nvPr/>
        </p:nvSpPr>
        <p:spPr>
          <a:xfrm>
            <a:off x="0" y="10503603"/>
            <a:ext cx="13716000" cy="32123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595" tIns="28797" rIns="57595" bIns="28797" rtlCol="0" anchor="ctr"/>
          <a:lstStyle/>
          <a:p>
            <a:pPr algn="ctr"/>
            <a:endParaRPr lang="en-US" sz="160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8B7152-A0C8-339D-DE0D-B29F3646B0F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715999" cy="10503603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E48EEC5-C235-6A1D-40E5-15DAECD17FEC}"/>
              </a:ext>
            </a:extLst>
          </p:cNvPr>
          <p:cNvSpPr txBox="1">
            <a:spLocks/>
          </p:cNvSpPr>
          <p:nvPr/>
        </p:nvSpPr>
        <p:spPr>
          <a:xfrm>
            <a:off x="878371" y="11410245"/>
            <a:ext cx="7640746" cy="121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5759" dirty="0" err="1">
                <a:solidFill>
                  <a:schemeClr val="bg1"/>
                </a:solidFill>
                <a:latin typeface="Merriweather Light" pitchFamily="2" charset="77"/>
              </a:rPr>
              <a:t>Firstname</a:t>
            </a:r>
            <a:r>
              <a:rPr lang="en-US" sz="5759" dirty="0">
                <a:solidFill>
                  <a:schemeClr val="bg1"/>
                </a:solidFill>
                <a:latin typeface="Merriweather Light" pitchFamily="2" charset="77"/>
              </a:rPr>
              <a:t> Lastname</a:t>
            </a: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C0CFDC2E-941F-DA29-AC81-65D3C6A149BA}"/>
              </a:ext>
            </a:extLst>
          </p:cNvPr>
          <p:cNvSpPr txBox="1">
            <a:spLocks/>
          </p:cNvSpPr>
          <p:nvPr/>
        </p:nvSpPr>
        <p:spPr>
          <a:xfrm>
            <a:off x="878370" y="10061553"/>
            <a:ext cx="3942601" cy="746691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920" b="1" spc="28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240" b="1" spc="28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864CC6D-4AFF-B5F9-090D-566B91317F29}"/>
              </a:ext>
            </a:extLst>
          </p:cNvPr>
          <p:cNvSpPr txBox="1">
            <a:spLocks/>
          </p:cNvSpPr>
          <p:nvPr/>
        </p:nvSpPr>
        <p:spPr>
          <a:xfrm>
            <a:off x="878371" y="12468117"/>
            <a:ext cx="6920923" cy="121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288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7966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70B4-23BA-5158-EBEA-643A57BB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47ACB8-E3A8-963D-E000-7FA580B8807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4" y="-3"/>
            <a:ext cx="13714525" cy="9807391"/>
          </a:xfrm>
          <a:prstGeom prst="rect">
            <a:avLst/>
          </a:prstGeom>
          <a:ln w="25400">
            <a:noFill/>
          </a:ln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92E029FC-71A2-CB0F-F6B8-3000EACF752E}"/>
              </a:ext>
            </a:extLst>
          </p:cNvPr>
          <p:cNvSpPr txBox="1">
            <a:spLocks/>
          </p:cNvSpPr>
          <p:nvPr/>
        </p:nvSpPr>
        <p:spPr>
          <a:xfrm>
            <a:off x="3245907" y="11689517"/>
            <a:ext cx="7224187" cy="14245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latin typeface="+mj-lt"/>
              </a:rPr>
              <a:t>Firstname</a:t>
            </a:r>
            <a:r>
              <a:rPr lang="en-US" sz="5400" dirty="0">
                <a:latin typeface="+mj-lt"/>
              </a:rPr>
              <a:t> </a:t>
            </a:r>
            <a:r>
              <a:rPr lang="en-US" sz="5400" dirty="0" err="1">
                <a:latin typeface="+mj-lt"/>
              </a:rPr>
              <a:t>Lastname</a:t>
            </a:r>
            <a:endParaRPr lang="en-US" sz="5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87E0C-06A2-9D01-128E-6265A096D046}"/>
              </a:ext>
            </a:extLst>
          </p:cNvPr>
          <p:cNvSpPr txBox="1"/>
          <p:nvPr/>
        </p:nvSpPr>
        <p:spPr>
          <a:xfrm>
            <a:off x="3968468" y="10722637"/>
            <a:ext cx="5779065" cy="1082502"/>
          </a:xfrm>
          <a:prstGeom prst="roundRect">
            <a:avLst>
              <a:gd name="adj" fmla="val 7369"/>
            </a:avLst>
          </a:prstGeom>
          <a:solidFill>
            <a:schemeClr val="accent1"/>
          </a:solidFill>
        </p:spPr>
        <p:txBody>
          <a:bodyPr wrap="square" lIns="144000" tIns="0" rIns="144000" bIns="72000" rtlCol="0" anchor="ctr">
            <a:no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+mj-lt"/>
              </a:rPr>
              <a:t>Congratulations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5855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63ED3-1002-A50B-1DA7-2EAABA93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3074BB-6EE7-B90C-3672-6C8EBB1A744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4" y="-3"/>
            <a:ext cx="13714525" cy="13714525"/>
          </a:xfrm>
          <a:prstGeom prst="rect">
            <a:avLst/>
          </a:prstGeom>
          <a:ln w="25400">
            <a:noFill/>
          </a:ln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2E4D35AD-0CFD-208D-8C99-A99302D2FD81}"/>
              </a:ext>
            </a:extLst>
          </p:cNvPr>
          <p:cNvSpPr txBox="1">
            <a:spLocks/>
          </p:cNvSpPr>
          <p:nvPr/>
        </p:nvSpPr>
        <p:spPr>
          <a:xfrm>
            <a:off x="584789" y="6884435"/>
            <a:ext cx="7224187" cy="14245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5400" dirty="0" err="1">
                <a:latin typeface="+mj-lt"/>
              </a:rPr>
              <a:t>Firstname</a:t>
            </a:r>
            <a:r>
              <a:rPr lang="en-US" sz="5400" dirty="0">
                <a:latin typeface="+mj-lt"/>
              </a:rPr>
              <a:t> </a:t>
            </a:r>
            <a:r>
              <a:rPr lang="en-US" sz="5400" dirty="0" err="1">
                <a:latin typeface="+mj-lt"/>
              </a:rPr>
              <a:t>Lastname</a:t>
            </a:r>
            <a:endParaRPr lang="en-US" sz="5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EA9FB-D49C-F027-8F5A-FBCF48F9271D}"/>
              </a:ext>
            </a:extLst>
          </p:cNvPr>
          <p:cNvSpPr txBox="1"/>
          <p:nvPr/>
        </p:nvSpPr>
        <p:spPr>
          <a:xfrm>
            <a:off x="584790" y="5917555"/>
            <a:ext cx="5779065" cy="1082502"/>
          </a:xfrm>
          <a:prstGeom prst="roundRect">
            <a:avLst>
              <a:gd name="adj" fmla="val 7369"/>
            </a:avLst>
          </a:prstGeom>
          <a:solidFill>
            <a:schemeClr val="accent1"/>
          </a:solidFill>
        </p:spPr>
        <p:txBody>
          <a:bodyPr wrap="square" lIns="144000" tIns="0" rIns="144000" bIns="72000" rtlCol="0" anchor="ctr">
            <a:no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+mj-lt"/>
              </a:rPr>
              <a:t>Congratulations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7E8C8EF-C60D-ACB7-BB4E-8A5A505E0B5E}"/>
              </a:ext>
            </a:extLst>
          </p:cNvPr>
          <p:cNvSpPr/>
          <p:nvPr/>
        </p:nvSpPr>
        <p:spPr>
          <a:xfrm>
            <a:off x="606055" y="606055"/>
            <a:ext cx="12503888" cy="12503888"/>
          </a:xfrm>
          <a:custGeom>
            <a:avLst/>
            <a:gdLst>
              <a:gd name="connsiteX0" fmla="*/ 0 w 12503888"/>
              <a:gd name="connsiteY0" fmla="*/ 0 h 12503888"/>
              <a:gd name="connsiteX1" fmla="*/ 12503888 w 12503888"/>
              <a:gd name="connsiteY1" fmla="*/ 0 h 12503888"/>
              <a:gd name="connsiteX2" fmla="*/ 12503888 w 12503888"/>
              <a:gd name="connsiteY2" fmla="*/ 12503888 h 12503888"/>
              <a:gd name="connsiteX3" fmla="*/ 0 w 12503888"/>
              <a:gd name="connsiteY3" fmla="*/ 12503888 h 12503888"/>
              <a:gd name="connsiteX4" fmla="*/ 0 w 12503888"/>
              <a:gd name="connsiteY4" fmla="*/ 8112642 h 12503888"/>
              <a:gd name="connsiteX5" fmla="*/ 946297 w 12503888"/>
              <a:gd name="connsiteY5" fmla="*/ 8112642 h 12503888"/>
              <a:gd name="connsiteX6" fmla="*/ 946297 w 12503888"/>
              <a:gd name="connsiteY6" fmla="*/ 4433777 h 12503888"/>
              <a:gd name="connsiteX7" fmla="*/ 0 w 12503888"/>
              <a:gd name="connsiteY7" fmla="*/ 4433777 h 12503888"/>
              <a:gd name="connsiteX8" fmla="*/ 0 w 12503888"/>
              <a:gd name="connsiteY8" fmla="*/ 0 h 12503888"/>
              <a:gd name="connsiteX0" fmla="*/ 0 w 12503888"/>
              <a:gd name="connsiteY0" fmla="*/ 4433777 h 12503888"/>
              <a:gd name="connsiteX1" fmla="*/ 0 w 12503888"/>
              <a:gd name="connsiteY1" fmla="*/ 0 h 12503888"/>
              <a:gd name="connsiteX2" fmla="*/ 12503888 w 12503888"/>
              <a:gd name="connsiteY2" fmla="*/ 0 h 12503888"/>
              <a:gd name="connsiteX3" fmla="*/ 12503888 w 12503888"/>
              <a:gd name="connsiteY3" fmla="*/ 12503888 h 12503888"/>
              <a:gd name="connsiteX4" fmla="*/ 0 w 12503888"/>
              <a:gd name="connsiteY4" fmla="*/ 12503888 h 12503888"/>
              <a:gd name="connsiteX5" fmla="*/ 0 w 12503888"/>
              <a:gd name="connsiteY5" fmla="*/ 8112642 h 12503888"/>
              <a:gd name="connsiteX6" fmla="*/ 946297 w 12503888"/>
              <a:gd name="connsiteY6" fmla="*/ 8112642 h 12503888"/>
              <a:gd name="connsiteX7" fmla="*/ 946297 w 12503888"/>
              <a:gd name="connsiteY7" fmla="*/ 4433777 h 12503888"/>
              <a:gd name="connsiteX8" fmla="*/ 91440 w 12503888"/>
              <a:gd name="connsiteY8" fmla="*/ 4525217 h 12503888"/>
              <a:gd name="connsiteX0" fmla="*/ 0 w 12503888"/>
              <a:gd name="connsiteY0" fmla="*/ 4433777 h 12503888"/>
              <a:gd name="connsiteX1" fmla="*/ 0 w 12503888"/>
              <a:gd name="connsiteY1" fmla="*/ 0 h 12503888"/>
              <a:gd name="connsiteX2" fmla="*/ 12503888 w 12503888"/>
              <a:gd name="connsiteY2" fmla="*/ 0 h 12503888"/>
              <a:gd name="connsiteX3" fmla="*/ 12503888 w 12503888"/>
              <a:gd name="connsiteY3" fmla="*/ 12503888 h 12503888"/>
              <a:gd name="connsiteX4" fmla="*/ 0 w 12503888"/>
              <a:gd name="connsiteY4" fmla="*/ 12503888 h 12503888"/>
              <a:gd name="connsiteX5" fmla="*/ 0 w 12503888"/>
              <a:gd name="connsiteY5" fmla="*/ 8112642 h 12503888"/>
              <a:gd name="connsiteX6" fmla="*/ 946297 w 12503888"/>
              <a:gd name="connsiteY6" fmla="*/ 8112642 h 12503888"/>
              <a:gd name="connsiteX7" fmla="*/ 946297 w 12503888"/>
              <a:gd name="connsiteY7" fmla="*/ 4433777 h 12503888"/>
              <a:gd name="connsiteX0" fmla="*/ 0 w 12503888"/>
              <a:gd name="connsiteY0" fmla="*/ 4433777 h 12503888"/>
              <a:gd name="connsiteX1" fmla="*/ 0 w 12503888"/>
              <a:gd name="connsiteY1" fmla="*/ 0 h 12503888"/>
              <a:gd name="connsiteX2" fmla="*/ 12503888 w 12503888"/>
              <a:gd name="connsiteY2" fmla="*/ 0 h 12503888"/>
              <a:gd name="connsiteX3" fmla="*/ 12503888 w 12503888"/>
              <a:gd name="connsiteY3" fmla="*/ 12503888 h 12503888"/>
              <a:gd name="connsiteX4" fmla="*/ 0 w 12503888"/>
              <a:gd name="connsiteY4" fmla="*/ 12503888 h 12503888"/>
              <a:gd name="connsiteX5" fmla="*/ 0 w 12503888"/>
              <a:gd name="connsiteY5" fmla="*/ 8112642 h 12503888"/>
              <a:gd name="connsiteX6" fmla="*/ 946297 w 12503888"/>
              <a:gd name="connsiteY6" fmla="*/ 8112642 h 12503888"/>
              <a:gd name="connsiteX0" fmla="*/ 0 w 12503888"/>
              <a:gd name="connsiteY0" fmla="*/ 4433777 h 12503888"/>
              <a:gd name="connsiteX1" fmla="*/ 0 w 12503888"/>
              <a:gd name="connsiteY1" fmla="*/ 0 h 12503888"/>
              <a:gd name="connsiteX2" fmla="*/ 12503888 w 12503888"/>
              <a:gd name="connsiteY2" fmla="*/ 0 h 12503888"/>
              <a:gd name="connsiteX3" fmla="*/ 12503888 w 12503888"/>
              <a:gd name="connsiteY3" fmla="*/ 12503888 h 12503888"/>
              <a:gd name="connsiteX4" fmla="*/ 0 w 12503888"/>
              <a:gd name="connsiteY4" fmla="*/ 12503888 h 12503888"/>
              <a:gd name="connsiteX5" fmla="*/ 0 w 12503888"/>
              <a:gd name="connsiteY5" fmla="*/ 8112642 h 1250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03888" h="12503888">
                <a:moveTo>
                  <a:pt x="0" y="4433777"/>
                </a:moveTo>
                <a:lnTo>
                  <a:pt x="0" y="0"/>
                </a:lnTo>
                <a:lnTo>
                  <a:pt x="12503888" y="0"/>
                </a:lnTo>
                <a:lnTo>
                  <a:pt x="12503888" y="12503888"/>
                </a:lnTo>
                <a:lnTo>
                  <a:pt x="0" y="12503888"/>
                </a:lnTo>
                <a:lnTo>
                  <a:pt x="0" y="8112642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US" sz="2000" noProof="0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077560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8C89-0102-A514-50BD-EF88933E6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9FFEF8-EDA9-CD25-4CFD-46142822D9F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4" y="-3"/>
            <a:ext cx="13714525" cy="13714525"/>
          </a:xfrm>
          <a:prstGeom prst="rect">
            <a:avLst/>
          </a:prstGeom>
          <a:ln w="25400">
            <a:noFill/>
          </a:ln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3904747-24D5-9C5F-B461-96B996EB134D}"/>
              </a:ext>
            </a:extLst>
          </p:cNvPr>
          <p:cNvSpPr txBox="1">
            <a:spLocks/>
          </p:cNvSpPr>
          <p:nvPr/>
        </p:nvSpPr>
        <p:spPr>
          <a:xfrm>
            <a:off x="584789" y="6884435"/>
            <a:ext cx="7224187" cy="14245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5400" dirty="0" err="1">
                <a:latin typeface="+mj-lt"/>
              </a:rPr>
              <a:t>Firstname</a:t>
            </a:r>
            <a:r>
              <a:rPr lang="en-US" sz="5400" dirty="0">
                <a:latin typeface="+mj-lt"/>
              </a:rPr>
              <a:t> Lastname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07DF8-B271-7C51-26AE-7D93F35EFF74}"/>
              </a:ext>
            </a:extLst>
          </p:cNvPr>
          <p:cNvSpPr txBox="1"/>
          <p:nvPr/>
        </p:nvSpPr>
        <p:spPr>
          <a:xfrm>
            <a:off x="584790" y="5917555"/>
            <a:ext cx="5779065" cy="1082502"/>
          </a:xfrm>
          <a:prstGeom prst="roundRect">
            <a:avLst>
              <a:gd name="adj" fmla="val 7369"/>
            </a:avLst>
          </a:prstGeom>
          <a:solidFill>
            <a:schemeClr val="accent1"/>
          </a:solidFill>
        </p:spPr>
        <p:txBody>
          <a:bodyPr wrap="square" lIns="144000" tIns="0" rIns="144000" bIns="72000" rtlCol="0" anchor="ctr">
            <a:no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+mj-lt"/>
              </a:rPr>
              <a:t>Congratulations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278043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heme/theme1.xml><?xml version="1.0" encoding="utf-8"?>
<a:theme xmlns:a="http://schemas.openxmlformats.org/drawingml/2006/main" name="Colliers 16:9">
  <a:themeElements>
    <a:clrScheme name="Master Colours">
      <a:dk1>
        <a:srgbClr val="56648F"/>
      </a:dk1>
      <a:lt1>
        <a:srgbClr val="FFFFFF"/>
      </a:lt1>
      <a:dk2>
        <a:srgbClr val="24408F"/>
      </a:dk2>
      <a:lt2>
        <a:srgbClr val="CCCDD5"/>
      </a:lt2>
      <a:accent1>
        <a:srgbClr val="1C54F3"/>
      </a:accent1>
      <a:accent2>
        <a:srgbClr val="4D93FF"/>
      </a:accent2>
      <a:accent3>
        <a:srgbClr val="C3E6FF"/>
      </a:accent3>
      <a:accent4>
        <a:srgbClr val="24408F"/>
      </a:accent4>
      <a:accent5>
        <a:srgbClr val="000759"/>
      </a:accent5>
      <a:accent6>
        <a:srgbClr val="56648F"/>
      </a:accent6>
      <a:hlink>
        <a:srgbClr val="1C54F3"/>
      </a:hlink>
      <a:folHlink>
        <a:srgbClr val="1C54F3"/>
      </a:folHlink>
    </a:clrScheme>
    <a:fontScheme name="Colliers">
      <a:majorFont>
        <a:latin typeface="Open Sans Ligh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custClrLst>
    <a:custClr name="Red">
      <a:srgbClr val="ED1834"/>
    </a:custClr>
    <a:custClr name="Yellow">
      <a:srgbClr val="FFD400"/>
    </a:custClr>
    <a:custClr name="Light Blue">
      <a:srgbClr val="0C9ED9"/>
    </a:custClr>
    <a:custClr name="Teal">
      <a:srgbClr val="2AB6A9"/>
    </a:custClr>
    <a:custClr name="Orange">
      <a:srgbClr val="FA6609"/>
    </a:custClr>
    <a:custClr name="Purple">
      <a:srgbClr val="9C45AE"/>
    </a:custClr>
    <a:custClr name="Grey">
      <a:srgbClr val="CCCDD5"/>
    </a:custClr>
    <a:custClr name="Med Blue DS">
      <a:srgbClr val="7B8BBD"/>
    </a:custClr>
    <a:custClr name="Light Blue DS">
      <a:srgbClr val="ACBBE8"/>
    </a:custClr>
    <a:custClr name="Pale Blue DS">
      <a:srgbClr val="DBE5FF"/>
    </a:custClr>
    <a:custClr name="80%">
      <a:srgbClr val="F15B51"/>
    </a:custClr>
    <a:custClr name="80%">
      <a:srgbClr val="FFDD33"/>
    </a:custClr>
    <a:custClr name="80%">
      <a:srgbClr val="3DB1E1"/>
    </a:custClr>
    <a:custClr name="80%">
      <a:srgbClr val="55C5BA"/>
    </a:custClr>
    <a:custClr name="80%">
      <a:srgbClr val="FB853A"/>
    </a:custClr>
    <a:custClr name="80%">
      <a:srgbClr val="B06ABE"/>
    </a:custClr>
    <a:custClr name="80%">
      <a:srgbClr val="D5D5DC"/>
    </a:custClr>
    <a:custClr name="80%">
      <a:srgbClr val="95A2CA"/>
    </a:custClr>
    <a:custClr name="80%">
      <a:srgbClr val="BDC9ED"/>
    </a:custClr>
    <a:custClr name="80%">
      <a:srgbClr val="E2EAFF"/>
    </a:custClr>
    <a:custClr name="60%">
      <a:srgbClr val="F48472"/>
    </a:custClr>
    <a:custClr name="60%">
      <a:srgbClr val="FFE566"/>
    </a:custClr>
    <a:custClr name="60%">
      <a:srgbClr val="6DC5E8"/>
    </a:custClr>
    <a:custClr name="60%">
      <a:srgbClr val="7FD3CB"/>
    </a:custClr>
    <a:custClr name="60%">
      <a:srgbClr val="FCA36B"/>
    </a:custClr>
    <a:custClr name="60%">
      <a:srgbClr val="C48FCE"/>
    </a:custClr>
    <a:custClr name="60%">
      <a:srgbClr val="DEDEE3"/>
    </a:custClr>
    <a:custClr name="60%">
      <a:srgbClr val="B0B9D7"/>
    </a:custClr>
    <a:custClr name="60%">
      <a:srgbClr val="CDD6F1"/>
    </a:custClr>
    <a:custClr name="60%">
      <a:srgbClr val="E9EFFF"/>
    </a:custClr>
    <a:custClr name="40%">
      <a:srgbClr val="F8A4AE"/>
    </a:custClr>
    <a:custClr name="40%">
      <a:srgbClr val="FFEE99"/>
    </a:custClr>
    <a:custClr name="40%">
      <a:srgbClr val="9ED8F0"/>
    </a:custClr>
    <a:custClr name="40%">
      <a:srgbClr val="AAE2DD"/>
    </a:custClr>
    <a:custClr name="40%">
      <a:srgbClr val="FDC29D"/>
    </a:custClr>
    <a:custClr name="40%">
      <a:srgbClr val="D7B5DF"/>
    </a:custClr>
    <a:custClr name="40%">
      <a:srgbClr val="E8E8EB"/>
    </a:custClr>
    <a:custClr name="40%">
      <a:srgbClr val="CAD1E5"/>
    </a:custClr>
    <a:custClr name="40%">
      <a:srgbClr val="DEE4F6"/>
    </a:custClr>
    <a:custClr name="40%">
      <a:srgbClr val="F1F5FF"/>
    </a:custClr>
    <a:custClr name="20%">
      <a:srgbClr val="FBD1D6"/>
    </a:custClr>
    <a:custClr name="20%">
      <a:srgbClr val="FFF6CC"/>
    </a:custClr>
    <a:custClr name="20%">
      <a:srgbClr val="CEECF7"/>
    </a:custClr>
    <a:custClr name="20%">
      <a:srgbClr val="D4F0EE"/>
    </a:custClr>
    <a:custClr name="20%">
      <a:srgbClr val="FEE0CE"/>
    </a:custClr>
    <a:custClr name="20%">
      <a:srgbClr val="EBDAEF"/>
    </a:custClr>
    <a:custClr name="20%">
      <a:srgbClr val="F2F1F3"/>
    </a:custClr>
    <a:custClr name="20%">
      <a:srgbClr val="E5E8F2"/>
    </a:custClr>
    <a:custClr name="20%">
      <a:srgbClr val="EEF1FA"/>
    </a:custClr>
    <a:custClr name="20%">
      <a:srgbClr val="F8FAFF"/>
    </a:custClr>
  </a:custClrLst>
  <a:extLst>
    <a:ext uri="{05A4C25C-085E-4340-85A3-A5531E510DB2}">
      <thm15:themeFamily xmlns:thm15="http://schemas.microsoft.com/office/thememl/2012/main" name="Colliers (9).pptx" id="{94E35C43-FEE9-4260-8F03-C2AE988411A2}" vid="{D9B61C42-FA14-430E-B9DE-17E5FA19151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ed">
      <a:srgbClr val="ED1834"/>
    </a:custClr>
    <a:custClr name="Yellow">
      <a:srgbClr val="FFD400"/>
    </a:custClr>
    <a:custClr name="Light Blue">
      <a:srgbClr val="0C9ED9"/>
    </a:custClr>
    <a:custClr name="Teal">
      <a:srgbClr val="2AB6A9"/>
    </a:custClr>
    <a:custClr name="Orange">
      <a:srgbClr val="FA6609"/>
    </a:custClr>
    <a:custClr name="Purple">
      <a:srgbClr val="9C45AE"/>
    </a:custClr>
    <a:custClr name="Grey">
      <a:srgbClr val="CCCDD5"/>
    </a:custClr>
    <a:custClr name="Med Blue DS">
      <a:srgbClr val="7B8BBD"/>
    </a:custClr>
    <a:custClr name="Light Blue DS">
      <a:srgbClr val="ACBBE8"/>
    </a:custClr>
    <a:custClr name="Pale Blue DS">
      <a:srgbClr val="DBE5FF"/>
    </a:custClr>
    <a:custClr name="80%">
      <a:srgbClr val="F15B51"/>
    </a:custClr>
    <a:custClr name="80%">
      <a:srgbClr val="FFDD33"/>
    </a:custClr>
    <a:custClr name="80%">
      <a:srgbClr val="3DB1E1"/>
    </a:custClr>
    <a:custClr name="80%">
      <a:srgbClr val="55C5BA"/>
    </a:custClr>
    <a:custClr name="80%">
      <a:srgbClr val="FB853A"/>
    </a:custClr>
    <a:custClr name="80%">
      <a:srgbClr val="B06ABE"/>
    </a:custClr>
    <a:custClr name="80%">
      <a:srgbClr val="D5D5DC"/>
    </a:custClr>
    <a:custClr name="80%">
      <a:srgbClr val="95A2CA"/>
    </a:custClr>
    <a:custClr name="80%">
      <a:srgbClr val="BDC9ED"/>
    </a:custClr>
    <a:custClr name="80%">
      <a:srgbClr val="E2EAFF"/>
    </a:custClr>
    <a:custClr name="60%">
      <a:srgbClr val="F48472"/>
    </a:custClr>
    <a:custClr name="60%">
      <a:srgbClr val="FFE566"/>
    </a:custClr>
    <a:custClr name="60%">
      <a:srgbClr val="6DC5E8"/>
    </a:custClr>
    <a:custClr name="60%">
      <a:srgbClr val="7FD3CB"/>
    </a:custClr>
    <a:custClr name="60%">
      <a:srgbClr val="FCA36B"/>
    </a:custClr>
    <a:custClr name="60%">
      <a:srgbClr val="C48FCE"/>
    </a:custClr>
    <a:custClr name="60%">
      <a:srgbClr val="DEDEE3"/>
    </a:custClr>
    <a:custClr name="60%">
      <a:srgbClr val="B0B9D7"/>
    </a:custClr>
    <a:custClr name="60%">
      <a:srgbClr val="CDD6F1"/>
    </a:custClr>
    <a:custClr name="60%">
      <a:srgbClr val="E9EFFF"/>
    </a:custClr>
    <a:custClr name="40%">
      <a:srgbClr val="F8A4AE"/>
    </a:custClr>
    <a:custClr name="40%">
      <a:srgbClr val="FFEE99"/>
    </a:custClr>
    <a:custClr name="40%">
      <a:srgbClr val="9ED8F0"/>
    </a:custClr>
    <a:custClr name="40%">
      <a:srgbClr val="AAE2DD"/>
    </a:custClr>
    <a:custClr name="40%">
      <a:srgbClr val="FDC29D"/>
    </a:custClr>
    <a:custClr name="40%">
      <a:srgbClr val="D7B5DF"/>
    </a:custClr>
    <a:custClr name="40%">
      <a:srgbClr val="E8E8EB"/>
    </a:custClr>
    <a:custClr name="40%">
      <a:srgbClr val="CAD1E5"/>
    </a:custClr>
    <a:custClr name="40%">
      <a:srgbClr val="DEE4F6"/>
    </a:custClr>
    <a:custClr name="40%">
      <a:srgbClr val="F1F5FF"/>
    </a:custClr>
    <a:custClr name="20%">
      <a:srgbClr val="FBD1D6"/>
    </a:custClr>
    <a:custClr name="20%">
      <a:srgbClr val="FFF6CC"/>
    </a:custClr>
    <a:custClr name="20%">
      <a:srgbClr val="CEECF7"/>
    </a:custClr>
    <a:custClr name="20%">
      <a:srgbClr val="D4F0EE"/>
    </a:custClr>
    <a:custClr name="20%">
      <a:srgbClr val="FEE0CE"/>
    </a:custClr>
    <a:custClr name="20%">
      <a:srgbClr val="EBDAEF"/>
    </a:custClr>
    <a:custClr name="20%">
      <a:srgbClr val="F2F1F3"/>
    </a:custClr>
    <a:custClr name="20%">
      <a:srgbClr val="E5E8F2"/>
    </a:custClr>
    <a:custClr name="20%">
      <a:srgbClr val="EEF1FA"/>
    </a:custClr>
    <a:custClr name="20%">
      <a:srgbClr val="F8FA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ed">
      <a:srgbClr val="ED1834"/>
    </a:custClr>
    <a:custClr name="Yellow">
      <a:srgbClr val="FFD400"/>
    </a:custClr>
    <a:custClr name="Light Blue">
      <a:srgbClr val="0C9ED9"/>
    </a:custClr>
    <a:custClr name="Teal">
      <a:srgbClr val="2AB6A9"/>
    </a:custClr>
    <a:custClr name="Orange">
      <a:srgbClr val="FA6609"/>
    </a:custClr>
    <a:custClr name="Purple">
      <a:srgbClr val="9C45AE"/>
    </a:custClr>
    <a:custClr name="Grey">
      <a:srgbClr val="CCCDD5"/>
    </a:custClr>
    <a:custClr name="Med Blue DS">
      <a:srgbClr val="7B8BBD"/>
    </a:custClr>
    <a:custClr name="Light Blue DS">
      <a:srgbClr val="ACBBE8"/>
    </a:custClr>
    <a:custClr name="Pale Blue DS">
      <a:srgbClr val="DBE5FF"/>
    </a:custClr>
    <a:custClr name="80%">
      <a:srgbClr val="F15B51"/>
    </a:custClr>
    <a:custClr name="80%">
      <a:srgbClr val="FFDD33"/>
    </a:custClr>
    <a:custClr name="80%">
      <a:srgbClr val="3DB1E1"/>
    </a:custClr>
    <a:custClr name="80%">
      <a:srgbClr val="55C5BA"/>
    </a:custClr>
    <a:custClr name="80%">
      <a:srgbClr val="FB853A"/>
    </a:custClr>
    <a:custClr name="80%">
      <a:srgbClr val="B06ABE"/>
    </a:custClr>
    <a:custClr name="80%">
      <a:srgbClr val="D5D5DC"/>
    </a:custClr>
    <a:custClr name="80%">
      <a:srgbClr val="95A2CA"/>
    </a:custClr>
    <a:custClr name="80%">
      <a:srgbClr val="BDC9ED"/>
    </a:custClr>
    <a:custClr name="80%">
      <a:srgbClr val="E2EAFF"/>
    </a:custClr>
    <a:custClr name="60%">
      <a:srgbClr val="F48472"/>
    </a:custClr>
    <a:custClr name="60%">
      <a:srgbClr val="FFE566"/>
    </a:custClr>
    <a:custClr name="60%">
      <a:srgbClr val="6DC5E8"/>
    </a:custClr>
    <a:custClr name="60%">
      <a:srgbClr val="7FD3CB"/>
    </a:custClr>
    <a:custClr name="60%">
      <a:srgbClr val="FCA36B"/>
    </a:custClr>
    <a:custClr name="60%">
      <a:srgbClr val="C48FCE"/>
    </a:custClr>
    <a:custClr name="60%">
      <a:srgbClr val="DEDEE3"/>
    </a:custClr>
    <a:custClr name="60%">
      <a:srgbClr val="B0B9D7"/>
    </a:custClr>
    <a:custClr name="60%">
      <a:srgbClr val="CDD6F1"/>
    </a:custClr>
    <a:custClr name="60%">
      <a:srgbClr val="E9EFFF"/>
    </a:custClr>
    <a:custClr name="40%">
      <a:srgbClr val="F8A4AE"/>
    </a:custClr>
    <a:custClr name="40%">
      <a:srgbClr val="FFEE99"/>
    </a:custClr>
    <a:custClr name="40%">
      <a:srgbClr val="9ED8F0"/>
    </a:custClr>
    <a:custClr name="40%">
      <a:srgbClr val="AAE2DD"/>
    </a:custClr>
    <a:custClr name="40%">
      <a:srgbClr val="FDC29D"/>
    </a:custClr>
    <a:custClr name="40%">
      <a:srgbClr val="D7B5DF"/>
    </a:custClr>
    <a:custClr name="40%">
      <a:srgbClr val="E8E8EB"/>
    </a:custClr>
    <a:custClr name="40%">
      <a:srgbClr val="CAD1E5"/>
    </a:custClr>
    <a:custClr name="40%">
      <a:srgbClr val="DEE4F6"/>
    </a:custClr>
    <a:custClr name="40%">
      <a:srgbClr val="F1F5FF"/>
    </a:custClr>
    <a:custClr name="20%">
      <a:srgbClr val="FBD1D6"/>
    </a:custClr>
    <a:custClr name="20%">
      <a:srgbClr val="FFF6CC"/>
    </a:custClr>
    <a:custClr name="20%">
      <a:srgbClr val="CEECF7"/>
    </a:custClr>
    <a:custClr name="20%">
      <a:srgbClr val="D4F0EE"/>
    </a:custClr>
    <a:custClr name="20%">
      <a:srgbClr val="FEE0CE"/>
    </a:custClr>
    <a:custClr name="20%">
      <a:srgbClr val="EBDAEF"/>
    </a:custClr>
    <a:custClr name="20%">
      <a:srgbClr val="F2F1F3"/>
    </a:custClr>
    <a:custClr name="20%">
      <a:srgbClr val="E5E8F2"/>
    </a:custClr>
    <a:custClr name="20%">
      <a:srgbClr val="EEF1FA"/>
    </a:custClr>
    <a:custClr name="20%">
      <a:srgbClr val="F8FA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B8FCD3-C9B4-5C41-9C36-1D0507439A74}">
  <we:reference id="74552e05-5318-4d27-b2d2-ede2406b56db" version="1.0.0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7F8B931CBDFD4997CCA2ACAC6FFBD2" ma:contentTypeVersion="18" ma:contentTypeDescription="Create a new document." ma:contentTypeScope="" ma:versionID="050df7af4be49cc15c052400850dc371">
  <xsd:schema xmlns:xsd="http://www.w3.org/2001/XMLSchema" xmlns:xs="http://www.w3.org/2001/XMLSchema" xmlns:p="http://schemas.microsoft.com/office/2006/metadata/properties" xmlns:ns2="24baf9cc-5ebb-416a-b307-454849e38434" xmlns:ns3="9e8e9389-bb98-4dcc-9ff8-797608769bd4" targetNamespace="http://schemas.microsoft.com/office/2006/metadata/properties" ma:root="true" ma:fieldsID="3eb0e357c4094dfeb161f4e697b514fb" ns2:_="" ns3:_="">
    <xsd:import namespace="24baf9cc-5ebb-416a-b307-454849e38434"/>
    <xsd:import namespace="9e8e9389-bb98-4dcc-9ff8-797608769b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baf9cc-5ebb-416a-b307-454849e384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ce671e0-2aae-4c8d-b367-8bb3494c1b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8e9389-bb98-4dcc-9ff8-797608769bd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80f727a-17c5-407c-98e1-a0e6167f94fe}" ma:internalName="TaxCatchAll" ma:showField="CatchAllData" ma:web="9e8e9389-bb98-4dcc-9ff8-797608769b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TemplafyFormConfiguration><![CDATA[{"formFields":[],"formDataEntries":[]}]]></TemplafyFormConfiguration>
</file>

<file path=customXml/item4.xml><?xml version="1.0" encoding="utf-8"?>
<TemplafyTemplateConfiguration><![CDATA[{"elementsMetadata":[],"transformationConfigurations":[{"type":"proofingLanguage","language":"{{DocumentLanguage}}","disableUpdates":false},{"colorTheme":"{{DataSources.ColorThemes[\"Colliers\"].ColorTheme}}","disableUpdates":false,"type":"colorTheme"}],"templateName":"Core Global Template","templateDescription":"","enableDocumentContentUpdater":true,"version":"2.0"}]]></TemplafyTemplateConfiguration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4baf9cc-5ebb-416a-b307-454849e38434">
      <Terms xmlns="http://schemas.microsoft.com/office/infopath/2007/PartnerControls"/>
    </lcf76f155ced4ddcb4097134ff3c332f>
    <TaxCatchAll xmlns="9e8e9389-bb98-4dcc-9ff8-797608769bd4" xsi:nil="true"/>
  </documentManagement>
</p:properti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2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8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22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F11A056A-3356-4F22-882C-1E509B8926F5}"/>
</file>

<file path=customXml/itemProps2.xml><?xml version="1.0" encoding="utf-8"?>
<ds:datastoreItem xmlns:ds="http://schemas.openxmlformats.org/officeDocument/2006/customXml" ds:itemID="{27C81D6F-82BC-4C34-AEF0-A8C9CA216C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C21A5E-8450-4DBC-8908-F4B250EEC97D}">
  <ds:schemaRefs/>
</ds:datastoreItem>
</file>

<file path=customXml/itemProps4.xml><?xml version="1.0" encoding="utf-8"?>
<ds:datastoreItem xmlns:ds="http://schemas.openxmlformats.org/officeDocument/2006/customXml" ds:itemID="{29BB1266-4864-411A-84DE-2ED7BC81715F}">
  <ds:schemaRefs/>
</ds:datastoreItem>
</file>

<file path=customXml/itemProps5.xml><?xml version="1.0" encoding="utf-8"?>
<ds:datastoreItem xmlns:ds="http://schemas.openxmlformats.org/officeDocument/2006/customXml" ds:itemID="{CE263BE8-0C26-4136-BB83-3A79FF130894}">
  <ds:schemaRefs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aabd299c-2aa4-45f1-b08a-19b7177955f0"/>
    <ds:schemaRef ds:uri="7b12c175-24ff-4fbf-a2aa-7addc71a7522"/>
  </ds:schemaRefs>
</ds:datastoreItem>
</file>

<file path=customXml/itemProps6.xml><?xml version="1.0" encoding="utf-8"?>
<ds:datastoreItem xmlns:ds="http://schemas.openxmlformats.org/officeDocument/2006/customXml" ds:itemID="{830A830B-1B15-A84B-8C09-B9103C55E28D}">
  <ds:schemaRefs/>
</ds:datastoreItem>
</file>

<file path=customXml/itemProps7.xml><?xml version="1.0" encoding="utf-8"?>
<ds:datastoreItem xmlns:ds="http://schemas.openxmlformats.org/officeDocument/2006/customXml" ds:itemID="{286B6BBC-D96C-654F-900F-FC665744BE9B}">
  <ds:schemaRefs/>
</ds:datastoreItem>
</file>

<file path=customXml/itemProps8.xml><?xml version="1.0" encoding="utf-8"?>
<ds:datastoreItem xmlns:ds="http://schemas.openxmlformats.org/officeDocument/2006/customXml" ds:itemID="{BE6C7735-A028-5446-9FC7-FA21870DC5A8}">
  <ds:schemaRefs/>
</ds:datastoreItem>
</file>

<file path=customXml/itemProps9.xml><?xml version="1.0" encoding="utf-8"?>
<ds:datastoreItem xmlns:ds="http://schemas.openxmlformats.org/officeDocument/2006/customXml" ds:itemID="{E6A99D96-0987-8B4D-AD9E-6A687407D3D5}">
  <ds:schemaRefs/>
</ds:datastoreItem>
</file>

<file path=customXml/itemProps10.xml><?xml version="1.0" encoding="utf-8"?>
<ds:datastoreItem xmlns:ds="http://schemas.openxmlformats.org/officeDocument/2006/customXml" ds:itemID="{6526478A-E6C8-274E-AAC9-852A4A008EA7}">
  <ds:schemaRefs/>
</ds:datastoreItem>
</file>

<file path=customXml/itemProps11.xml><?xml version="1.0" encoding="utf-8"?>
<ds:datastoreItem xmlns:ds="http://schemas.openxmlformats.org/officeDocument/2006/customXml" ds:itemID="{0DA35110-B7BE-0740-B0A9-8FCC061CD170}">
  <ds:schemaRefs/>
</ds:datastoreItem>
</file>

<file path=customXml/itemProps12.xml><?xml version="1.0" encoding="utf-8"?>
<ds:datastoreItem xmlns:ds="http://schemas.openxmlformats.org/officeDocument/2006/customXml" ds:itemID="{C06A3A57-229E-4548-BC6D-981C5EE674DB}">
  <ds:schemaRefs/>
</ds:datastoreItem>
</file>

<file path=customXml/itemProps13.xml><?xml version="1.0" encoding="utf-8"?>
<ds:datastoreItem xmlns:ds="http://schemas.openxmlformats.org/officeDocument/2006/customXml" ds:itemID="{BED93AF7-BBAD-B946-A140-78A6DADC8E17}">
  <ds:schemaRefs/>
</ds:datastoreItem>
</file>

<file path=customXml/itemProps14.xml><?xml version="1.0" encoding="utf-8"?>
<ds:datastoreItem xmlns:ds="http://schemas.openxmlformats.org/officeDocument/2006/customXml" ds:itemID="{1BF27A35-2393-844E-9348-0668FE609992}">
  <ds:schemaRefs/>
</ds:datastoreItem>
</file>

<file path=customXml/itemProps15.xml><?xml version="1.0" encoding="utf-8"?>
<ds:datastoreItem xmlns:ds="http://schemas.openxmlformats.org/officeDocument/2006/customXml" ds:itemID="{E3C83F1D-201C-4242-B724-DE48351C6C89}">
  <ds:schemaRefs/>
</ds:datastoreItem>
</file>

<file path=customXml/itemProps16.xml><?xml version="1.0" encoding="utf-8"?>
<ds:datastoreItem xmlns:ds="http://schemas.openxmlformats.org/officeDocument/2006/customXml" ds:itemID="{B9E6E37B-4A48-2944-BE82-D91410085925}">
  <ds:schemaRefs/>
</ds:datastoreItem>
</file>

<file path=customXml/itemProps17.xml><?xml version="1.0" encoding="utf-8"?>
<ds:datastoreItem xmlns:ds="http://schemas.openxmlformats.org/officeDocument/2006/customXml" ds:itemID="{F5463870-89BD-AE44-8D3A-AF144E3853E9}">
  <ds:schemaRefs/>
</ds:datastoreItem>
</file>

<file path=customXml/itemProps18.xml><?xml version="1.0" encoding="utf-8"?>
<ds:datastoreItem xmlns:ds="http://schemas.openxmlformats.org/officeDocument/2006/customXml" ds:itemID="{03450DC6-31FB-374F-9076-51007B6BAE16}">
  <ds:schemaRefs/>
</ds:datastoreItem>
</file>

<file path=customXml/itemProps19.xml><?xml version="1.0" encoding="utf-8"?>
<ds:datastoreItem xmlns:ds="http://schemas.openxmlformats.org/officeDocument/2006/customXml" ds:itemID="{B05029A1-20B5-9248-AAED-B1DAD6D8CADD}">
  <ds:schemaRefs/>
</ds:datastoreItem>
</file>

<file path=customXml/itemProps20.xml><?xml version="1.0" encoding="utf-8"?>
<ds:datastoreItem xmlns:ds="http://schemas.openxmlformats.org/officeDocument/2006/customXml" ds:itemID="{CBA44119-4C44-944E-9B26-3930DD7402ED}">
  <ds:schemaRefs/>
</ds:datastoreItem>
</file>

<file path=customXml/itemProps21.xml><?xml version="1.0" encoding="utf-8"?>
<ds:datastoreItem xmlns:ds="http://schemas.openxmlformats.org/officeDocument/2006/customXml" ds:itemID="{FD27EE4B-EE85-BA42-AF06-1F9218C38A48}">
  <ds:schemaRefs/>
</ds:datastoreItem>
</file>

<file path=customXml/itemProps22.xml><?xml version="1.0" encoding="utf-8"?>
<ds:datastoreItem xmlns:ds="http://schemas.openxmlformats.org/officeDocument/2006/customXml" ds:itemID="{101F0B13-F221-A147-89B7-6112A647BDE4}">
  <ds:schemaRefs/>
</ds:datastoreItem>
</file>

<file path=customXml/itemProps23.xml><?xml version="1.0" encoding="utf-8"?>
<ds:datastoreItem xmlns:ds="http://schemas.openxmlformats.org/officeDocument/2006/customXml" ds:itemID="{BEB95EF6-D13A-D54C-B30B-A61D73B199FC}">
  <ds:schemaRefs/>
</ds:datastoreItem>
</file>

<file path=docMetadata/LabelInfo.xml><?xml version="1.0" encoding="utf-8"?>
<clbl:labelList xmlns:clbl="http://schemas.microsoft.com/office/2020/mipLabelMetadata">
  <clbl:label id="{8c970d48-f7b9-48b0-9606-072fbefb514d}" enabled="1" method="Privileged" siteId="{049e3382-8cdc-477b-9317-951b046896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1379</TotalTime>
  <Words>386</Words>
  <Application>Microsoft Macintosh PowerPoint</Application>
  <PresentationFormat>Custom</PresentationFormat>
  <Paragraphs>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Merriweather Light</vt:lpstr>
      <vt:lpstr>Open Sans SemiBold</vt:lpstr>
      <vt:lpstr>Arial</vt:lpstr>
      <vt:lpstr>Open Sans Light</vt:lpstr>
      <vt:lpstr>Open Sans</vt:lpstr>
      <vt:lpstr>Colliers 16:9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Hein, Leanne</cp:lastModifiedBy>
  <cp:revision>5</cp:revision>
  <dcterms:created xsi:type="dcterms:W3CDTF">2020-04-28T16:15:55Z</dcterms:created>
  <dcterms:modified xsi:type="dcterms:W3CDTF">2025-05-15T19:08:45Z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www.skabelondesign.dk</vt:lpwstr>
  </property>
  <property fmtid="{D5CDD505-2E9C-101B-9397-08002B2CF9AE}" pid="3" name="DocumentInfoFinished">
    <vt:lpwstr>True</vt:lpwstr>
  </property>
  <property fmtid="{D5CDD505-2E9C-101B-9397-08002B2CF9AE}" pid="4" name="ContentTypeId">
    <vt:lpwstr>0x010100F87F8B931CBDFD4997CCA2ACAC6FFBD2</vt:lpwstr>
  </property>
  <property fmtid="{D5CDD505-2E9C-101B-9397-08002B2CF9AE}" pid="5" name="MediaServiceImageTags">
    <vt:lpwstr/>
  </property>
  <property fmtid="{D5CDD505-2E9C-101B-9397-08002B2CF9AE}" pid="6" name="TemplafyTimeStamp">
    <vt:lpwstr>2024-01-29T01:00:16</vt:lpwstr>
  </property>
  <property fmtid="{D5CDD505-2E9C-101B-9397-08002B2CF9AE}" pid="7" name="ClassificationContentMarkingFooterLocations">
    <vt:lpwstr>Colliers 16\:9:8</vt:lpwstr>
  </property>
  <property fmtid="{D5CDD505-2E9C-101B-9397-08002B2CF9AE}" pid="8" name="ClassificationContentMarkingFooterText">
    <vt:lpwstr>Business</vt:lpwstr>
  </property>
</Properties>
</file>