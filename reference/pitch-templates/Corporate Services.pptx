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drawings/drawing1.xml" ContentType="application/vnd.openxmlformats-officedocument.drawingml.chartshapes+xml"/>
  <Override PartName="/ppt/tags/tag1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32"/>
  </p:sldMasterIdLst>
  <p:notesMasterIdLst>
    <p:notesMasterId r:id="rId46"/>
  </p:notesMasterIdLst>
  <p:handoutMasterIdLst>
    <p:handoutMasterId r:id="rId47"/>
  </p:handoutMasterIdLst>
  <p:sldIdLst>
    <p:sldId id="259" r:id="rId33"/>
    <p:sldId id="260" r:id="rId34"/>
    <p:sldId id="2134805763" r:id="rId35"/>
    <p:sldId id="266" r:id="rId36"/>
    <p:sldId id="267" r:id="rId37"/>
    <p:sldId id="268" r:id="rId38"/>
    <p:sldId id="269" r:id="rId39"/>
    <p:sldId id="270" r:id="rId40"/>
    <p:sldId id="2134805747" r:id="rId41"/>
    <p:sldId id="2134805761" r:id="rId42"/>
    <p:sldId id="2134805762" r:id="rId43"/>
    <p:sldId id="2134805733" r:id="rId44"/>
    <p:sldId id="213480576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54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73" autoAdjust="0"/>
    <p:restoredTop sz="96327" autoAdjust="0"/>
  </p:normalViewPr>
  <p:slideViewPr>
    <p:cSldViewPr snapToGrid="0" showGuides="1">
      <p:cViewPr varScale="1">
        <p:scale>
          <a:sx n="98" d="100"/>
          <a:sy n="98" d="100"/>
        </p:scale>
        <p:origin x="72" y="606"/>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1" d="100"/>
          <a:sy n="81" d="100"/>
        </p:scale>
        <p:origin x="389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7.xml"/><Relationship Id="rId21" Type="http://schemas.openxmlformats.org/officeDocument/2006/relationships/customXml" Target="../customXml/item21.xml"/><Relationship Id="rId34" Type="http://schemas.openxmlformats.org/officeDocument/2006/relationships/slide" Target="slides/slide2.xml"/><Relationship Id="rId42" Type="http://schemas.openxmlformats.org/officeDocument/2006/relationships/slide" Target="slides/slide1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Master" Target="slideMasters/slideMaster1.xml"/><Relationship Id="rId37" Type="http://schemas.openxmlformats.org/officeDocument/2006/relationships/slide" Target="slides/slide5.xml"/><Relationship Id="rId40" Type="http://schemas.openxmlformats.org/officeDocument/2006/relationships/slide" Target="slides/slide8.xml"/><Relationship Id="rId45" Type="http://schemas.openxmlformats.org/officeDocument/2006/relationships/slide" Target="slides/slide13.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4.xml"/><Relationship Id="rId49" Type="http://schemas.openxmlformats.org/officeDocument/2006/relationships/viewProps" Target="viewProps.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customXml" Target="../customXml/item31.xml"/><Relationship Id="rId44"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slide" Target="slides/slide3.xml"/><Relationship Id="rId43" Type="http://schemas.openxmlformats.org/officeDocument/2006/relationships/slide" Target="slides/slide11.xml"/><Relationship Id="rId48"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1.xml"/><Relationship Id="rId38" Type="http://schemas.openxmlformats.org/officeDocument/2006/relationships/slide" Target="slides/slide6.xml"/><Relationship Id="rId46" Type="http://schemas.openxmlformats.org/officeDocument/2006/relationships/notesMaster" Target="notesMasters/notesMaster1.xml"/><Relationship Id="rId20" Type="http://schemas.openxmlformats.org/officeDocument/2006/relationships/customXml" Target="../customXml/item20.xml"/><Relationship Id="rId41" Type="http://schemas.openxmlformats.org/officeDocument/2006/relationships/slide" Target="slides/slide9.xml"/><Relationship Id="rId1" Type="http://schemas.openxmlformats.org/officeDocument/2006/relationships/customXml" Target="../customXml/item1.xml"/><Relationship Id="rId6" Type="http://schemas.openxmlformats.org/officeDocument/2006/relationships/customXml" Target="../customXml/item6.xml"/></Relationships>
</file>

<file path=ppt/charts/_rels/chart1.xml.rels><?xml version="1.0" encoding="UTF-8" standalone="yes"?>
<Relationships xmlns="http://schemas.openxmlformats.org/package/2006/relationships"><Relationship Id="rId1" Type="http://schemas.openxmlformats.org/officeDocument/2006/relationships/oleObject" Target="https://colliers.sharepoint.com/teams/asia_ofs/tko_ofs/Shared%20Documents/Tenant%20Representation/#TR Member Personal Folder/Chris Buhrman/Market Raw Data 040122_KK.xlsx"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https://colliers.sharepoint.com/teams/asia_ofs/tko_ofs/Shared%20Documents/Tenant%20Representation/&#9733;Client%20Folder/Idemia/Idemia%20Tokyo_FA072822.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7128053720107558"/>
          <c:y val="0.173734360943398"/>
          <c:w val="0.69912164138110078"/>
          <c:h val="0.67435775639305107"/>
        </c:manualLayout>
      </c:layout>
      <c:lineChart>
        <c:grouping val="standard"/>
        <c:varyColors val="0"/>
        <c:ser>
          <c:idx val="5"/>
          <c:order val="0"/>
          <c:tx>
            <c:v>Shibuya Rents</c:v>
          </c:tx>
          <c:spPr>
            <a:ln w="19050">
              <a:solidFill>
                <a:srgbClr val="002060"/>
              </a:solidFill>
            </a:ln>
          </c:spPr>
          <c:marker>
            <c:symbol val="none"/>
          </c:marker>
          <c:cat>
            <c:numRef>
              <c:f>'Stacked Data'!$C$52:$O$52</c:f>
              <c:numCache>
                <c:formatCode>mmm\-yy</c:formatCode>
                <c:ptCount val="13"/>
                <c:pt idx="0">
                  <c:v>43525</c:v>
                </c:pt>
                <c:pt idx="1">
                  <c:v>43617</c:v>
                </c:pt>
                <c:pt idx="2">
                  <c:v>43709</c:v>
                </c:pt>
                <c:pt idx="3">
                  <c:v>43800</c:v>
                </c:pt>
                <c:pt idx="4">
                  <c:v>43891</c:v>
                </c:pt>
                <c:pt idx="5">
                  <c:v>43983</c:v>
                </c:pt>
                <c:pt idx="6">
                  <c:v>44075</c:v>
                </c:pt>
                <c:pt idx="7">
                  <c:v>44166</c:v>
                </c:pt>
                <c:pt idx="8">
                  <c:v>44256</c:v>
                </c:pt>
                <c:pt idx="9">
                  <c:v>44348</c:v>
                </c:pt>
                <c:pt idx="10">
                  <c:v>44440</c:v>
                </c:pt>
                <c:pt idx="11">
                  <c:v>44531</c:v>
                </c:pt>
                <c:pt idx="12">
                  <c:v>44593</c:v>
                </c:pt>
              </c:numCache>
            </c:numRef>
          </c:cat>
          <c:val>
            <c:numRef>
              <c:f>'Stacked Data'!$C$48:$O$48</c:f>
              <c:numCache>
                <c:formatCode>_(* #,##0_);_(* \(#,##0\);_(* "-"??_);_(@_)</c:formatCode>
                <c:ptCount val="13"/>
                <c:pt idx="0">
                  <c:v>36601.310813589087</c:v>
                </c:pt>
                <c:pt idx="1">
                  <c:v>38000</c:v>
                </c:pt>
                <c:pt idx="2">
                  <c:v>38807.026242850472</c:v>
                </c:pt>
                <c:pt idx="3">
                  <c:v>43426.794299822417</c:v>
                </c:pt>
                <c:pt idx="4">
                  <c:v>45282.275364002817</c:v>
                </c:pt>
                <c:pt idx="5">
                  <c:v>41254.109104057126</c:v>
                </c:pt>
                <c:pt idx="6">
                  <c:v>38211.97296342277</c:v>
                </c:pt>
                <c:pt idx="7">
                  <c:v>33324.40085028336</c:v>
                </c:pt>
                <c:pt idx="8">
                  <c:v>38644.027483002981</c:v>
                </c:pt>
                <c:pt idx="9">
                  <c:v>36465.460992196196</c:v>
                </c:pt>
                <c:pt idx="10">
                  <c:v>37506.037184828987</c:v>
                </c:pt>
                <c:pt idx="11">
                  <c:v>39488.425706569382</c:v>
                </c:pt>
                <c:pt idx="12">
                  <c:v>38000</c:v>
                </c:pt>
              </c:numCache>
            </c:numRef>
          </c:val>
          <c:smooth val="0"/>
          <c:extLst>
            <c:ext xmlns:c16="http://schemas.microsoft.com/office/drawing/2014/chart" uri="{C3380CC4-5D6E-409C-BE32-E72D297353CC}">
              <c16:uniqueId val="{00000000-E67E-4E61-A310-292048F7D6F7}"/>
            </c:ext>
          </c:extLst>
        </c:ser>
        <c:ser>
          <c:idx val="0"/>
          <c:order val="1"/>
          <c:tx>
            <c:v>Tokyo 5-Ku Rent</c:v>
          </c:tx>
          <c:spPr>
            <a:ln w="28575" cap="rnd">
              <a:solidFill>
                <a:schemeClr val="tx2"/>
              </a:solidFill>
              <a:prstDash val="sysDot"/>
              <a:round/>
            </a:ln>
            <a:effectLst/>
          </c:spPr>
          <c:marker>
            <c:symbol val="none"/>
          </c:marker>
          <c:cat>
            <c:numRef>
              <c:f>'Stacked Data'!$C$40:$O$40</c:f>
              <c:numCache>
                <c:formatCode>mmm\-yy</c:formatCode>
                <c:ptCount val="13"/>
                <c:pt idx="0">
                  <c:v>43525</c:v>
                </c:pt>
                <c:pt idx="1">
                  <c:v>43617</c:v>
                </c:pt>
                <c:pt idx="2">
                  <c:v>43709</c:v>
                </c:pt>
                <c:pt idx="3">
                  <c:v>43800</c:v>
                </c:pt>
                <c:pt idx="4">
                  <c:v>43891</c:v>
                </c:pt>
                <c:pt idx="5">
                  <c:v>43983</c:v>
                </c:pt>
                <c:pt idx="6">
                  <c:v>44075</c:v>
                </c:pt>
                <c:pt idx="7">
                  <c:v>44166</c:v>
                </c:pt>
                <c:pt idx="8">
                  <c:v>44256</c:v>
                </c:pt>
                <c:pt idx="9">
                  <c:v>44348</c:v>
                </c:pt>
                <c:pt idx="10">
                  <c:v>44440</c:v>
                </c:pt>
                <c:pt idx="11">
                  <c:v>44531</c:v>
                </c:pt>
                <c:pt idx="12">
                  <c:v>44593</c:v>
                </c:pt>
              </c:numCache>
            </c:numRef>
          </c:cat>
          <c:val>
            <c:numRef>
              <c:f>'Stacked Data'!$C$49:$O$49</c:f>
              <c:numCache>
                <c:formatCode>_(* #,##0_);_(* \(#,##0\);_(* "-"??_);_(@_)</c:formatCode>
                <c:ptCount val="13"/>
                <c:pt idx="0">
                  <c:v>33547</c:v>
                </c:pt>
                <c:pt idx="1">
                  <c:v>35826</c:v>
                </c:pt>
                <c:pt idx="2">
                  <c:v>34910</c:v>
                </c:pt>
                <c:pt idx="3">
                  <c:v>35252</c:v>
                </c:pt>
                <c:pt idx="4">
                  <c:v>38730</c:v>
                </c:pt>
                <c:pt idx="5">
                  <c:v>38117</c:v>
                </c:pt>
                <c:pt idx="6">
                  <c:v>36035</c:v>
                </c:pt>
                <c:pt idx="7">
                  <c:v>34196</c:v>
                </c:pt>
                <c:pt idx="8">
                  <c:v>33430</c:v>
                </c:pt>
                <c:pt idx="9">
                  <c:v>32453</c:v>
                </c:pt>
                <c:pt idx="10">
                  <c:v>31796</c:v>
                </c:pt>
                <c:pt idx="11">
                  <c:v>30520</c:v>
                </c:pt>
                <c:pt idx="12">
                  <c:v>29550</c:v>
                </c:pt>
              </c:numCache>
            </c:numRef>
          </c:val>
          <c:smooth val="0"/>
          <c:extLst>
            <c:ext xmlns:c16="http://schemas.microsoft.com/office/drawing/2014/chart" uri="{C3380CC4-5D6E-409C-BE32-E72D297353CC}">
              <c16:uniqueId val="{00000001-E67E-4E61-A310-292048F7D6F7}"/>
            </c:ext>
          </c:extLst>
        </c:ser>
        <c:dLbls>
          <c:showLegendKey val="0"/>
          <c:showVal val="0"/>
          <c:showCatName val="0"/>
          <c:showSerName val="0"/>
          <c:showPercent val="0"/>
          <c:showBubbleSize val="0"/>
        </c:dLbls>
        <c:marker val="1"/>
        <c:smooth val="0"/>
        <c:axId val="913184128"/>
        <c:axId val="116843952"/>
      </c:lineChart>
      <c:lineChart>
        <c:grouping val="standard"/>
        <c:varyColors val="0"/>
        <c:ser>
          <c:idx val="1"/>
          <c:order val="2"/>
          <c:tx>
            <c:v>Shibuya Vacancy</c:v>
          </c:tx>
          <c:spPr>
            <a:ln w="19050" cap="rnd">
              <a:solidFill>
                <a:srgbClr val="C00000"/>
              </a:solidFill>
              <a:round/>
            </a:ln>
            <a:effectLst/>
          </c:spPr>
          <c:marker>
            <c:symbol val="none"/>
          </c:marker>
          <c:cat>
            <c:numRef>
              <c:f>'Stacked Data'!$C$52:$O$52</c:f>
              <c:numCache>
                <c:formatCode>mmm\-yy</c:formatCode>
                <c:ptCount val="13"/>
                <c:pt idx="0">
                  <c:v>43525</c:v>
                </c:pt>
                <c:pt idx="1">
                  <c:v>43617</c:v>
                </c:pt>
                <c:pt idx="2">
                  <c:v>43709</c:v>
                </c:pt>
                <c:pt idx="3">
                  <c:v>43800</c:v>
                </c:pt>
                <c:pt idx="4">
                  <c:v>43891</c:v>
                </c:pt>
                <c:pt idx="5">
                  <c:v>43983</c:v>
                </c:pt>
                <c:pt idx="6">
                  <c:v>44075</c:v>
                </c:pt>
                <c:pt idx="7">
                  <c:v>44166</c:v>
                </c:pt>
                <c:pt idx="8">
                  <c:v>44256</c:v>
                </c:pt>
                <c:pt idx="9">
                  <c:v>44348</c:v>
                </c:pt>
                <c:pt idx="10">
                  <c:v>44440</c:v>
                </c:pt>
                <c:pt idx="11">
                  <c:v>44531</c:v>
                </c:pt>
                <c:pt idx="12">
                  <c:v>44593</c:v>
                </c:pt>
              </c:numCache>
            </c:numRef>
          </c:cat>
          <c:val>
            <c:numRef>
              <c:f>'Stacked Data'!$C$60:$O$60</c:f>
              <c:numCache>
                <c:formatCode>0.0%</c:formatCode>
                <c:ptCount val="13"/>
                <c:pt idx="0">
                  <c:v>9.9927160893493044E-3</c:v>
                </c:pt>
                <c:pt idx="1">
                  <c:v>5.4367978975174364E-3</c:v>
                </c:pt>
                <c:pt idx="2">
                  <c:v>2.4533311918466381E-2</c:v>
                </c:pt>
                <c:pt idx="3">
                  <c:v>2.1941051777251801E-2</c:v>
                </c:pt>
                <c:pt idx="4">
                  <c:v>2.1265533104263951E-2</c:v>
                </c:pt>
                <c:pt idx="5">
                  <c:v>2.523292231677815E-2</c:v>
                </c:pt>
                <c:pt idx="6">
                  <c:v>2.899049388728411E-2</c:v>
                </c:pt>
                <c:pt idx="7">
                  <c:v>2.5925234064675309E-2</c:v>
                </c:pt>
                <c:pt idx="8">
                  <c:v>3.8071288449960751E-2</c:v>
                </c:pt>
                <c:pt idx="9">
                  <c:v>7.0976801973423653E-2</c:v>
                </c:pt>
                <c:pt idx="10">
                  <c:v>4.3518417579816997E-2</c:v>
                </c:pt>
                <c:pt idx="11">
                  <c:v>3.6997639495205847E-2</c:v>
                </c:pt>
                <c:pt idx="12">
                  <c:v>7.3593078336000248E-3</c:v>
                </c:pt>
              </c:numCache>
            </c:numRef>
          </c:val>
          <c:smooth val="0"/>
          <c:extLst>
            <c:ext xmlns:c16="http://schemas.microsoft.com/office/drawing/2014/chart" uri="{C3380CC4-5D6E-409C-BE32-E72D297353CC}">
              <c16:uniqueId val="{00000002-E67E-4E61-A310-292048F7D6F7}"/>
            </c:ext>
          </c:extLst>
        </c:ser>
        <c:ser>
          <c:idx val="2"/>
          <c:order val="3"/>
          <c:tx>
            <c:v>Tokyo 5-Ku Vacancy</c:v>
          </c:tx>
          <c:spPr>
            <a:ln w="28575">
              <a:solidFill>
                <a:srgbClr val="C00000"/>
              </a:solidFill>
              <a:prstDash val="sysDot"/>
            </a:ln>
          </c:spPr>
          <c:marker>
            <c:symbol val="none"/>
          </c:marker>
          <c:val>
            <c:numRef>
              <c:f>'Stacked Data'!$C$61:$O$61</c:f>
              <c:numCache>
                <c:formatCode>0.0%</c:formatCode>
                <c:ptCount val="13"/>
                <c:pt idx="0">
                  <c:v>1.6E-2</c:v>
                </c:pt>
                <c:pt idx="1">
                  <c:v>1.4999999999999999E-2</c:v>
                </c:pt>
                <c:pt idx="2">
                  <c:v>1.4E-2</c:v>
                </c:pt>
                <c:pt idx="3">
                  <c:v>1.2E-2</c:v>
                </c:pt>
                <c:pt idx="4">
                  <c:v>1.7999999999999999E-2</c:v>
                </c:pt>
                <c:pt idx="5">
                  <c:v>0.02</c:v>
                </c:pt>
                <c:pt idx="6">
                  <c:v>3.3000000000000002E-2</c:v>
                </c:pt>
                <c:pt idx="7">
                  <c:v>4.2999999999999997E-2</c:v>
                </c:pt>
                <c:pt idx="8">
                  <c:v>5.5E-2</c:v>
                </c:pt>
                <c:pt idx="9">
                  <c:v>6.4000000000000001E-2</c:v>
                </c:pt>
                <c:pt idx="10">
                  <c:v>6.6000000000000003E-2</c:v>
                </c:pt>
                <c:pt idx="11">
                  <c:v>6.3E-2</c:v>
                </c:pt>
                <c:pt idx="12">
                  <c:v>6.6000000000000003E-2</c:v>
                </c:pt>
              </c:numCache>
            </c:numRef>
          </c:val>
          <c:smooth val="0"/>
          <c:extLst>
            <c:ext xmlns:c16="http://schemas.microsoft.com/office/drawing/2014/chart" uri="{C3380CC4-5D6E-409C-BE32-E72D297353CC}">
              <c16:uniqueId val="{00000003-E67E-4E61-A310-292048F7D6F7}"/>
            </c:ext>
          </c:extLst>
        </c:ser>
        <c:dLbls>
          <c:showLegendKey val="0"/>
          <c:showVal val="0"/>
          <c:showCatName val="0"/>
          <c:showSerName val="0"/>
          <c:showPercent val="0"/>
          <c:showBubbleSize val="0"/>
        </c:dLbls>
        <c:marker val="1"/>
        <c:smooth val="0"/>
        <c:axId val="1093708400"/>
        <c:axId val="697182656"/>
      </c:lineChart>
      <c:dateAx>
        <c:axId val="91318412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843952"/>
        <c:crosses val="autoZero"/>
        <c:auto val="1"/>
        <c:lblOffset val="100"/>
        <c:baseTimeUnit val="months"/>
      </c:dateAx>
      <c:valAx>
        <c:axId val="116843952"/>
        <c:scaling>
          <c:orientation val="minMax"/>
          <c:max val="500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Rent</a:t>
                </a:r>
                <a:r>
                  <a:rPr lang="en-US" baseline="0" dirty="0"/>
                  <a:t> &amp; CAM</a:t>
                </a:r>
                <a:endParaRPr lang="en-US" dirty="0"/>
              </a:p>
            </c:rich>
          </c:tx>
          <c:overlay val="0"/>
          <c:spPr>
            <a:noFill/>
            <a:ln>
              <a:noFill/>
            </a:ln>
            <a:effectLst/>
          </c:spPr>
        </c:title>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3184128"/>
        <c:crosses val="autoZero"/>
        <c:crossBetween val="between"/>
        <c:majorUnit val="5000"/>
      </c:valAx>
      <c:valAx>
        <c:axId val="697182656"/>
        <c:scaling>
          <c:orientation val="minMax"/>
          <c:max val="0.1"/>
          <c:min val="0"/>
        </c:scaling>
        <c:delete val="0"/>
        <c:axPos val="r"/>
        <c:title>
          <c:tx>
            <c:rich>
              <a:bodyPr/>
              <a:lstStyle/>
              <a:p>
                <a:pPr algn="ctr" rtl="0">
                  <a:defRPr lang="en-US" sz="1000" b="0" i="0" u="none" strike="noStrike" kern="1200" baseline="0" dirty="0" smtClean="0">
                    <a:solidFill>
                      <a:srgbClr val="4A4A4D">
                        <a:lumMod val="65000"/>
                        <a:lumOff val="35000"/>
                      </a:srgbClr>
                    </a:solidFill>
                    <a:latin typeface="+mn-lt"/>
                    <a:ea typeface="+mn-ea"/>
                    <a:cs typeface="+mn-cs"/>
                  </a:defRPr>
                </a:pPr>
                <a:r>
                  <a:rPr lang="en-US" sz="1000" b="0" i="0" u="none" strike="noStrike" kern="1200" baseline="0" dirty="0">
                    <a:solidFill>
                      <a:srgbClr val="4A4A4D">
                        <a:lumMod val="65000"/>
                        <a:lumOff val="35000"/>
                      </a:srgbClr>
                    </a:solidFill>
                    <a:latin typeface="+mn-lt"/>
                    <a:ea typeface="+mn-ea"/>
                    <a:cs typeface="+mn-cs"/>
                  </a:rPr>
                  <a:t>Vacancy</a:t>
                </a:r>
              </a:p>
            </c:rich>
          </c:tx>
          <c:overlay val="0"/>
        </c:title>
        <c:numFmt formatCode="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3708400"/>
        <c:crosses val="max"/>
        <c:crossBetween val="between"/>
      </c:valAx>
      <c:dateAx>
        <c:axId val="1093708400"/>
        <c:scaling>
          <c:orientation val="minMax"/>
        </c:scaling>
        <c:delete val="1"/>
        <c:axPos val="b"/>
        <c:numFmt formatCode="mmm\-yy" sourceLinked="1"/>
        <c:majorTickMark val="out"/>
        <c:minorTickMark val="none"/>
        <c:tickLblPos val="nextTo"/>
        <c:crossAx val="697182656"/>
        <c:crosses val="autoZero"/>
        <c:auto val="1"/>
        <c:lblOffset val="100"/>
        <c:baseTimeUnit val="months"/>
      </c:dateAx>
    </c:plotArea>
    <c:legend>
      <c:legendPos val="t"/>
      <c:layout>
        <c:manualLayout>
          <c:xMode val="edge"/>
          <c:yMode val="edge"/>
          <c:x val="0.22252001191536822"/>
          <c:y val="5.0015056016256859E-2"/>
          <c:w val="0.6003314323296739"/>
          <c:h val="0.11721759972565939"/>
        </c:manualLayout>
      </c:layout>
      <c:overlay val="0"/>
    </c:legend>
    <c:plotVisOnly val="1"/>
    <c:dispBlanksAs val="gap"/>
    <c:showDLblsOverMax val="0"/>
    <c:extLst/>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400" b="1" i="0" u="none" strike="noStrike" baseline="0">
                <a:solidFill>
                  <a:srgbClr val="666699"/>
                </a:solidFill>
                <a:latin typeface="Calibri"/>
                <a:ea typeface="Calibri"/>
                <a:cs typeface="Calibri"/>
              </a:defRPr>
            </a:pPr>
            <a:r>
              <a:rPr lang="en-US" sz="1200" dirty="0"/>
              <a:t>5-Year Total Cost of Occupancy - Euro</a:t>
            </a:r>
          </a:p>
        </c:rich>
      </c:tx>
      <c:layout>
        <c:manualLayout>
          <c:xMode val="edge"/>
          <c:yMode val="edge"/>
          <c:x val="8.6657199100112492E-2"/>
          <c:y val="3.1847454399430354E-2"/>
        </c:manualLayout>
      </c:layout>
      <c:overlay val="0"/>
      <c:spPr>
        <a:noFill/>
        <a:ln w="25400">
          <a:noFill/>
        </a:ln>
      </c:spPr>
    </c:title>
    <c:autoTitleDeleted val="0"/>
    <c:plotArea>
      <c:layout>
        <c:manualLayout>
          <c:layoutTarget val="inner"/>
          <c:xMode val="edge"/>
          <c:yMode val="edge"/>
          <c:x val="5.7466746344206947E-2"/>
          <c:y val="0.12212866580531923"/>
          <c:w val="0.93549859392575929"/>
          <c:h val="0.76761146536556146"/>
        </c:manualLayout>
      </c:layout>
      <c:barChart>
        <c:barDir val="col"/>
        <c:grouping val="stacked"/>
        <c:varyColors val="0"/>
        <c:ser>
          <c:idx val="0"/>
          <c:order val="0"/>
          <c:tx>
            <c:strRef>
              <c:f>'Financial Analysis'!$H$16</c:f>
              <c:strCache>
                <c:ptCount val="1"/>
                <c:pt idx="0">
                  <c:v>Opex</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Pt>
            <c:idx val="0"/>
            <c:invertIfNegative val="0"/>
            <c:bubble3D val="0"/>
            <c:spPr>
              <a:solidFill>
                <a:schemeClr val="accent1"/>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584E-A545-9D50-FBA626CDBC28}"/>
              </c:ext>
            </c:extLst>
          </c:dPt>
          <c:dPt>
            <c:idx val="1"/>
            <c:invertIfNegative val="0"/>
            <c:bubble3D val="0"/>
            <c:spPr>
              <a:solidFill>
                <a:schemeClr val="accent1"/>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0-584E-A545-9D50-FBA626CDBC28}"/>
              </c:ext>
            </c:extLst>
          </c:dPt>
          <c:dPt>
            <c:idx val="2"/>
            <c:invertIfNegative val="0"/>
            <c:bubble3D val="0"/>
            <c:spPr>
              <a:solidFill>
                <a:schemeClr val="accent1"/>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2-584E-A545-9D50-FBA626CDBC28}"/>
              </c:ext>
            </c:extLst>
          </c:dPt>
          <c:dPt>
            <c:idx val="3"/>
            <c:invertIfNegative val="0"/>
            <c:bubble3D val="0"/>
            <c:spPr>
              <a:solidFill>
                <a:schemeClr val="accent1"/>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584E-A545-9D50-FBA626CDBC28}"/>
              </c:ext>
            </c:extLst>
          </c:dPt>
          <c:dPt>
            <c:idx val="4"/>
            <c:invertIfNegative val="0"/>
            <c:bubble3D val="0"/>
            <c:spPr>
              <a:solidFill>
                <a:schemeClr val="accent1"/>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4-584E-A545-9D50-FBA626CDBC28}"/>
              </c:ext>
            </c:extLst>
          </c:dPt>
          <c:dLbls>
            <c:numFmt formatCode="[$€-2]\ #,##0" sourceLinked="0"/>
            <c:spPr>
              <a:noFill/>
              <a:ln w="25400">
                <a:noFill/>
              </a:ln>
            </c:spPr>
            <c:txPr>
              <a:bodyPr wrap="square" lIns="38100" tIns="19050" rIns="38100" bIns="19050" anchor="ctr">
                <a:spAutoFit/>
              </a:bodyPr>
              <a:lstStyle/>
              <a:p>
                <a:pPr>
                  <a:defRPr sz="1000" b="1">
                    <a:solidFill>
                      <a:schemeClr val="bg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'Financial Analysis'!$G$5:$G$9</c:f>
              <c:strCache>
                <c:ptCount val="5"/>
                <c:pt idx="0">
                  <c:v>1. Recontact - No Restack</c:v>
                </c:pt>
                <c:pt idx="1">
                  <c:v>2. Recontract Rent Reduction</c:v>
                </c:pt>
                <c:pt idx="2">
                  <c:v>3. 10 serviced seats</c:v>
                </c:pt>
                <c:pt idx="3">
                  <c:v>4. 15 serviced seats</c:v>
                </c:pt>
                <c:pt idx="4">
                  <c:v>5. 21 serviced seats</c:v>
                </c:pt>
              </c:strCache>
            </c:strRef>
          </c:cat>
          <c:val>
            <c:numRef>
              <c:f>'Financial Analysis'!$H$17:$H$21</c:f>
              <c:numCache>
                <c:formatCode>_([$€-2]\ * #,##0.00_);_([$€-2]\ * \(#,##0.00\);_([$€-2]\ * "-"??_);_(@_)</c:formatCode>
                <c:ptCount val="5"/>
                <c:pt idx="0">
                  <c:v>1745808.6956521738</c:v>
                </c:pt>
                <c:pt idx="1">
                  <c:v>1636695.6521739131</c:v>
                </c:pt>
                <c:pt idx="2">
                  <c:v>442028.9855072464</c:v>
                </c:pt>
                <c:pt idx="3">
                  <c:v>663043.47826086951</c:v>
                </c:pt>
                <c:pt idx="4">
                  <c:v>884057.9710144928</c:v>
                </c:pt>
              </c:numCache>
            </c:numRef>
          </c:val>
          <c:extLst>
            <c:ext xmlns:c16="http://schemas.microsoft.com/office/drawing/2014/chart" uri="{C3380CC4-5D6E-409C-BE32-E72D297353CC}">
              <c16:uniqueId val="{00000000-EB1A-43FF-BFFB-498B0FBD9AAE}"/>
            </c:ext>
          </c:extLst>
        </c:ser>
        <c:ser>
          <c:idx val="1"/>
          <c:order val="1"/>
          <c:tx>
            <c:strRef>
              <c:f>'Financial Analysis'!$I$16</c:f>
              <c:strCache>
                <c:ptCount val="1"/>
                <c:pt idx="0">
                  <c:v>Capex</c:v>
                </c:pt>
              </c:strCache>
            </c:strRef>
          </c:tx>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invertIfNegative val="0"/>
          <c:cat>
            <c:strRef>
              <c:f>'Financial Analysis'!$G$5:$G$9</c:f>
              <c:strCache>
                <c:ptCount val="5"/>
                <c:pt idx="0">
                  <c:v>1. Recontact - No Restack</c:v>
                </c:pt>
                <c:pt idx="1">
                  <c:v>2. Recontract Rent Reduction</c:v>
                </c:pt>
                <c:pt idx="2">
                  <c:v>3. 10 serviced seats</c:v>
                </c:pt>
                <c:pt idx="3">
                  <c:v>4. 15 serviced seats</c:v>
                </c:pt>
                <c:pt idx="4">
                  <c:v>5. 21 serviced seats</c:v>
                </c:pt>
              </c:strCache>
            </c:strRef>
          </c:cat>
          <c:val>
            <c:numRef>
              <c:f>'Financial Analysis'!$I$17:$I$21</c:f>
              <c:numCache>
                <c:formatCode>_([$€-2]\ * #,##0.00_);_([$€-2]\ * \(#,##0.00\);_([$€-2]\ * "-"??_);_(@_)</c:formatCode>
                <c:ptCount val="5"/>
                <c:pt idx="0">
                  <c:v>0</c:v>
                </c:pt>
                <c:pt idx="1">
                  <c:v>0</c:v>
                </c:pt>
                <c:pt idx="2">
                  <c:v>0</c:v>
                </c:pt>
                <c:pt idx="3">
                  <c:v>0</c:v>
                </c:pt>
                <c:pt idx="4">
                  <c:v>0</c:v>
                </c:pt>
              </c:numCache>
            </c:numRef>
          </c:val>
          <c:extLst>
            <c:ext xmlns:c16="http://schemas.microsoft.com/office/drawing/2014/chart" uri="{C3380CC4-5D6E-409C-BE32-E72D297353CC}">
              <c16:uniqueId val="{00000002-EB1A-43FF-BFFB-498B0FBD9AAE}"/>
            </c:ext>
          </c:extLst>
        </c:ser>
        <c:ser>
          <c:idx val="2"/>
          <c:order val="2"/>
          <c:tx>
            <c:strRef>
              <c:f>'Financial Analysis'!$J$16</c:f>
              <c:strCache>
                <c:ptCount val="1"/>
                <c:pt idx="0">
                  <c:v>Reinstatement/Comm.</c:v>
                </c:pt>
              </c:strCache>
            </c:strRef>
          </c:tx>
          <c:spPr>
            <a:solidFill>
              <a:schemeClr val="accent3"/>
            </a:solidFill>
            <a:ln>
              <a:noFill/>
            </a:ln>
            <a:effectLst>
              <a:outerShdw blurRad="40000" dist="23000" dir="5400000" rotWithShape="0">
                <a:srgbClr val="000000">
                  <a:alpha val="35000"/>
                </a:srgbClr>
              </a:outerShdw>
            </a:effectLst>
          </c:spPr>
          <c:invertIfNegative val="0"/>
          <c:dLbls>
            <c:dLbl>
              <c:idx val="0"/>
              <c:layout>
                <c:manualLayout>
                  <c:x val="0"/>
                  <c:y val="-1.48823125473128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B1A-43FF-BFFB-498B0FBD9AAE}"/>
                </c:ext>
              </c:extLst>
            </c:dLbl>
            <c:dLbl>
              <c:idx val="1"/>
              <c:layout>
                <c:manualLayout>
                  <c:x val="0"/>
                  <c:y val="-1.48823125473128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B1A-43FF-BFFB-498B0FBD9AAE}"/>
                </c:ext>
              </c:extLst>
            </c:dLbl>
            <c:dLbl>
              <c:idx val="3"/>
              <c:layout>
                <c:manualLayout>
                  <c:x val="0"/>
                  <c:y val="1.06765245642730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84E-A545-9D50-FBA626CDBC28}"/>
                </c:ext>
              </c:extLst>
            </c:dLbl>
            <c:numFmt formatCode="[$€-2]\ #,##0" sourceLinked="0"/>
            <c:spPr>
              <a:noFill/>
              <a:ln w="25400">
                <a:noFill/>
              </a:ln>
            </c:spPr>
            <c:txPr>
              <a:bodyPr wrap="square" lIns="38100" tIns="19050" rIns="38100" bIns="19050" anchor="ctr">
                <a:spAutoFit/>
              </a:bodyPr>
              <a:lstStyle/>
              <a:p>
                <a:pPr>
                  <a:defRPr b="1">
                    <a:solidFill>
                      <a:schemeClr val="accent5"/>
                    </a:solidFill>
                    <a:latin typeface="+mj-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'Financial Analysis'!$G$5:$G$9</c:f>
              <c:strCache>
                <c:ptCount val="5"/>
                <c:pt idx="0">
                  <c:v>1. Recontact - No Restack</c:v>
                </c:pt>
                <c:pt idx="1">
                  <c:v>2. Recontract Rent Reduction</c:v>
                </c:pt>
                <c:pt idx="2">
                  <c:v>3. 10 serviced seats</c:v>
                </c:pt>
                <c:pt idx="3">
                  <c:v>4. 15 serviced seats</c:v>
                </c:pt>
                <c:pt idx="4">
                  <c:v>5. 21 serviced seats</c:v>
                </c:pt>
              </c:strCache>
            </c:strRef>
          </c:cat>
          <c:val>
            <c:numRef>
              <c:f>'Financial Analysis'!$J$17:$J$21</c:f>
              <c:numCache>
                <c:formatCode>_([$€-2]\ * #,##0.00_);_([$€-2]\ * \(#,##0.00\);_([$€-2]\ * "-"??_);_(@_)</c:formatCode>
                <c:ptCount val="5"/>
                <c:pt idx="0">
                  <c:v>4364.5217391304341</c:v>
                </c:pt>
                <c:pt idx="1">
                  <c:v>8729.0434782608681</c:v>
                </c:pt>
                <c:pt idx="2">
                  <c:v>181855.07246376813</c:v>
                </c:pt>
                <c:pt idx="3">
                  <c:v>181855.07246376813</c:v>
                </c:pt>
                <c:pt idx="4">
                  <c:v>181855.07246376813</c:v>
                </c:pt>
              </c:numCache>
            </c:numRef>
          </c:val>
          <c:extLst>
            <c:ext xmlns:c16="http://schemas.microsoft.com/office/drawing/2014/chart" uri="{C3380CC4-5D6E-409C-BE32-E72D297353CC}">
              <c16:uniqueId val="{00000003-EB1A-43FF-BFFB-498B0FBD9AAE}"/>
            </c:ext>
          </c:extLst>
        </c:ser>
        <c:dLbls>
          <c:showLegendKey val="0"/>
          <c:showVal val="0"/>
          <c:showCatName val="0"/>
          <c:showSerName val="0"/>
          <c:showPercent val="0"/>
          <c:showBubbleSize val="0"/>
        </c:dLbls>
        <c:gapWidth val="125"/>
        <c:overlap val="100"/>
        <c:axId val="308579151"/>
        <c:axId val="1"/>
      </c:barChart>
      <c:catAx>
        <c:axId val="308579151"/>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0" vert="horz"/>
          <a:lstStyle/>
          <a:p>
            <a:pPr>
              <a:defRPr sz="1000" b="1" i="0" u="none" strike="noStrike" baseline="0">
                <a:solidFill>
                  <a:schemeClr val="bg1"/>
                </a:solidFill>
                <a:latin typeface="Calibri"/>
                <a:ea typeface="Calibri"/>
                <a:cs typeface="Calibri"/>
              </a:defRPr>
            </a:pPr>
            <a:endParaRPr lang="en-US"/>
          </a:p>
        </c:txPr>
        <c:crossAx val="1"/>
        <c:crosses val="autoZero"/>
        <c:auto val="1"/>
        <c:lblAlgn val="ctr"/>
        <c:lblOffset val="100"/>
        <c:noMultiLvlLbl val="0"/>
      </c:catAx>
      <c:valAx>
        <c:axId val="1"/>
        <c:scaling>
          <c:orientation val="minMax"/>
          <c:min val="0"/>
        </c:scaling>
        <c:delete val="0"/>
        <c:axPos val="l"/>
        <c:majorGridlines>
          <c:spPr>
            <a:ln w="9525" cap="flat" cmpd="sng" algn="ctr">
              <a:solidFill>
                <a:schemeClr val="tx2">
                  <a:lumMod val="15000"/>
                  <a:lumOff val="85000"/>
                </a:schemeClr>
              </a:solidFill>
              <a:round/>
            </a:ln>
            <a:effectLst/>
          </c:spPr>
        </c:majorGridlines>
        <c:numFmt formatCode="[$€-2]\ #,##0" sourceLinked="0"/>
        <c:majorTickMark val="none"/>
        <c:minorTickMark val="none"/>
        <c:tickLblPos val="low"/>
        <c:spPr>
          <a:ln w="6350">
            <a:noFill/>
          </a:ln>
        </c:spPr>
        <c:txPr>
          <a:bodyPr rot="0" vert="horz"/>
          <a:lstStyle/>
          <a:p>
            <a:pPr>
              <a:defRPr sz="1000" b="0" i="0" u="none" strike="noStrike" baseline="0">
                <a:solidFill>
                  <a:srgbClr val="333399"/>
                </a:solidFill>
                <a:latin typeface="Calibri"/>
                <a:ea typeface="Calibri"/>
                <a:cs typeface="Calibri"/>
              </a:defRPr>
            </a:pPr>
            <a:endParaRPr lang="en-US"/>
          </a:p>
        </c:txPr>
        <c:crossAx val="308579151"/>
        <c:crosses val="autoZero"/>
        <c:crossBetween val="between"/>
      </c:valAx>
      <c:spPr>
        <a:noFill/>
        <a:ln w="25400">
          <a:noFill/>
        </a:ln>
      </c:spPr>
    </c:plotArea>
    <c:legend>
      <c:legendPos val="b"/>
      <c:layout>
        <c:manualLayout>
          <c:xMode val="edge"/>
          <c:yMode val="edge"/>
          <c:x val="0.63431661609390011"/>
          <c:y val="4.5071845242698881E-2"/>
          <c:w val="0.32288664714919085"/>
          <c:h val="5.0006209791599407E-2"/>
        </c:manualLayout>
      </c:layout>
      <c:overlay val="0"/>
      <c:spPr>
        <a:noFill/>
        <a:ln w="25400">
          <a:noFill/>
        </a:ln>
      </c:spPr>
      <c:txPr>
        <a:bodyPr/>
        <a:lstStyle/>
        <a:p>
          <a:pPr>
            <a:defRPr sz="1100" b="0" i="0" u="none" strike="noStrike" baseline="0">
              <a:solidFill>
                <a:srgbClr val="333399"/>
              </a:solidFill>
              <a:latin typeface="Calibri"/>
              <a:ea typeface="Calibri"/>
              <a:cs typeface="Calibri"/>
            </a:defRPr>
          </a:pPr>
          <a:endParaRPr lang="en-US"/>
        </a:p>
      </c:txPr>
    </c:legend>
    <c:plotVisOnly val="1"/>
    <c:dispBlanksAs val="gap"/>
    <c:showDLblsOverMax val="0"/>
  </c:chart>
  <c:spPr>
    <a:noFill/>
    <a:ln w="9525" cap="flat" cmpd="sng" algn="ctr">
      <a:noFill/>
      <a:round/>
    </a:ln>
    <a:effectLst/>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userShapes r:id="rId2"/>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D8C510-000D-4CB2-B720-EFCD7A3BFE91}"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F0C79BF5-E7B4-46DE-827A-2281F14ACFFA}">
      <dgm:prSet phldrT="[Text]" custT="1"/>
      <dgm:spPr/>
      <dgm:t>
        <a:bodyPr/>
        <a:lstStyle/>
        <a:p>
          <a:pPr algn="ctr"/>
          <a:r>
            <a:rPr lang="en-US" sz="1800" dirty="0">
              <a:latin typeface="Open Sans" panose="020B0606030504020204" pitchFamily="34" charset="0"/>
              <a:ea typeface="Open Sans" panose="020B0606030504020204" pitchFamily="34" charset="0"/>
              <a:cs typeface="Open Sans" panose="020B0606030504020204" pitchFamily="34" charset="0"/>
            </a:rPr>
            <a:t> </a:t>
          </a:r>
        </a:p>
      </dgm:t>
    </dgm:pt>
    <dgm:pt modelId="{6C13DDAB-B8BF-41DE-9B62-DA21EFDD2EB0}" type="parTrans" cxnId="{1DBC17A9-53C5-4663-9F59-C87BE9BC2204}">
      <dgm:prSet/>
      <dgm:spPr/>
      <dgm:t>
        <a:bodyPr/>
        <a:lstStyle/>
        <a:p>
          <a:endParaRPr lang="en-US"/>
        </a:p>
      </dgm:t>
    </dgm:pt>
    <dgm:pt modelId="{6C1AAEB3-69B0-41B6-8468-87285FFCC8CC}" type="sibTrans" cxnId="{1DBC17A9-53C5-4663-9F59-C87BE9BC2204}">
      <dgm:prSet/>
      <dgm:spPr/>
      <dgm:t>
        <a:bodyPr/>
        <a:lstStyle/>
        <a:p>
          <a:endParaRPr lang="en-US"/>
        </a:p>
      </dgm:t>
    </dgm:pt>
    <dgm:pt modelId="{A3E1D6F9-8794-4F28-841B-D799B25D919C}" type="pres">
      <dgm:prSet presAssocID="{C1D8C510-000D-4CB2-B720-EFCD7A3BFE91}" presName="Name0" presStyleCnt="0">
        <dgm:presLayoutVars>
          <dgm:chMax val="9"/>
          <dgm:chPref val="9"/>
        </dgm:presLayoutVars>
      </dgm:prSet>
      <dgm:spPr/>
    </dgm:pt>
    <dgm:pt modelId="{5AE41564-9E70-4FD1-B824-CB72F031F3CB}" type="pres">
      <dgm:prSet presAssocID="{F0C79BF5-E7B4-46DE-827A-2281F14ACFFA}" presName="picture1" presStyleCnt="0"/>
      <dgm:spPr/>
    </dgm:pt>
    <dgm:pt modelId="{58C2C873-D74D-4FD7-A26D-6A3B4C4EC417}" type="pres">
      <dgm:prSet presAssocID="{F0C79BF5-E7B4-46DE-827A-2281F14ACFFA}" presName="picture" presStyleLbl="alignImgPlace1" presStyleIdx="0" presStyleCnt="1" custScaleX="79019" custScaleY="128011" custLinFactNeighborX="-10432" custLinFactNeighborY="-10"/>
      <dgm:spPr>
        <a:solidFill>
          <a:schemeClr val="bg2"/>
        </a:solidFill>
        <a:ln>
          <a:noFill/>
        </a:ln>
      </dgm:spPr>
    </dgm:pt>
    <dgm:pt modelId="{6A019461-56AC-4876-B9DA-E5CD1957E94C}" type="pres">
      <dgm:prSet presAssocID="{F0C79BF5-E7B4-46DE-827A-2281F14ACFFA}" presName="parent1" presStyleLbl="node1" presStyleIdx="0" presStyleCnt="0" custScaleX="43357" custLinFactY="-140318" custLinFactNeighborX="6874" custLinFactNeighborY="-200000">
        <dgm:presLayoutVars>
          <dgm:chMax val="0"/>
          <dgm:chPref val="0"/>
          <dgm:bulletEnabled val="1"/>
        </dgm:presLayoutVars>
      </dgm:prSet>
      <dgm:spPr/>
    </dgm:pt>
  </dgm:ptLst>
  <dgm:cxnLst>
    <dgm:cxn modelId="{763D43A5-80DA-4790-A7C0-8E154215B613}" type="presOf" srcId="{C1D8C510-000D-4CB2-B720-EFCD7A3BFE91}" destId="{A3E1D6F9-8794-4F28-841B-D799B25D919C}" srcOrd="0" destOrd="0" presId="urn:microsoft.com/office/officeart/2011/layout/ThemePictureAlternatingAccent"/>
    <dgm:cxn modelId="{1DBC17A9-53C5-4663-9F59-C87BE9BC2204}" srcId="{C1D8C510-000D-4CB2-B720-EFCD7A3BFE91}" destId="{F0C79BF5-E7B4-46DE-827A-2281F14ACFFA}" srcOrd="0" destOrd="0" parTransId="{6C13DDAB-B8BF-41DE-9B62-DA21EFDD2EB0}" sibTransId="{6C1AAEB3-69B0-41B6-8468-87285FFCC8CC}"/>
    <dgm:cxn modelId="{061FC1BD-627A-4DA5-962B-FE7D72917C7E}" type="presOf" srcId="{F0C79BF5-E7B4-46DE-827A-2281F14ACFFA}" destId="{6A019461-56AC-4876-B9DA-E5CD1957E94C}" srcOrd="0" destOrd="0" presId="urn:microsoft.com/office/officeart/2011/layout/ThemePictureAlternatingAccent"/>
    <dgm:cxn modelId="{5CDB1EAC-ECD0-4754-AFF9-1B77B3ACE600}" type="presParOf" srcId="{A3E1D6F9-8794-4F28-841B-D799B25D919C}" destId="{5AE41564-9E70-4FD1-B824-CB72F031F3CB}" srcOrd="0" destOrd="0" presId="urn:microsoft.com/office/officeart/2011/layout/ThemePictureAlternatingAccent"/>
    <dgm:cxn modelId="{22EDB99B-FC4B-4E63-983D-55C10750463E}" type="presParOf" srcId="{5AE41564-9E70-4FD1-B824-CB72F031F3CB}" destId="{58C2C873-D74D-4FD7-A26D-6A3B4C4EC417}" srcOrd="0" destOrd="0" presId="urn:microsoft.com/office/officeart/2011/layout/ThemePictureAlternatingAccent"/>
    <dgm:cxn modelId="{0256346A-BF02-42DC-A627-EF37DCB958B8}" type="presParOf" srcId="{A3E1D6F9-8794-4F28-841B-D799B25D919C}" destId="{6A019461-56AC-4876-B9DA-E5CD1957E94C}" srcOrd="1" destOrd="0" presId="urn:microsoft.com/office/officeart/2011/layout/ThemePictureAlternatingAccen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D8C510-000D-4CB2-B720-EFCD7A3BFE91}" type="doc">
      <dgm:prSet loTypeId="urn:microsoft.com/office/officeart/2011/layout/ThemePictureAlternatingAccent" loCatId="picture" qsTypeId="urn:microsoft.com/office/officeart/2005/8/quickstyle/simple1" qsCatId="simple" csTypeId="urn:microsoft.com/office/officeart/2005/8/colors/accent1_2" csCatId="accent1" phldr="1"/>
      <dgm:spPr/>
      <dgm:t>
        <a:bodyPr/>
        <a:lstStyle/>
        <a:p>
          <a:endParaRPr lang="en-US"/>
        </a:p>
      </dgm:t>
    </dgm:pt>
    <dgm:pt modelId="{F0C79BF5-E7B4-46DE-827A-2281F14ACFFA}">
      <dgm:prSet phldrT="[Text]" custT="1"/>
      <dgm:spPr/>
      <dgm:t>
        <a:bodyPr/>
        <a:lstStyle/>
        <a:p>
          <a:pPr algn="ctr"/>
          <a:r>
            <a:rPr lang="en-US" sz="1800" dirty="0">
              <a:latin typeface="Open Sans" panose="020B0606030504020204" pitchFamily="34" charset="0"/>
              <a:ea typeface="Open Sans" panose="020B0606030504020204" pitchFamily="34" charset="0"/>
              <a:cs typeface="Open Sans" panose="020B0606030504020204" pitchFamily="34" charset="0"/>
            </a:rPr>
            <a:t> </a:t>
          </a:r>
        </a:p>
      </dgm:t>
    </dgm:pt>
    <dgm:pt modelId="{6C13DDAB-B8BF-41DE-9B62-DA21EFDD2EB0}" type="parTrans" cxnId="{1DBC17A9-53C5-4663-9F59-C87BE9BC2204}">
      <dgm:prSet/>
      <dgm:spPr/>
      <dgm:t>
        <a:bodyPr/>
        <a:lstStyle/>
        <a:p>
          <a:endParaRPr lang="en-US"/>
        </a:p>
      </dgm:t>
    </dgm:pt>
    <dgm:pt modelId="{6C1AAEB3-69B0-41B6-8468-87285FFCC8CC}" type="sibTrans" cxnId="{1DBC17A9-53C5-4663-9F59-C87BE9BC2204}">
      <dgm:prSet/>
      <dgm:spPr/>
      <dgm:t>
        <a:bodyPr/>
        <a:lstStyle/>
        <a:p>
          <a:endParaRPr lang="en-US"/>
        </a:p>
      </dgm:t>
    </dgm:pt>
    <dgm:pt modelId="{A3E1D6F9-8794-4F28-841B-D799B25D919C}" type="pres">
      <dgm:prSet presAssocID="{C1D8C510-000D-4CB2-B720-EFCD7A3BFE91}" presName="Name0" presStyleCnt="0">
        <dgm:presLayoutVars>
          <dgm:chMax val="9"/>
          <dgm:chPref val="9"/>
        </dgm:presLayoutVars>
      </dgm:prSet>
      <dgm:spPr/>
    </dgm:pt>
    <dgm:pt modelId="{5AE41564-9E70-4FD1-B824-CB72F031F3CB}" type="pres">
      <dgm:prSet presAssocID="{F0C79BF5-E7B4-46DE-827A-2281F14ACFFA}" presName="picture1" presStyleCnt="0"/>
      <dgm:spPr/>
    </dgm:pt>
    <dgm:pt modelId="{58C2C873-D74D-4FD7-A26D-6A3B4C4EC417}" type="pres">
      <dgm:prSet presAssocID="{F0C79BF5-E7B4-46DE-827A-2281F14ACFFA}" presName="picture" presStyleLbl="alignImgPlace1" presStyleIdx="0" presStyleCnt="1" custScaleX="79019" custScaleY="128011" custLinFactNeighborX="-10432" custLinFactNeighborY="-10"/>
      <dgm:spPr>
        <a:solidFill>
          <a:schemeClr val="bg2"/>
        </a:solidFill>
        <a:ln>
          <a:noFill/>
        </a:ln>
      </dgm:spPr>
    </dgm:pt>
    <dgm:pt modelId="{6A019461-56AC-4876-B9DA-E5CD1957E94C}" type="pres">
      <dgm:prSet presAssocID="{F0C79BF5-E7B4-46DE-827A-2281F14ACFFA}" presName="parent1" presStyleLbl="node1" presStyleIdx="0" presStyleCnt="0" custScaleX="43357" custLinFactY="-140318" custLinFactNeighborX="6874" custLinFactNeighborY="-200000">
        <dgm:presLayoutVars>
          <dgm:chMax val="0"/>
          <dgm:chPref val="0"/>
          <dgm:bulletEnabled val="1"/>
        </dgm:presLayoutVars>
      </dgm:prSet>
      <dgm:spPr/>
    </dgm:pt>
  </dgm:ptLst>
  <dgm:cxnLst>
    <dgm:cxn modelId="{763D43A5-80DA-4790-A7C0-8E154215B613}" type="presOf" srcId="{C1D8C510-000D-4CB2-B720-EFCD7A3BFE91}" destId="{A3E1D6F9-8794-4F28-841B-D799B25D919C}" srcOrd="0" destOrd="0" presId="urn:microsoft.com/office/officeart/2011/layout/ThemePictureAlternatingAccent"/>
    <dgm:cxn modelId="{1DBC17A9-53C5-4663-9F59-C87BE9BC2204}" srcId="{C1D8C510-000D-4CB2-B720-EFCD7A3BFE91}" destId="{F0C79BF5-E7B4-46DE-827A-2281F14ACFFA}" srcOrd="0" destOrd="0" parTransId="{6C13DDAB-B8BF-41DE-9B62-DA21EFDD2EB0}" sibTransId="{6C1AAEB3-69B0-41B6-8468-87285FFCC8CC}"/>
    <dgm:cxn modelId="{061FC1BD-627A-4DA5-962B-FE7D72917C7E}" type="presOf" srcId="{F0C79BF5-E7B4-46DE-827A-2281F14ACFFA}" destId="{6A019461-56AC-4876-B9DA-E5CD1957E94C}" srcOrd="0" destOrd="0" presId="urn:microsoft.com/office/officeart/2011/layout/ThemePictureAlternatingAccent"/>
    <dgm:cxn modelId="{5CDB1EAC-ECD0-4754-AFF9-1B77B3ACE600}" type="presParOf" srcId="{A3E1D6F9-8794-4F28-841B-D799B25D919C}" destId="{5AE41564-9E70-4FD1-B824-CB72F031F3CB}" srcOrd="0" destOrd="0" presId="urn:microsoft.com/office/officeart/2011/layout/ThemePictureAlternatingAccent"/>
    <dgm:cxn modelId="{22EDB99B-FC4B-4E63-983D-55C10750463E}" type="presParOf" srcId="{5AE41564-9E70-4FD1-B824-CB72F031F3CB}" destId="{58C2C873-D74D-4FD7-A26D-6A3B4C4EC417}" srcOrd="0" destOrd="0" presId="urn:microsoft.com/office/officeart/2011/layout/ThemePictureAlternatingAccent"/>
    <dgm:cxn modelId="{0256346A-BF02-42DC-A627-EF37DCB958B8}" type="presParOf" srcId="{A3E1D6F9-8794-4F28-841B-D799B25D919C}" destId="{6A019461-56AC-4876-B9DA-E5CD1957E94C}" srcOrd="1" destOrd="0" presId="urn:microsoft.com/office/officeart/2011/layout/ThemePictureAlternatingAccent"/>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2C873-D74D-4FD7-A26D-6A3B4C4EC417}">
      <dsp:nvSpPr>
        <dsp:cNvPr id="0" name=""/>
        <dsp:cNvSpPr/>
      </dsp:nvSpPr>
      <dsp:spPr>
        <a:xfrm>
          <a:off x="1230" y="7527"/>
          <a:ext cx="1661443" cy="1661446"/>
        </a:xfrm>
        <a:prstGeom prst="rect">
          <a:avLst/>
        </a:prstGeom>
        <a:solidFill>
          <a:schemeClr val="bg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6A019461-56AC-4876-B9DA-E5CD1957E94C}">
      <dsp:nvSpPr>
        <dsp:cNvPr id="0" name=""/>
        <dsp:cNvSpPr/>
      </dsp:nvSpPr>
      <dsp:spPr>
        <a:xfrm>
          <a:off x="740016" y="813446"/>
          <a:ext cx="911618" cy="15133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68580" tIns="22860" rIns="68580" bIns="22860" numCol="1" spcCol="1270" anchor="b" anchorCtr="0">
          <a:noAutofit/>
        </a:bodyPr>
        <a:lstStyle/>
        <a:p>
          <a:pPr marL="0" lvl="0" indent="0" algn="ctr" defTabSz="80010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 </a:t>
          </a:r>
        </a:p>
      </dsp:txBody>
      <dsp:txXfrm>
        <a:off x="740016" y="813446"/>
        <a:ext cx="911618" cy="1513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2C873-D74D-4FD7-A26D-6A3B4C4EC417}">
      <dsp:nvSpPr>
        <dsp:cNvPr id="0" name=""/>
        <dsp:cNvSpPr/>
      </dsp:nvSpPr>
      <dsp:spPr>
        <a:xfrm>
          <a:off x="1230" y="7527"/>
          <a:ext cx="1661443" cy="1661446"/>
        </a:xfrm>
        <a:prstGeom prst="rect">
          <a:avLst/>
        </a:prstGeom>
        <a:solidFill>
          <a:schemeClr val="bg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6A019461-56AC-4876-B9DA-E5CD1957E94C}">
      <dsp:nvSpPr>
        <dsp:cNvPr id="0" name=""/>
        <dsp:cNvSpPr/>
      </dsp:nvSpPr>
      <dsp:spPr>
        <a:xfrm>
          <a:off x="740016" y="813446"/>
          <a:ext cx="911618" cy="15133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68580" tIns="22860" rIns="68580" bIns="22860" numCol="1" spcCol="1270" anchor="b" anchorCtr="0">
          <a:noAutofit/>
        </a:bodyPr>
        <a:lstStyle/>
        <a:p>
          <a:pPr marL="0" lvl="0" indent="0" algn="ctr" defTabSz="800100">
            <a:lnSpc>
              <a:spcPct val="90000"/>
            </a:lnSpc>
            <a:spcBef>
              <a:spcPct val="0"/>
            </a:spcBef>
            <a:spcAft>
              <a:spcPct val="35000"/>
            </a:spcAft>
            <a:buNone/>
          </a:pPr>
          <a:r>
            <a:rPr lang="en-US" sz="1800" kern="1200" dirty="0">
              <a:latin typeface="Open Sans" panose="020B0606030504020204" pitchFamily="34" charset="0"/>
              <a:ea typeface="Open Sans" panose="020B0606030504020204" pitchFamily="34" charset="0"/>
              <a:cs typeface="Open Sans" panose="020B0606030504020204" pitchFamily="34" charset="0"/>
            </a:rPr>
            <a:t> </a:t>
          </a:r>
        </a:p>
      </dsp:txBody>
      <dsp:txXfrm>
        <a:off x="740016" y="813446"/>
        <a:ext cx="911618" cy="151334"/>
      </dsp:txXfrm>
    </dsp:sp>
  </dsp:spTree>
</dsp:drawing>
</file>

<file path=ppt/diagrams/layout1.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0.85107</cdr:x>
      <cdr:y>0.52141</cdr:y>
    </cdr:from>
    <cdr:to>
      <cdr:x>0.91527</cdr:x>
      <cdr:y>0.60127</cdr:y>
    </cdr:to>
    <cdr:sp macro="" textlink="">
      <cdr:nvSpPr>
        <cdr:cNvPr id="2" name="TextBox 1"/>
        <cdr:cNvSpPr txBox="1"/>
      </cdr:nvSpPr>
      <cdr:spPr>
        <a:xfrm xmlns:a="http://schemas.openxmlformats.org/drawingml/2006/main">
          <a:off x="13711464" y="1275443"/>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dr:relSizeAnchor xmlns:cdr="http://schemas.openxmlformats.org/drawingml/2006/chartDrawing">
    <cdr:from>
      <cdr:x>0.83405</cdr:x>
      <cdr:y>0.43494</cdr:y>
    </cdr:from>
    <cdr:to>
      <cdr:x>0.89803</cdr:x>
      <cdr:y>0.55689</cdr:y>
    </cdr:to>
    <cdr:sp macro="" textlink="">
      <cdr:nvSpPr>
        <cdr:cNvPr id="3" name="TextBox 2"/>
        <cdr:cNvSpPr txBox="1"/>
      </cdr:nvSpPr>
      <cdr:spPr>
        <a:xfrm xmlns:a="http://schemas.openxmlformats.org/drawingml/2006/main">
          <a:off x="13466536" y="71755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382C0-1D05-4229-918E-CDD7B7E48B4A}" type="slidenum">
              <a:rPr lang="en-GB" smtClean="0"/>
              <a:t>‹#›</a:t>
            </a:fld>
            <a:endParaRPr lang="en-GB"/>
          </a:p>
        </p:txBody>
      </p:sp>
      <p:sp>
        <p:nvSpPr>
          <p:cNvPr id="8" name="Date Placeholder 7"/>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F6AEEE-E778-402E-8B8F-9A98AED26EB8}" type="datetimeFigureOut">
              <a:rPr lang="en-GB" smtClean="0"/>
              <a:t>17/02/2026</a:t>
            </a:fld>
            <a:endParaRPr lang="en-GB"/>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Notes Placeholder 7"/>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Date Placeholder 8"/>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lvl1pPr>
          </a:lstStyle>
          <a:p>
            <a:fld id="{1386E511-D742-4EFE-90B5-C9FC42762E0F}" type="datetimeFigureOut">
              <a:rPr lang="en-GB" smtClean="0"/>
              <a:pPr/>
              <a:t>17/02/2026</a:t>
            </a:fld>
            <a:endParaRPr lang="en-GB"/>
          </a:p>
        </p:txBody>
      </p:sp>
      <p:sp>
        <p:nvSpPr>
          <p:cNvPr id="10" name="Slide Number Placeholder 9"/>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vl1pPr>
          </a:lstStyle>
          <a:p>
            <a:fld id="{A16CFAD1-D197-4A88-B173-A6412E995EE5}" type="slidenum">
              <a:rPr lang="en-GB" smtClean="0"/>
              <a:pPr/>
              <a:t>‹#›</a:t>
            </a:fld>
            <a:endParaRPr lang="en-GB"/>
          </a:p>
        </p:txBody>
      </p:sp>
      <p:sp>
        <p:nvSpPr>
          <p:cNvPr id="11" name="Footer Placeholder 10"/>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vl1pPr>
          </a:lstStyle>
          <a:p>
            <a:endParaRPr lang="en-GB"/>
          </a:p>
        </p:txBody>
      </p:sp>
      <p:sp>
        <p:nvSpPr>
          <p:cNvPr id="12" name="Slide Image Placeholder 1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13" name="Header Placeholder 12"/>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lvl1pPr>
          </a:lstStyle>
          <a:p>
            <a:endParaRPr lang="en-GB"/>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CFAD1-D197-4A88-B173-A6412E995EE5}" type="slidenum">
              <a:rPr lang="en-US" smtClean="0"/>
              <a:pPr/>
              <a:t>1</a:t>
            </a:fld>
            <a:endParaRPr lang="en-US" dirty="0"/>
          </a:p>
        </p:txBody>
      </p:sp>
    </p:spTree>
    <p:extLst>
      <p:ext uri="{BB962C8B-B14F-4D97-AF65-F5344CB8AC3E}">
        <p14:creationId xmlns:p14="http://schemas.microsoft.com/office/powerpoint/2010/main" val="899563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development</a:t>
            </a:r>
          </a:p>
        </p:txBody>
      </p:sp>
      <p:sp>
        <p:nvSpPr>
          <p:cNvPr id="4" name="Slide Number Placeholder 3"/>
          <p:cNvSpPr>
            <a:spLocks noGrp="1"/>
          </p:cNvSpPr>
          <p:nvPr>
            <p:ph type="sldNum" sz="quarter" idx="5"/>
          </p:nvPr>
        </p:nvSpPr>
        <p:spPr/>
        <p:txBody>
          <a:bodyPr/>
          <a:lstStyle/>
          <a:p>
            <a:fld id="{A16CFAD1-D197-4A88-B173-A6412E995EE5}" type="slidenum">
              <a:rPr lang="en-GB"/>
              <a:pPr/>
              <a:t>4</a:t>
            </a:fld>
            <a:endParaRPr lang="en-GB"/>
          </a:p>
        </p:txBody>
      </p:sp>
    </p:spTree>
    <p:extLst>
      <p:ext uri="{BB962C8B-B14F-4D97-AF65-F5344CB8AC3E}">
        <p14:creationId xmlns:p14="http://schemas.microsoft.com/office/powerpoint/2010/main" val="2259660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steps</a:t>
            </a:r>
          </a:p>
        </p:txBody>
      </p:sp>
      <p:sp>
        <p:nvSpPr>
          <p:cNvPr id="4" name="Slide Number Placeholder 3"/>
          <p:cNvSpPr>
            <a:spLocks noGrp="1"/>
          </p:cNvSpPr>
          <p:nvPr>
            <p:ph type="sldNum" sz="quarter" idx="5"/>
          </p:nvPr>
        </p:nvSpPr>
        <p:spPr/>
        <p:txBody>
          <a:bodyPr/>
          <a:lstStyle/>
          <a:p>
            <a:fld id="{A16CFAD1-D197-4A88-B173-A6412E995EE5}" type="slidenum">
              <a:rPr lang="en-GB"/>
              <a:pPr/>
              <a:t>8</a:t>
            </a:fld>
            <a:endParaRPr lang="en-GB"/>
          </a:p>
        </p:txBody>
      </p:sp>
    </p:spTree>
    <p:extLst>
      <p:ext uri="{BB962C8B-B14F-4D97-AF65-F5344CB8AC3E}">
        <p14:creationId xmlns:p14="http://schemas.microsoft.com/office/powerpoint/2010/main" val="4036555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CFAD1-D197-4A88-B173-A6412E995EE5}" type="slidenum">
              <a:rPr lang="en-GB" smtClean="0"/>
              <a:pPr/>
              <a:t>9</a:t>
            </a:fld>
            <a:endParaRPr lang="en-GB" dirty="0"/>
          </a:p>
        </p:txBody>
      </p:sp>
    </p:spTree>
    <p:extLst>
      <p:ext uri="{BB962C8B-B14F-4D97-AF65-F5344CB8AC3E}">
        <p14:creationId xmlns:p14="http://schemas.microsoft.com/office/powerpoint/2010/main" val="3308587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Process, monthly </a:t>
            </a:r>
            <a:r>
              <a:rPr lang="en-US" dirty="0" err="1"/>
              <a:t>gantt</a:t>
            </a:r>
            <a:r>
              <a:rPr lang="en-US" dirty="0"/>
              <a:t> chart, infographic</a:t>
            </a:r>
          </a:p>
        </p:txBody>
      </p:sp>
      <p:sp>
        <p:nvSpPr>
          <p:cNvPr id="4" name="Slide Number Placeholder 3"/>
          <p:cNvSpPr>
            <a:spLocks noGrp="1"/>
          </p:cNvSpPr>
          <p:nvPr>
            <p:ph type="sldNum" sz="quarter" idx="5"/>
          </p:nvPr>
        </p:nvSpPr>
        <p:spPr/>
        <p:txBody>
          <a:bodyPr/>
          <a:lstStyle/>
          <a:p>
            <a:fld id="{A16CFAD1-D197-4A88-B173-A6412E995EE5}" type="slidenum">
              <a:rPr lang="en-GB"/>
              <a:pPr/>
              <a:t>11</a:t>
            </a:fld>
            <a:endParaRPr lang="en-GB"/>
          </a:p>
        </p:txBody>
      </p:sp>
    </p:spTree>
    <p:extLst>
      <p:ext uri="{BB962C8B-B14F-4D97-AF65-F5344CB8AC3E}">
        <p14:creationId xmlns:p14="http://schemas.microsoft.com/office/powerpoint/2010/main" val="3076570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CFAD1-D197-4A88-B173-A6412E995EE5}" type="slidenum">
              <a:rPr lang="en-GB" smtClean="0"/>
              <a:pPr/>
              <a:t>12</a:t>
            </a:fld>
            <a:endParaRPr lang="en-GB" dirty="0"/>
          </a:p>
        </p:txBody>
      </p:sp>
    </p:spTree>
    <p:extLst>
      <p:ext uri="{BB962C8B-B14F-4D97-AF65-F5344CB8AC3E}">
        <p14:creationId xmlns:p14="http://schemas.microsoft.com/office/powerpoint/2010/main" val="27418491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A">
    <p:bg>
      <p:bgPr>
        <a:solidFill>
          <a:schemeClr val="bg1"/>
        </a:solidFill>
        <a:effectLst/>
      </p:bgPr>
    </p:bg>
    <p:spTree>
      <p:nvGrpSpPr>
        <p:cNvPr id="1" name=""/>
        <p:cNvGrpSpPr/>
        <p:nvPr/>
      </p:nvGrpSpPr>
      <p:grpSpPr>
        <a:xfrm>
          <a:off x="0" y="0"/>
          <a:ext cx="0" cy="0"/>
          <a:chOff x="0" y="0"/>
          <a:chExt cx="0" cy="0"/>
        </a:xfrm>
      </p:grpSpPr>
      <p:sp>
        <p:nvSpPr>
          <p:cNvPr id="42" name="Picture Placeholder 41" descr="{&quot;templafy&quot;:{&quot;id&quot;:&quot;4a3c8b11-9ab4-4c04-a08d-00857ef88902&quot;}}">
            <a:extLst>
              <a:ext uri="{FF2B5EF4-FFF2-40B4-BE49-F238E27FC236}">
                <a16:creationId xmlns:a16="http://schemas.microsoft.com/office/drawing/2014/main" id="{04E91EB5-5D89-4D35-A466-03BCDF9879F5}"/>
              </a:ext>
            </a:extLst>
          </p:cNvPr>
          <p:cNvSpPr>
            <a:spLocks noGrp="1"/>
          </p:cNvSpPr>
          <p:nvPr>
            <p:ph type="pic" sz="quarter" idx="13" hasCustomPrompt="1"/>
          </p:nvPr>
        </p:nvSpPr>
        <p:spPr>
          <a:xfrm>
            <a:off x="6350" y="0"/>
            <a:ext cx="12192001" cy="6858000"/>
          </a:xfrm>
          <a:custGeom>
            <a:avLst/>
            <a:gdLst>
              <a:gd name="connsiteX0" fmla="*/ 315784 w 12191999"/>
              <a:gd name="connsiteY0" fmla="*/ 5769768 h 6858000"/>
              <a:gd name="connsiteX1" fmla="*/ 315784 w 12191999"/>
              <a:gd name="connsiteY1" fmla="*/ 6543768 h 6858000"/>
              <a:gd name="connsiteX2" fmla="*/ 320399 w 12191999"/>
              <a:gd name="connsiteY2" fmla="*/ 6543768 h 6858000"/>
              <a:gd name="connsiteX3" fmla="*/ 320399 w 12191999"/>
              <a:gd name="connsiteY3" fmla="*/ 6544699 h 6858000"/>
              <a:gd name="connsiteX4" fmla="*/ 608399 w 12191999"/>
              <a:gd name="connsiteY4" fmla="*/ 6544699 h 6858000"/>
              <a:gd name="connsiteX5" fmla="*/ 608399 w 12191999"/>
              <a:gd name="connsiteY5" fmla="*/ 6530299 h 6858000"/>
              <a:gd name="connsiteX6" fmla="*/ 330184 w 12191999"/>
              <a:gd name="connsiteY6" fmla="*/ 6530299 h 6858000"/>
              <a:gd name="connsiteX7" fmla="*/ 330184 w 12191999"/>
              <a:gd name="connsiteY7" fmla="*/ 5769768 h 6858000"/>
              <a:gd name="connsiteX8" fmla="*/ 10692774 w 12191999"/>
              <a:gd name="connsiteY8" fmla="*/ 311072 h 6858000"/>
              <a:gd name="connsiteX9" fmla="*/ 10617198 w 12191999"/>
              <a:gd name="connsiteY9" fmla="*/ 386648 h 6858000"/>
              <a:gd name="connsiteX10" fmla="*/ 10617198 w 12191999"/>
              <a:gd name="connsiteY10" fmla="*/ 960380 h 6858000"/>
              <a:gd name="connsiteX11" fmla="*/ 10692774 w 12191999"/>
              <a:gd name="connsiteY11" fmla="*/ 1035956 h 6858000"/>
              <a:gd name="connsiteX12" fmla="*/ 11813404 w 12191999"/>
              <a:gd name="connsiteY12" fmla="*/ 1035956 h 6858000"/>
              <a:gd name="connsiteX13" fmla="*/ 11888980 w 12191999"/>
              <a:gd name="connsiteY13" fmla="*/ 960380 h 6858000"/>
              <a:gd name="connsiteX14" fmla="*/ 11888980 w 12191999"/>
              <a:gd name="connsiteY14" fmla="*/ 386648 h 6858000"/>
              <a:gd name="connsiteX15" fmla="*/ 11813404 w 12191999"/>
              <a:gd name="connsiteY15" fmla="*/ 311072 h 6858000"/>
              <a:gd name="connsiteX16" fmla="*/ 0 w 12191999"/>
              <a:gd name="connsiteY16" fmla="*/ 0 h 6858000"/>
              <a:gd name="connsiteX17" fmla="*/ 312254 w 12191999"/>
              <a:gd name="connsiteY17" fmla="*/ 0 h 6858000"/>
              <a:gd name="connsiteX18" fmla="*/ 312254 w 12191999"/>
              <a:gd name="connsiteY18" fmla="*/ 1116000 h 6858000"/>
              <a:gd name="connsiteX19" fmla="*/ 328129 w 12191999"/>
              <a:gd name="connsiteY19" fmla="*/ 1116000 h 6858000"/>
              <a:gd name="connsiteX20" fmla="*/ 328129 w 12191999"/>
              <a:gd name="connsiteY20" fmla="*/ 0 h 6858000"/>
              <a:gd name="connsiteX21" fmla="*/ 12191999 w 12191999"/>
              <a:gd name="connsiteY21" fmla="*/ 0 h 6858000"/>
              <a:gd name="connsiteX22" fmla="*/ 12191999 w 12191999"/>
              <a:gd name="connsiteY22" fmla="*/ 6531379 h 6858000"/>
              <a:gd name="connsiteX23" fmla="*/ 2482800 w 12191999"/>
              <a:gd name="connsiteY23" fmla="*/ 6531379 h 6858000"/>
              <a:gd name="connsiteX24" fmla="*/ 2482800 w 12191999"/>
              <a:gd name="connsiteY24" fmla="*/ 6545779 h 6858000"/>
              <a:gd name="connsiteX25" fmla="*/ 12191999 w 12191999"/>
              <a:gd name="connsiteY25" fmla="*/ 6545779 h 6858000"/>
              <a:gd name="connsiteX26" fmla="*/ 12191999 w 12191999"/>
              <a:gd name="connsiteY26" fmla="*/ 6858000 h 6858000"/>
              <a:gd name="connsiteX27" fmla="*/ 0 w 12191999"/>
              <a:gd name="connsiteY27" fmla="*/ 6858000 h 6858000"/>
              <a:gd name="connsiteX28" fmla="*/ 0 w 12191999"/>
              <a:gd name="connsiteY28" fmla="*/ 5558975 h 6858000"/>
              <a:gd name="connsiteX29" fmla="*/ 5780477 w 12191999"/>
              <a:gd name="connsiteY29" fmla="*/ 5558975 h 6858000"/>
              <a:gd name="connsiteX30" fmla="*/ 5780477 w 12191999"/>
              <a:gd name="connsiteY30" fmla="*/ 5342400 h 6858000"/>
              <a:gd name="connsiteX31" fmla="*/ 5986803 w 12191999"/>
              <a:gd name="connsiteY31" fmla="*/ 5342400 h 6858000"/>
              <a:gd name="connsiteX32" fmla="*/ 5986803 w 12191999"/>
              <a:gd name="connsiteY32" fmla="*/ 1317600 h 6858000"/>
              <a:gd name="connsiteX33" fmla="*/ 0 w 12191999"/>
              <a:gd name="connsiteY33" fmla="*/ 1317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91999" h="6858000">
                <a:moveTo>
                  <a:pt x="315784" y="5769768"/>
                </a:moveTo>
                <a:lnTo>
                  <a:pt x="315784" y="6543768"/>
                </a:lnTo>
                <a:lnTo>
                  <a:pt x="320399" y="6543768"/>
                </a:lnTo>
                <a:lnTo>
                  <a:pt x="320399" y="6544699"/>
                </a:lnTo>
                <a:lnTo>
                  <a:pt x="608399" y="6544699"/>
                </a:lnTo>
                <a:lnTo>
                  <a:pt x="608399" y="6530299"/>
                </a:lnTo>
                <a:lnTo>
                  <a:pt x="330184" y="6530299"/>
                </a:lnTo>
                <a:lnTo>
                  <a:pt x="330184" y="5769768"/>
                </a:lnTo>
                <a:close/>
                <a:moveTo>
                  <a:pt x="10692774" y="311072"/>
                </a:moveTo>
                <a:cubicBezTo>
                  <a:pt x="10651035" y="311072"/>
                  <a:pt x="10617198" y="344909"/>
                  <a:pt x="10617198" y="386648"/>
                </a:cubicBezTo>
                <a:lnTo>
                  <a:pt x="10617198" y="960380"/>
                </a:lnTo>
                <a:cubicBezTo>
                  <a:pt x="10617198" y="1002119"/>
                  <a:pt x="10651035" y="1035956"/>
                  <a:pt x="10692774" y="1035956"/>
                </a:cubicBezTo>
                <a:lnTo>
                  <a:pt x="11813404" y="1035956"/>
                </a:lnTo>
                <a:cubicBezTo>
                  <a:pt x="11855143" y="1035956"/>
                  <a:pt x="11888980" y="1002119"/>
                  <a:pt x="11888980" y="960380"/>
                </a:cubicBezTo>
                <a:lnTo>
                  <a:pt x="11888980" y="386648"/>
                </a:lnTo>
                <a:cubicBezTo>
                  <a:pt x="11888980" y="344909"/>
                  <a:pt x="11855143" y="311072"/>
                  <a:pt x="11813404" y="311072"/>
                </a:cubicBezTo>
                <a:close/>
                <a:moveTo>
                  <a:pt x="0" y="0"/>
                </a:moveTo>
                <a:lnTo>
                  <a:pt x="312254" y="0"/>
                </a:lnTo>
                <a:lnTo>
                  <a:pt x="312254" y="1116000"/>
                </a:lnTo>
                <a:lnTo>
                  <a:pt x="328129" y="1116000"/>
                </a:lnTo>
                <a:lnTo>
                  <a:pt x="328129" y="0"/>
                </a:lnTo>
                <a:lnTo>
                  <a:pt x="12191999" y="0"/>
                </a:lnTo>
                <a:lnTo>
                  <a:pt x="12191999" y="6531379"/>
                </a:lnTo>
                <a:lnTo>
                  <a:pt x="2482800" y="6531379"/>
                </a:lnTo>
                <a:lnTo>
                  <a:pt x="2482800" y="6545779"/>
                </a:lnTo>
                <a:lnTo>
                  <a:pt x="12191999" y="6545779"/>
                </a:lnTo>
                <a:lnTo>
                  <a:pt x="12191999" y="6858000"/>
                </a:lnTo>
                <a:lnTo>
                  <a:pt x="0" y="6858000"/>
                </a:lnTo>
                <a:lnTo>
                  <a:pt x="0" y="5558975"/>
                </a:lnTo>
                <a:lnTo>
                  <a:pt x="5780477" y="5558975"/>
                </a:lnTo>
                <a:lnTo>
                  <a:pt x="5780477" y="5342400"/>
                </a:lnTo>
                <a:lnTo>
                  <a:pt x="5986803" y="5342400"/>
                </a:lnTo>
                <a:lnTo>
                  <a:pt x="5986803" y="1317600"/>
                </a:lnTo>
                <a:lnTo>
                  <a:pt x="0" y="1317600"/>
                </a:lnTo>
                <a:close/>
              </a:path>
            </a:pathLst>
          </a:custGeom>
          <a:solidFill>
            <a:schemeClr val="bg2"/>
          </a:solidFill>
        </p:spPr>
        <p:txBody>
          <a:bodyPr wrap="square" tIns="72000">
            <a:noAutofit/>
          </a:bodyP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US" dirty="0"/>
              <a:t>Click here and add image from Templafy</a:t>
            </a:r>
            <a:endParaRPr lang="en-US"/>
          </a:p>
        </p:txBody>
      </p:sp>
      <p:sp>
        <p:nvSpPr>
          <p:cNvPr id="19" name="Freeform: Shape 18">
            <a:extLst>
              <a:ext uri="{FF2B5EF4-FFF2-40B4-BE49-F238E27FC236}">
                <a16:creationId xmlns:a16="http://schemas.microsoft.com/office/drawing/2014/main" id="{BE1CF834-FC02-444D-BE8A-776D0DB5691C}"/>
              </a:ext>
            </a:extLst>
          </p:cNvPr>
          <p:cNvSpPr/>
          <p:nvPr userDrawn="1"/>
        </p:nvSpPr>
        <p:spPr>
          <a:xfrm>
            <a:off x="6350" y="1321723"/>
            <a:ext cx="5986800" cy="4066103"/>
          </a:xfrm>
          <a:custGeom>
            <a:avLst/>
            <a:gdLst>
              <a:gd name="connsiteX0" fmla="*/ 0 w 5986800"/>
              <a:gd name="connsiteY0" fmla="*/ 0 h 4066103"/>
              <a:gd name="connsiteX1" fmla="*/ 5986800 w 5986800"/>
              <a:gd name="connsiteY1" fmla="*/ 0 h 4066103"/>
              <a:gd name="connsiteX2" fmla="*/ 5986800 w 5986800"/>
              <a:gd name="connsiteY2" fmla="*/ 1117006 h 4066103"/>
              <a:gd name="connsiteX3" fmla="*/ 5986800 w 5986800"/>
              <a:gd name="connsiteY3" fmla="*/ 2949097 h 4066103"/>
              <a:gd name="connsiteX4" fmla="*/ 5986800 w 5986800"/>
              <a:gd name="connsiteY4" fmla="*/ 4066103 h 4066103"/>
              <a:gd name="connsiteX5" fmla="*/ 5781600 w 5986800"/>
              <a:gd name="connsiteY5" fmla="*/ 4066103 h 4066103"/>
              <a:gd name="connsiteX6" fmla="*/ 5781600 w 5986800"/>
              <a:gd name="connsiteY6" fmla="*/ 2949600 h 4066103"/>
              <a:gd name="connsiteX7" fmla="*/ 5776530 w 5986800"/>
              <a:gd name="connsiteY7" fmla="*/ 2949600 h 4066103"/>
              <a:gd name="connsiteX8" fmla="*/ 5776530 w 5986800"/>
              <a:gd name="connsiteY8" fmla="*/ 2949097 h 4066103"/>
              <a:gd name="connsiteX9" fmla="*/ 0 w 5986800"/>
              <a:gd name="connsiteY9" fmla="*/ 2949097 h 406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6800" h="4066103">
                <a:moveTo>
                  <a:pt x="0" y="0"/>
                </a:moveTo>
                <a:lnTo>
                  <a:pt x="5986800" y="0"/>
                </a:lnTo>
                <a:lnTo>
                  <a:pt x="5986800" y="1117006"/>
                </a:lnTo>
                <a:lnTo>
                  <a:pt x="5986800" y="2949097"/>
                </a:lnTo>
                <a:lnTo>
                  <a:pt x="5986800" y="4066103"/>
                </a:lnTo>
                <a:lnTo>
                  <a:pt x="5781600" y="4066103"/>
                </a:lnTo>
                <a:lnTo>
                  <a:pt x="5781600" y="2949600"/>
                </a:lnTo>
                <a:lnTo>
                  <a:pt x="5776530" y="2949600"/>
                </a:lnTo>
                <a:lnTo>
                  <a:pt x="5776530" y="2949097"/>
                </a:lnTo>
                <a:lnTo>
                  <a:pt x="0" y="2949097"/>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29" name="Text Placeholder 28">
            <a:extLst>
              <a:ext uri="{FF2B5EF4-FFF2-40B4-BE49-F238E27FC236}">
                <a16:creationId xmlns:a16="http://schemas.microsoft.com/office/drawing/2014/main" id="{5E402472-E597-495E-BF52-A5E9621E0CFA}"/>
              </a:ext>
            </a:extLst>
          </p:cNvPr>
          <p:cNvSpPr>
            <a:spLocks noGrp="1"/>
          </p:cNvSpPr>
          <p:nvPr>
            <p:ph type="body" sz="quarter" idx="14"/>
          </p:nvPr>
        </p:nvSpPr>
        <p:spPr>
          <a:xfrm>
            <a:off x="614691" y="6370549"/>
            <a:ext cx="1844833" cy="361550"/>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stStyle>
          <a:p>
            <a:pPr lvl="0"/>
            <a:r>
              <a:rPr lang="en-US" dirty="0"/>
              <a:t>Click to edit Master text styles</a:t>
            </a:r>
            <a:endParaRPr lang="en-US"/>
          </a:p>
        </p:txBody>
      </p:sp>
      <p:pic>
        <p:nvPicPr>
          <p:cNvPr id="43" name="Picture 42" descr="A close up of a sign&#10;&#10;Description automatically generated">
            <a:extLst>
              <a:ext uri="{FF2B5EF4-FFF2-40B4-BE49-F238E27FC236}">
                <a16:creationId xmlns:a16="http://schemas.microsoft.com/office/drawing/2014/main" id="{74C85EE8-6C66-4F5C-81AC-6564D686E15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17200" y="311072"/>
            <a:ext cx="1271783" cy="724884"/>
          </a:xfrm>
          <a:prstGeom prst="rect">
            <a:avLst/>
          </a:prstGeom>
        </p:spPr>
      </p:pic>
      <p:sp>
        <p:nvSpPr>
          <p:cNvPr id="11" name="date" descr="{&quot;templafy&quot;:{&quot;binding&quot;:&quot;Form.Date&quot;,&quot;format&quot;:&quot;{{DateFormats.GeneralDate}}&quot;,&quot;type&quot;:&quot;date&quot;}}" title="Form.Date">
            <a:extLst>
              <a:ext uri="{FF2B5EF4-FFF2-40B4-BE49-F238E27FC236}">
                <a16:creationId xmlns:a16="http://schemas.microsoft.com/office/drawing/2014/main" id="{D3E86DBF-1CBA-412E-9F16-C01F32DF081A}"/>
              </a:ext>
            </a:extLst>
          </p:cNvPr>
          <p:cNvSpPr txBox="1"/>
          <p:nvPr userDrawn="1"/>
        </p:nvSpPr>
        <p:spPr>
          <a:xfrm>
            <a:off x="648205" y="4513924"/>
            <a:ext cx="4863503" cy="246221"/>
          </a:xfrm>
          <a:prstGeom prst="rect">
            <a:avLst/>
          </a:prstGeom>
          <a:noFill/>
        </p:spPr>
        <p:txBody>
          <a:bodyPr wrap="square" lIns="0" tIns="0" rIns="0" bIns="0" rtlCol="0">
            <a:spAutoFit/>
          </a:bodyPr>
          <a:lstStyle/>
          <a:p>
            <a:endParaRPr lang="en-US" sz="1600" b="1" dirty="0">
              <a:solidFill>
                <a:schemeClr val="tx2"/>
              </a:solidFill>
              <a:latin typeface="+mn-lt"/>
            </a:endParaRPr>
          </a:p>
        </p:txBody>
      </p:sp>
      <p:sp>
        <p:nvSpPr>
          <p:cNvPr id="4" name="Text Placeholder 3" descr="{&quot;templafy&quot;:{&quot;id&quot;:&quot;807df94f-da9e-4935-9e21-5a637ffc6cc7&quot;}}">
            <a:extLst>
              <a:ext uri="{FF2B5EF4-FFF2-40B4-BE49-F238E27FC236}">
                <a16:creationId xmlns:a16="http://schemas.microsoft.com/office/drawing/2014/main" id="{345010C0-D821-4BD3-A937-548F49F8A7DC}"/>
              </a:ext>
            </a:extLst>
          </p:cNvPr>
          <p:cNvSpPr>
            <a:spLocks noGrp="1"/>
          </p:cNvSpPr>
          <p:nvPr>
            <p:ph type="body" sz="quarter" idx="15" hasCustomPrompt="1"/>
          </p:nvPr>
        </p:nvSpPr>
        <p:spPr>
          <a:xfrm>
            <a:off x="647700" y="4760145"/>
            <a:ext cx="4864100" cy="246221"/>
          </a:xfrm>
        </p:spPr>
        <p:txBody>
          <a:bodyPr/>
          <a:lstStyle>
            <a:lvl1pPr marL="0" indent="0">
              <a:buNone/>
              <a:defRPr>
                <a:solidFill>
                  <a:schemeClr val="tx2"/>
                </a:solidFill>
              </a:defRPr>
            </a:lvl1pPr>
          </a:lstStyle>
          <a:p>
            <a:pPr lvl="0"/>
            <a:r>
              <a:rPr lang="en-US" dirty="0"/>
              <a:t>Presented by:</a:t>
            </a:r>
            <a:endParaRPr lang="en-US"/>
          </a:p>
        </p:txBody>
      </p:sp>
      <p:sp>
        <p:nvSpPr>
          <p:cNvPr id="16" name="Text Placeholder 3" descr="{&quot;templafy&quot;:{&quot;id&quot;:&quot;b996804a-ff37-4448-a5df-f9d0b9dcaa98&quot;}}">
            <a:extLst>
              <a:ext uri="{FF2B5EF4-FFF2-40B4-BE49-F238E27FC236}">
                <a16:creationId xmlns:a16="http://schemas.microsoft.com/office/drawing/2014/main" id="{301EB625-C77C-44CF-9F22-69F0943C7AF0}"/>
              </a:ext>
            </a:extLst>
          </p:cNvPr>
          <p:cNvSpPr>
            <a:spLocks noGrp="1"/>
          </p:cNvSpPr>
          <p:nvPr>
            <p:ph type="body" sz="quarter" idx="16" hasCustomPrompt="1"/>
          </p:nvPr>
        </p:nvSpPr>
        <p:spPr>
          <a:xfrm>
            <a:off x="647700" y="5003648"/>
            <a:ext cx="4864100" cy="242887"/>
          </a:xfrm>
        </p:spPr>
        <p:txBody>
          <a:bodyPr/>
          <a:lstStyle>
            <a:lvl1pPr marL="0" indent="0">
              <a:buNone/>
              <a:defRPr>
                <a:solidFill>
                  <a:schemeClr val="tx2"/>
                </a:solidFill>
              </a:defRPr>
            </a:lvl1pPr>
          </a:lstStyle>
          <a:p>
            <a:pPr lvl="0"/>
            <a:r>
              <a:rPr lang="en-US" dirty="0"/>
              <a:t>Presented to:</a:t>
            </a:r>
            <a:endParaRPr lang="en-US"/>
          </a:p>
        </p:txBody>
      </p:sp>
      <p:sp>
        <p:nvSpPr>
          <p:cNvPr id="2" name="Title 5" descr="{&quot;templafy&quot;:{&quot;id&quot;:&quot;11cbf350-a0cc-4e25-aa1d-60d7c2b8f708&quot;}}">
            <a:extLst>
              <a:ext uri="{FF2B5EF4-FFF2-40B4-BE49-F238E27FC236}">
                <a16:creationId xmlns:a16="http://schemas.microsoft.com/office/drawing/2014/main" id="{3C75BDEE-C18D-677F-2B1B-5D4355273358}"/>
              </a:ext>
            </a:extLst>
          </p:cNvPr>
          <p:cNvSpPr>
            <a:spLocks noGrp="1"/>
          </p:cNvSpPr>
          <p:nvPr>
            <p:ph type="title" hasCustomPrompt="1"/>
          </p:nvPr>
        </p:nvSpPr>
        <p:spPr>
          <a:xfrm>
            <a:off x="647851" y="2830845"/>
            <a:ext cx="5108633" cy="826364"/>
          </a:xfrm>
        </p:spPr>
        <p:txBody>
          <a:bodyPr anchor="b"/>
          <a:lstStyle>
            <a:lvl1pPr>
              <a:defRPr>
                <a:solidFill>
                  <a:schemeClr val="bg1"/>
                </a:solidFill>
              </a:defRPr>
            </a:lvl1pPr>
          </a:lstStyle>
          <a:p>
            <a:r>
              <a:rPr lang="en-US" dirty="0"/>
              <a:t>Click to add title</a:t>
            </a:r>
            <a:endParaRPr lang="en-US"/>
          </a:p>
        </p:txBody>
      </p:sp>
      <p:sp>
        <p:nvSpPr>
          <p:cNvPr id="3" name="Text Placeholder 4" descr="{&quot;templafy&quot;:{&quot;id&quot;:&quot;ffe5b516-7c5d-44e4-93fc-17d84179cf97&quot;}}">
            <a:extLst>
              <a:ext uri="{FF2B5EF4-FFF2-40B4-BE49-F238E27FC236}">
                <a16:creationId xmlns:a16="http://schemas.microsoft.com/office/drawing/2014/main" id="{9066AE7E-84A9-7804-1AD6-D2A03478987F}"/>
              </a:ext>
            </a:extLst>
          </p:cNvPr>
          <p:cNvSpPr>
            <a:spLocks noGrp="1"/>
          </p:cNvSpPr>
          <p:nvPr>
            <p:ph type="body" sz="quarter" idx="18" hasCustomPrompt="1"/>
          </p:nvPr>
        </p:nvSpPr>
        <p:spPr>
          <a:xfrm>
            <a:off x="647700" y="2470269"/>
            <a:ext cx="5108933" cy="333258"/>
          </a:xfrm>
        </p:spPr>
        <p:txBody>
          <a:bodyPr tIns="91440" anchor="t"/>
          <a:lstStyle>
            <a:lvl1pPr marL="0" indent="0">
              <a:buNone/>
              <a:defRPr sz="1400" spc="300">
                <a:solidFill>
                  <a:schemeClr val="accent3"/>
                </a:solidFill>
                <a:latin typeface="+mn-lt"/>
              </a:defRPr>
            </a:lvl1pPr>
          </a:lstStyle>
          <a:p>
            <a:pPr lvl="7"/>
            <a:r>
              <a:rPr lang="en-US" dirty="0"/>
              <a:t>Click to add subtitle</a:t>
            </a:r>
            <a:endParaRPr lang="en-US"/>
          </a:p>
        </p:txBody>
      </p:sp>
    </p:spTree>
    <p:extLst>
      <p:ext uri="{BB962C8B-B14F-4D97-AF65-F5344CB8AC3E}">
        <p14:creationId xmlns:p14="http://schemas.microsoft.com/office/powerpoint/2010/main" val="860515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A">
    <p:spTree>
      <p:nvGrpSpPr>
        <p:cNvPr id="1" name=""/>
        <p:cNvGrpSpPr/>
        <p:nvPr/>
      </p:nvGrpSpPr>
      <p:grpSpPr>
        <a:xfrm>
          <a:off x="0" y="0"/>
          <a:ext cx="0" cy="0"/>
          <a:chOff x="0" y="0"/>
          <a:chExt cx="0" cy="0"/>
        </a:xfrm>
      </p:grpSpPr>
      <p:sp>
        <p:nvSpPr>
          <p:cNvPr id="11" name="Text Placeholder 10" descr="{&quot;templafy&quot;:{&quot;id&quot;:&quot;de2c1765-4f56-4a28-b8a1-108fdf48503c&quot;}}">
            <a:extLst>
              <a:ext uri="{FF2B5EF4-FFF2-40B4-BE49-F238E27FC236}">
                <a16:creationId xmlns:a16="http://schemas.microsoft.com/office/drawing/2014/main" id="{5CD8FAEA-9859-4AF5-90CE-712350B0DB51}"/>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5"/>
                </a:solidFill>
                <a:latin typeface="+mn-lt"/>
              </a:defRPr>
            </a:lvl1pPr>
          </a:lstStyle>
          <a:p>
            <a:pPr lvl="0"/>
            <a:r>
              <a:rPr lang="en-US" dirty="0"/>
              <a:t>Click to add header</a:t>
            </a:r>
            <a:endParaRPr lang="en-US"/>
          </a:p>
        </p:txBody>
      </p:sp>
      <p:sp>
        <p:nvSpPr>
          <p:cNvPr id="2" name="Title 1" descr="{&quot;templafy&quot;:{&quot;id&quot;:&quot;9a08becc-d0b2-40fa-ab36-19ada58a58e9&quot;}}"/>
          <p:cNvSpPr>
            <a:spLocks noGrp="1"/>
          </p:cNvSpPr>
          <p:nvPr>
            <p:ph type="title" hasCustomPrompt="1"/>
          </p:nvPr>
        </p:nvSpPr>
        <p:spPr/>
        <p:txBody>
          <a:bodyPr/>
          <a:lstStyle>
            <a:lvl1pPr>
              <a:defRPr>
                <a:solidFill>
                  <a:schemeClr val="accent1"/>
                </a:solidFill>
              </a:defRPr>
            </a:lvl1pPr>
          </a:lstStyle>
          <a:p>
            <a:r>
              <a:rPr lang="en-US" noProof="0" dirty="0"/>
              <a:t>Click to add title</a:t>
            </a:r>
            <a:endParaRPr lang="en-US"/>
          </a:p>
        </p:txBody>
      </p:sp>
      <p:sp>
        <p:nvSpPr>
          <p:cNvPr id="3" name="Content Placeholder 2" descr="{&quot;templafy&quot;:{&quot;id&quot;:&quot;e43db3b1-7817-4c77-97de-cf39cd6cfb7f&quot;}}"/>
          <p:cNvSpPr>
            <a:spLocks noGrp="1"/>
          </p:cNvSpPr>
          <p:nvPr>
            <p:ph idx="1" hasCustomPrompt="1"/>
          </p:nvPr>
        </p:nvSpPr>
        <p:spPr/>
        <p:txBody>
          <a:bodyPr/>
          <a:lstStyle>
            <a:lvl1pPr>
              <a:defRPr/>
            </a:lvl1pPr>
          </a:lstStyle>
          <a:p>
            <a:pPr lvl="0"/>
            <a:r>
              <a:rPr lang="en-US" noProof="0" dirty="0"/>
              <a:t>Click to add text</a:t>
            </a:r>
            <a:endParaRPr lang="en-US"/>
          </a:p>
        </p:txBody>
      </p:sp>
      <p:sp>
        <p:nvSpPr>
          <p:cNvPr id="14" name="Text Placeholder 13" descr="{&quot;templafy&quot;:{&quot;id&quot;:&quot;c1fb8b78-2f46-4621-8b91-83676a7e7082&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78848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4" name="Picture Placeholder 23" descr="{&quot;templafy&quot;:{&quot;id&quot;:&quot;c3314052-ddf1-4ab2-9950-a1131a6c1ff1&quot;}}">
            <a:extLst>
              <a:ext uri="{FF2B5EF4-FFF2-40B4-BE49-F238E27FC236}">
                <a16:creationId xmlns:a16="http://schemas.microsoft.com/office/drawing/2014/main" id="{8E2D1B06-1447-4CFF-9AB2-DAE8C97B0E95}"/>
              </a:ext>
            </a:extLst>
          </p:cNvPr>
          <p:cNvSpPr>
            <a:spLocks noGrp="1"/>
          </p:cNvSpPr>
          <p:nvPr>
            <p:ph type="pic" sz="quarter" idx="13" hasCustomPrompt="1"/>
          </p:nvPr>
        </p:nvSpPr>
        <p:spPr>
          <a:xfrm>
            <a:off x="5986463" y="-1"/>
            <a:ext cx="6205538" cy="6858001"/>
          </a:xfrm>
          <a:custGeom>
            <a:avLst/>
            <a:gdLst>
              <a:gd name="connsiteX0" fmla="*/ 111916 w 6205538"/>
              <a:gd name="connsiteY0" fmla="*/ 6545780 h 6858001"/>
              <a:gd name="connsiteX1" fmla="*/ 6205538 w 6205538"/>
              <a:gd name="connsiteY1" fmla="*/ 6545780 h 6858001"/>
              <a:gd name="connsiteX2" fmla="*/ 6205538 w 6205538"/>
              <a:gd name="connsiteY2" fmla="*/ 6858001 h 6858001"/>
              <a:gd name="connsiteX3" fmla="*/ 2 w 6205538"/>
              <a:gd name="connsiteY3" fmla="*/ 6858001 h 6858001"/>
              <a:gd name="connsiteX4" fmla="*/ 2 w 6205538"/>
              <a:gd name="connsiteY4" fmla="*/ 6546192 h 6858001"/>
              <a:gd name="connsiteX5" fmla="*/ 111916 w 6205538"/>
              <a:gd name="connsiteY5" fmla="*/ 6546192 h 6858001"/>
              <a:gd name="connsiteX6" fmla="*/ 4706313 w 6205538"/>
              <a:gd name="connsiteY6" fmla="*/ 311073 h 6858001"/>
              <a:gd name="connsiteX7" fmla="*/ 4630737 w 6205538"/>
              <a:gd name="connsiteY7" fmla="*/ 386649 h 6858001"/>
              <a:gd name="connsiteX8" fmla="*/ 4630737 w 6205538"/>
              <a:gd name="connsiteY8" fmla="*/ 960381 h 6858001"/>
              <a:gd name="connsiteX9" fmla="*/ 4706313 w 6205538"/>
              <a:gd name="connsiteY9" fmla="*/ 1035957 h 6858001"/>
              <a:gd name="connsiteX10" fmla="*/ 5826943 w 6205538"/>
              <a:gd name="connsiteY10" fmla="*/ 1035957 h 6858001"/>
              <a:gd name="connsiteX11" fmla="*/ 5902519 w 6205538"/>
              <a:gd name="connsiteY11" fmla="*/ 960381 h 6858001"/>
              <a:gd name="connsiteX12" fmla="*/ 5902519 w 6205538"/>
              <a:gd name="connsiteY12" fmla="*/ 386649 h 6858001"/>
              <a:gd name="connsiteX13" fmla="*/ 5826943 w 6205538"/>
              <a:gd name="connsiteY13" fmla="*/ 311073 h 6858001"/>
              <a:gd name="connsiteX14" fmla="*/ 0 w 6205538"/>
              <a:gd name="connsiteY14" fmla="*/ 0 h 6858001"/>
              <a:gd name="connsiteX15" fmla="*/ 14287 w 6205538"/>
              <a:gd name="connsiteY15" fmla="*/ 0 h 6858001"/>
              <a:gd name="connsiteX16" fmla="*/ 14287 w 6205538"/>
              <a:gd name="connsiteY16" fmla="*/ 1 h 6858001"/>
              <a:gd name="connsiteX17" fmla="*/ 6205538 w 6205538"/>
              <a:gd name="connsiteY17" fmla="*/ 1 h 6858001"/>
              <a:gd name="connsiteX18" fmla="*/ 6205538 w 6205538"/>
              <a:gd name="connsiteY18" fmla="*/ 6531380 h 6858001"/>
              <a:gd name="connsiteX19" fmla="*/ 14287 w 6205538"/>
              <a:gd name="connsiteY19" fmla="*/ 6531380 h 6858001"/>
              <a:gd name="connsiteX20" fmla="*/ 14287 w 6205538"/>
              <a:gd name="connsiteY20" fmla="*/ 6531792 h 6858001"/>
              <a:gd name="connsiteX21" fmla="*/ 2 w 6205538"/>
              <a:gd name="connsiteY21" fmla="*/ 6531792 h 6858001"/>
              <a:gd name="connsiteX22" fmla="*/ 2 w 6205538"/>
              <a:gd name="connsiteY22" fmla="*/ 5563739 h 6858001"/>
              <a:gd name="connsiteX23" fmla="*/ 219076 w 6205538"/>
              <a:gd name="connsiteY23" fmla="*/ 5563739 h 6858001"/>
              <a:gd name="connsiteX24" fmla="*/ 219076 w 6205538"/>
              <a:gd name="connsiteY24" fmla="*/ 5558976 h 6858001"/>
              <a:gd name="connsiteX25" fmla="*/ 219076 w 6205538"/>
              <a:gd name="connsiteY25" fmla="*/ 4271223 h 6858001"/>
              <a:gd name="connsiteX26" fmla="*/ 219076 w 6205538"/>
              <a:gd name="connsiteY26" fmla="*/ 4266460 h 6858001"/>
              <a:gd name="connsiteX27" fmla="*/ 2 w 6205538"/>
              <a:gd name="connsiteY27" fmla="*/ 4266460 h 6858001"/>
              <a:gd name="connsiteX28" fmla="*/ 2 w 6205538"/>
              <a:gd name="connsiteY28" fmla="*/ 1 h 6858001"/>
              <a:gd name="connsiteX29" fmla="*/ 0 w 6205538"/>
              <a:gd name="connsiteY29"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05538" h="6858001">
                <a:moveTo>
                  <a:pt x="111916" y="6545780"/>
                </a:moveTo>
                <a:lnTo>
                  <a:pt x="6205538" y="6545780"/>
                </a:lnTo>
                <a:lnTo>
                  <a:pt x="6205538" y="6858001"/>
                </a:lnTo>
                <a:lnTo>
                  <a:pt x="2" y="6858001"/>
                </a:lnTo>
                <a:lnTo>
                  <a:pt x="2" y="6546192"/>
                </a:lnTo>
                <a:lnTo>
                  <a:pt x="111916" y="6546192"/>
                </a:lnTo>
                <a:close/>
                <a:moveTo>
                  <a:pt x="4706313" y="311073"/>
                </a:moveTo>
                <a:cubicBezTo>
                  <a:pt x="4664574" y="311073"/>
                  <a:pt x="4630737" y="344910"/>
                  <a:pt x="4630737" y="386649"/>
                </a:cubicBezTo>
                <a:lnTo>
                  <a:pt x="4630737" y="960381"/>
                </a:lnTo>
                <a:cubicBezTo>
                  <a:pt x="4630737" y="1002120"/>
                  <a:pt x="4664574" y="1035957"/>
                  <a:pt x="4706313" y="1035957"/>
                </a:cubicBezTo>
                <a:lnTo>
                  <a:pt x="5826943" y="1035957"/>
                </a:lnTo>
                <a:cubicBezTo>
                  <a:pt x="5868682" y="1035957"/>
                  <a:pt x="5902519" y="1002120"/>
                  <a:pt x="5902519" y="960381"/>
                </a:cubicBezTo>
                <a:lnTo>
                  <a:pt x="5902519" y="386649"/>
                </a:lnTo>
                <a:cubicBezTo>
                  <a:pt x="5902519" y="344910"/>
                  <a:pt x="5868682" y="311073"/>
                  <a:pt x="5826943" y="311073"/>
                </a:cubicBezTo>
                <a:close/>
                <a:moveTo>
                  <a:pt x="0" y="0"/>
                </a:moveTo>
                <a:lnTo>
                  <a:pt x="14287" y="0"/>
                </a:lnTo>
                <a:lnTo>
                  <a:pt x="14287" y="1"/>
                </a:lnTo>
                <a:lnTo>
                  <a:pt x="6205538" y="1"/>
                </a:lnTo>
                <a:lnTo>
                  <a:pt x="6205538" y="6531380"/>
                </a:lnTo>
                <a:lnTo>
                  <a:pt x="14287" y="6531380"/>
                </a:lnTo>
                <a:lnTo>
                  <a:pt x="14287" y="6531792"/>
                </a:lnTo>
                <a:lnTo>
                  <a:pt x="2" y="6531792"/>
                </a:lnTo>
                <a:lnTo>
                  <a:pt x="2" y="5563739"/>
                </a:lnTo>
                <a:lnTo>
                  <a:pt x="219076" y="5563739"/>
                </a:lnTo>
                <a:lnTo>
                  <a:pt x="219076" y="5558976"/>
                </a:lnTo>
                <a:lnTo>
                  <a:pt x="219076" y="4271223"/>
                </a:lnTo>
                <a:lnTo>
                  <a:pt x="219076" y="4266460"/>
                </a:lnTo>
                <a:lnTo>
                  <a:pt x="2" y="4266460"/>
                </a:lnTo>
                <a:lnTo>
                  <a:pt x="2" y="1"/>
                </a:lnTo>
                <a:lnTo>
                  <a:pt x="0" y="1"/>
                </a:lnTo>
                <a:close/>
              </a:path>
            </a:pathLst>
          </a:custGeom>
          <a:solidFill>
            <a:schemeClr val="bg2"/>
          </a:solidFill>
        </p:spPr>
        <p:txBody>
          <a:bodyPr wrap="square" tIns="72000">
            <a:noAutofit/>
          </a:bodyP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br>
              <a:rPr lang="en-US" dirty="0"/>
            </a:br>
            <a:r>
              <a:rPr lang="en-US" dirty="0"/>
              <a:t>Click here and add image from Templafy</a:t>
            </a:r>
            <a:endParaRPr lang="en-US"/>
          </a:p>
        </p:txBody>
      </p:sp>
      <p:sp>
        <p:nvSpPr>
          <p:cNvPr id="39" name="Freeform: Shape 38">
            <a:extLst>
              <a:ext uri="{FF2B5EF4-FFF2-40B4-BE49-F238E27FC236}">
                <a16:creationId xmlns:a16="http://schemas.microsoft.com/office/drawing/2014/main" id="{3DD94BF0-14F1-426B-8B17-7DF83736631F}"/>
              </a:ext>
            </a:extLst>
          </p:cNvPr>
          <p:cNvSpPr/>
          <p:nvPr userDrawn="1"/>
        </p:nvSpPr>
        <p:spPr>
          <a:xfrm>
            <a:off x="-3" y="2380"/>
            <a:ext cx="5986465" cy="6858001"/>
          </a:xfrm>
          <a:custGeom>
            <a:avLst/>
            <a:gdLst>
              <a:gd name="connsiteX0" fmla="*/ 0 w 5986465"/>
              <a:gd name="connsiteY0" fmla="*/ 4360915 h 6858001"/>
              <a:gd name="connsiteX1" fmla="*/ 1 w 5986465"/>
              <a:gd name="connsiteY1" fmla="*/ 4360915 h 6858001"/>
              <a:gd name="connsiteX2" fmla="*/ 1 w 5986465"/>
              <a:gd name="connsiteY2" fmla="*/ 5556595 h 6858001"/>
              <a:gd name="connsiteX3" fmla="*/ 3 w 5986465"/>
              <a:gd name="connsiteY3" fmla="*/ 5556595 h 6858001"/>
              <a:gd name="connsiteX4" fmla="*/ 3 w 5986465"/>
              <a:gd name="connsiteY4" fmla="*/ 5563496 h 6858001"/>
              <a:gd name="connsiteX5" fmla="*/ 5986465 w 5986465"/>
              <a:gd name="connsiteY5" fmla="*/ 5563496 h 6858001"/>
              <a:gd name="connsiteX6" fmla="*/ 5986465 w 5986465"/>
              <a:gd name="connsiteY6" fmla="*/ 6858001 h 6858001"/>
              <a:gd name="connsiteX7" fmla="*/ 0 w 5986465"/>
              <a:gd name="connsiteY7" fmla="*/ 6858001 h 6858001"/>
              <a:gd name="connsiteX8" fmla="*/ 0 w 5986465"/>
              <a:gd name="connsiteY8" fmla="*/ 0 h 6858001"/>
              <a:gd name="connsiteX9" fmla="*/ 5986465 w 5986465"/>
              <a:gd name="connsiteY9" fmla="*/ 0 h 6858001"/>
              <a:gd name="connsiteX10" fmla="*/ 5986465 w 5986465"/>
              <a:gd name="connsiteY10" fmla="*/ 4264079 h 6858001"/>
              <a:gd name="connsiteX11" fmla="*/ 1 w 5986465"/>
              <a:gd name="connsiteY11" fmla="*/ 4264079 h 6858001"/>
              <a:gd name="connsiteX12" fmla="*/ 1 w 5986465"/>
              <a:gd name="connsiteY12" fmla="*/ 4269217 h 6858001"/>
              <a:gd name="connsiteX13" fmla="*/ 0 w 5986465"/>
              <a:gd name="connsiteY13" fmla="*/ 426921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86465" h="6858001">
                <a:moveTo>
                  <a:pt x="0" y="4360915"/>
                </a:moveTo>
                <a:lnTo>
                  <a:pt x="1" y="4360915"/>
                </a:lnTo>
                <a:lnTo>
                  <a:pt x="1" y="5556595"/>
                </a:lnTo>
                <a:lnTo>
                  <a:pt x="3" y="5556595"/>
                </a:lnTo>
                <a:lnTo>
                  <a:pt x="3" y="5563496"/>
                </a:lnTo>
                <a:lnTo>
                  <a:pt x="5986465" y="5563496"/>
                </a:lnTo>
                <a:lnTo>
                  <a:pt x="5986465" y="6858001"/>
                </a:lnTo>
                <a:lnTo>
                  <a:pt x="0" y="6858001"/>
                </a:lnTo>
                <a:close/>
                <a:moveTo>
                  <a:pt x="0" y="0"/>
                </a:moveTo>
                <a:lnTo>
                  <a:pt x="5986465" y="0"/>
                </a:lnTo>
                <a:lnTo>
                  <a:pt x="5986465" y="4264079"/>
                </a:lnTo>
                <a:lnTo>
                  <a:pt x="1" y="4264079"/>
                </a:lnTo>
                <a:lnTo>
                  <a:pt x="1" y="4269217"/>
                </a:lnTo>
                <a:lnTo>
                  <a:pt x="0" y="426921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3" name="Picture 42" descr="A close up of a sign&#10;&#10;Description automatically generated">
            <a:extLst>
              <a:ext uri="{FF2B5EF4-FFF2-40B4-BE49-F238E27FC236}">
                <a16:creationId xmlns:a16="http://schemas.microsoft.com/office/drawing/2014/main" id="{74C85EE8-6C66-4F5C-81AC-6564D686E1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311072"/>
            <a:ext cx="1271783" cy="724884"/>
          </a:xfrm>
          <a:prstGeom prst="rect">
            <a:avLst/>
          </a:prstGeom>
        </p:spPr>
      </p:pic>
      <p:cxnSp>
        <p:nvCxnSpPr>
          <p:cNvPr id="14" name="Straight Connector 13">
            <a:extLst>
              <a:ext uri="{FF2B5EF4-FFF2-40B4-BE49-F238E27FC236}">
                <a16:creationId xmlns:a16="http://schemas.microsoft.com/office/drawing/2014/main" id="{1C38F31F-AC62-4E93-B32F-8D23A52168C1}"/>
              </a:ext>
            </a:extLst>
          </p:cNvPr>
          <p:cNvCxnSpPr>
            <a:cxnSpLocks/>
          </p:cNvCxnSpPr>
          <p:nvPr userDrawn="1"/>
        </p:nvCxnSpPr>
        <p:spPr>
          <a:xfrm>
            <a:off x="323048" y="-8018"/>
            <a:ext cx="0" cy="405847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BF484C5-EEE2-4A10-AF61-B925E779D81B}"/>
              </a:ext>
            </a:extLst>
          </p:cNvPr>
          <p:cNvCxnSpPr>
            <a:cxnSpLocks/>
          </p:cNvCxnSpPr>
          <p:nvPr userDrawn="1"/>
        </p:nvCxnSpPr>
        <p:spPr>
          <a:xfrm flipH="1">
            <a:off x="2483417" y="6538762"/>
            <a:ext cx="97085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05CD37C-1E88-4BE4-9BD4-35E03C1001A5}"/>
              </a:ext>
            </a:extLst>
          </p:cNvPr>
          <p:cNvCxnSpPr>
            <a:cxnSpLocks/>
          </p:cNvCxnSpPr>
          <p:nvPr userDrawn="1"/>
        </p:nvCxnSpPr>
        <p:spPr>
          <a:xfrm flipH="1">
            <a:off x="320604" y="6534000"/>
            <a:ext cx="28899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64FE92-2605-4209-BCF6-8EE9F464CC27}"/>
              </a:ext>
            </a:extLst>
          </p:cNvPr>
          <p:cNvCxnSpPr>
            <a:cxnSpLocks/>
          </p:cNvCxnSpPr>
          <p:nvPr userDrawn="1"/>
        </p:nvCxnSpPr>
        <p:spPr>
          <a:xfrm>
            <a:off x="323048" y="5768502"/>
            <a:ext cx="0" cy="77287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date" descr="{&quot;templafy&quot;:{&quot;binding&quot;:&quot;Form.Date&quot;,&quot;format&quot;:&quot;{{DateFormats.GeneralDate}}&quot;,&quot;type&quot;:&quot;date&quot;}}" title="Form.Date">
            <a:extLst>
              <a:ext uri="{FF2B5EF4-FFF2-40B4-BE49-F238E27FC236}">
                <a16:creationId xmlns:a16="http://schemas.microsoft.com/office/drawing/2014/main" id="{511A47CD-5114-4DD4-BD85-B1A5B922F9C2}"/>
              </a:ext>
            </a:extLst>
          </p:cNvPr>
          <p:cNvSpPr txBox="1"/>
          <p:nvPr userDrawn="1"/>
        </p:nvSpPr>
        <p:spPr>
          <a:xfrm>
            <a:off x="648205" y="4513924"/>
            <a:ext cx="4863503" cy="246221"/>
          </a:xfrm>
          <a:prstGeom prst="rect">
            <a:avLst/>
          </a:prstGeom>
          <a:noFill/>
        </p:spPr>
        <p:txBody>
          <a:bodyPr wrap="square" lIns="0" tIns="0" rIns="0" bIns="0" rtlCol="0">
            <a:spAutoFit/>
          </a:bodyPr>
          <a:lstStyle/>
          <a:p>
            <a:endParaRPr lang="en-US" sz="1600" b="1" dirty="0">
              <a:solidFill>
                <a:schemeClr val="tx2"/>
              </a:solidFill>
              <a:latin typeface="+mn-lt"/>
            </a:endParaRPr>
          </a:p>
        </p:txBody>
      </p:sp>
      <p:pic>
        <p:nvPicPr>
          <p:cNvPr id="4" name="Graphic 3">
            <a:extLst>
              <a:ext uri="{FF2B5EF4-FFF2-40B4-BE49-F238E27FC236}">
                <a16:creationId xmlns:a16="http://schemas.microsoft.com/office/drawing/2014/main" id="{B155562C-34B0-46C8-BB0F-05B7F7D2506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6582" y="6358006"/>
            <a:ext cx="1861268" cy="370401"/>
          </a:xfrm>
          <a:prstGeom prst="rect">
            <a:avLst/>
          </a:prstGeom>
        </p:spPr>
      </p:pic>
      <p:sp>
        <p:nvSpPr>
          <p:cNvPr id="20" name="Text Placeholder 3" descr="{&quot;templafy&quot;:{&quot;id&quot;:&quot;f09d8b5d-59b2-4d69-8def-4236258670a4&quot;}}">
            <a:extLst>
              <a:ext uri="{FF2B5EF4-FFF2-40B4-BE49-F238E27FC236}">
                <a16:creationId xmlns:a16="http://schemas.microsoft.com/office/drawing/2014/main" id="{5A3E2B83-D6AB-4AD9-9B4B-4519AFA5B4B1}"/>
              </a:ext>
            </a:extLst>
          </p:cNvPr>
          <p:cNvSpPr>
            <a:spLocks noGrp="1"/>
          </p:cNvSpPr>
          <p:nvPr>
            <p:ph type="body" sz="quarter" idx="15" hasCustomPrompt="1"/>
          </p:nvPr>
        </p:nvSpPr>
        <p:spPr>
          <a:xfrm>
            <a:off x="647700" y="4760145"/>
            <a:ext cx="4864100" cy="246221"/>
          </a:xfrm>
        </p:spPr>
        <p:txBody>
          <a:bodyPr/>
          <a:lstStyle>
            <a:lvl1pPr marL="0" indent="0">
              <a:buNone/>
              <a:defRPr>
                <a:solidFill>
                  <a:schemeClr val="tx2"/>
                </a:solidFill>
              </a:defRPr>
            </a:lvl1pPr>
          </a:lstStyle>
          <a:p>
            <a:pPr lvl="0"/>
            <a:r>
              <a:rPr lang="en-US" dirty="0"/>
              <a:t>Presented by:</a:t>
            </a:r>
            <a:endParaRPr lang="en-US"/>
          </a:p>
        </p:txBody>
      </p:sp>
      <p:sp>
        <p:nvSpPr>
          <p:cNvPr id="25" name="Text Placeholder 3" descr="{&quot;templafy&quot;:{&quot;id&quot;:&quot;9f1b9199-9784-447b-98ec-7725d21f988d&quot;}}">
            <a:extLst>
              <a:ext uri="{FF2B5EF4-FFF2-40B4-BE49-F238E27FC236}">
                <a16:creationId xmlns:a16="http://schemas.microsoft.com/office/drawing/2014/main" id="{D950E65F-D27B-4B37-82E6-065FC684AAB4}"/>
              </a:ext>
            </a:extLst>
          </p:cNvPr>
          <p:cNvSpPr>
            <a:spLocks noGrp="1"/>
          </p:cNvSpPr>
          <p:nvPr>
            <p:ph type="body" sz="quarter" idx="16" hasCustomPrompt="1"/>
          </p:nvPr>
        </p:nvSpPr>
        <p:spPr>
          <a:xfrm>
            <a:off x="647700" y="5003648"/>
            <a:ext cx="4864100" cy="242887"/>
          </a:xfrm>
        </p:spPr>
        <p:txBody>
          <a:bodyPr/>
          <a:lstStyle>
            <a:lvl1pPr marL="0" indent="0">
              <a:buNone/>
              <a:defRPr>
                <a:solidFill>
                  <a:schemeClr val="tx2"/>
                </a:solidFill>
              </a:defRPr>
            </a:lvl1pPr>
          </a:lstStyle>
          <a:p>
            <a:pPr lvl="0"/>
            <a:r>
              <a:rPr lang="en-US" dirty="0"/>
              <a:t>Presented to:</a:t>
            </a:r>
            <a:endParaRPr lang="en-US"/>
          </a:p>
        </p:txBody>
      </p:sp>
      <p:sp>
        <p:nvSpPr>
          <p:cNvPr id="5" name="Title 5" descr="{&quot;templafy&quot;:{&quot;id&quot;:&quot;5493e02a-2c8e-48a4-b185-15fc9e9d7177&quot;}}">
            <a:extLst>
              <a:ext uri="{FF2B5EF4-FFF2-40B4-BE49-F238E27FC236}">
                <a16:creationId xmlns:a16="http://schemas.microsoft.com/office/drawing/2014/main" id="{8550341B-20E6-CCF0-BF28-BCF066BAB185}"/>
              </a:ext>
            </a:extLst>
          </p:cNvPr>
          <p:cNvSpPr>
            <a:spLocks noGrp="1"/>
          </p:cNvSpPr>
          <p:nvPr>
            <p:ph type="title" hasCustomPrompt="1"/>
          </p:nvPr>
        </p:nvSpPr>
        <p:spPr>
          <a:xfrm>
            <a:off x="647851" y="2704652"/>
            <a:ext cx="5108633" cy="826364"/>
          </a:xfrm>
        </p:spPr>
        <p:txBody>
          <a:bodyPr anchor="b"/>
          <a:lstStyle>
            <a:lvl1pPr>
              <a:defRPr>
                <a:solidFill>
                  <a:schemeClr val="bg1"/>
                </a:solidFill>
              </a:defRPr>
            </a:lvl1pPr>
          </a:lstStyle>
          <a:p>
            <a:r>
              <a:rPr lang="en-US" dirty="0"/>
              <a:t>Click to add title</a:t>
            </a:r>
            <a:endParaRPr lang="en-US"/>
          </a:p>
        </p:txBody>
      </p:sp>
      <p:sp>
        <p:nvSpPr>
          <p:cNvPr id="6" name="Text Placeholder 4" descr="{&quot;templafy&quot;:{&quot;id&quot;:&quot;dd0eefbf-82f6-4c1c-9894-ddc174021f28&quot;}}">
            <a:extLst>
              <a:ext uri="{FF2B5EF4-FFF2-40B4-BE49-F238E27FC236}">
                <a16:creationId xmlns:a16="http://schemas.microsoft.com/office/drawing/2014/main" id="{1D510BF8-0F50-9D0E-C51D-30240D0FEC2E}"/>
              </a:ext>
            </a:extLst>
          </p:cNvPr>
          <p:cNvSpPr>
            <a:spLocks noGrp="1"/>
          </p:cNvSpPr>
          <p:nvPr>
            <p:ph type="body" sz="quarter" idx="18" hasCustomPrompt="1"/>
          </p:nvPr>
        </p:nvSpPr>
        <p:spPr>
          <a:xfrm>
            <a:off x="647700" y="2344076"/>
            <a:ext cx="5108933" cy="333258"/>
          </a:xfrm>
        </p:spPr>
        <p:txBody>
          <a:bodyPr tIns="91440" anchor="t"/>
          <a:lstStyle>
            <a:lvl1pPr marL="0" indent="0">
              <a:buNone/>
              <a:defRPr sz="1400" spc="300">
                <a:solidFill>
                  <a:schemeClr val="accent3"/>
                </a:solidFill>
                <a:latin typeface="+mn-lt"/>
              </a:defRPr>
            </a:lvl1pPr>
          </a:lstStyle>
          <a:p>
            <a:pPr lvl="7"/>
            <a:r>
              <a:rPr lang="en-US" dirty="0"/>
              <a:t>Click to add subtitle</a:t>
            </a:r>
            <a:endParaRPr lang="en-US"/>
          </a:p>
        </p:txBody>
      </p:sp>
    </p:spTree>
    <p:extLst>
      <p:ext uri="{BB962C8B-B14F-4D97-AF65-F5344CB8AC3E}">
        <p14:creationId xmlns:p14="http://schemas.microsoft.com/office/powerpoint/2010/main" val="2876028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C">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4EDD6B5-1F7B-5021-A122-EE41139FDD87}"/>
              </a:ext>
            </a:extLst>
          </p:cNvPr>
          <p:cNvSpPr/>
          <p:nvPr userDrawn="1"/>
        </p:nvSpPr>
        <p:spPr>
          <a:xfrm>
            <a:off x="-1" y="2625215"/>
            <a:ext cx="6636775" cy="2153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3" name="Freeform 12">
            <a:extLst>
              <a:ext uri="{FF2B5EF4-FFF2-40B4-BE49-F238E27FC236}">
                <a16:creationId xmlns:a16="http://schemas.microsoft.com/office/drawing/2014/main" id="{892591B0-0B8A-C281-1C2B-0892A914791D}"/>
              </a:ext>
            </a:extLst>
          </p:cNvPr>
          <p:cNvSpPr/>
          <p:nvPr userDrawn="1"/>
        </p:nvSpPr>
        <p:spPr>
          <a:xfrm>
            <a:off x="0" y="3996814"/>
            <a:ext cx="12191998" cy="2861186"/>
          </a:xfrm>
          <a:custGeom>
            <a:avLst/>
            <a:gdLst>
              <a:gd name="connsiteX0" fmla="*/ 6636774 w 12191998"/>
              <a:gd name="connsiteY0" fmla="*/ 0 h 2861186"/>
              <a:gd name="connsiteX1" fmla="*/ 12191998 w 12191998"/>
              <a:gd name="connsiteY1" fmla="*/ 0 h 2861186"/>
              <a:gd name="connsiteX2" fmla="*/ 12191998 w 12191998"/>
              <a:gd name="connsiteY2" fmla="*/ 2861186 h 2861186"/>
              <a:gd name="connsiteX3" fmla="*/ 0 w 12191998"/>
              <a:gd name="connsiteY3" fmla="*/ 2861186 h 2861186"/>
              <a:gd name="connsiteX4" fmla="*/ 0 w 12191998"/>
              <a:gd name="connsiteY4" fmla="*/ 781665 h 2861186"/>
              <a:gd name="connsiteX5" fmla="*/ 6636774 w 12191998"/>
              <a:gd name="connsiteY5" fmla="*/ 781665 h 286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8" h="2861186">
                <a:moveTo>
                  <a:pt x="6636774" y="0"/>
                </a:moveTo>
                <a:lnTo>
                  <a:pt x="12191998" y="0"/>
                </a:lnTo>
                <a:lnTo>
                  <a:pt x="12191998" y="2861186"/>
                </a:lnTo>
                <a:lnTo>
                  <a:pt x="0" y="2861186"/>
                </a:lnTo>
                <a:lnTo>
                  <a:pt x="0" y="781665"/>
                </a:lnTo>
                <a:lnTo>
                  <a:pt x="6636774" y="78166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2000" noProof="0" dirty="0" err="1"/>
          </a:p>
        </p:txBody>
      </p:sp>
      <p:sp>
        <p:nvSpPr>
          <p:cNvPr id="11" name="Picture Placeholder 10">
            <a:extLst>
              <a:ext uri="{FF2B5EF4-FFF2-40B4-BE49-F238E27FC236}">
                <a16:creationId xmlns:a16="http://schemas.microsoft.com/office/drawing/2014/main" id="{EBD92DC0-4A71-A576-607A-D0B6B2A1C61C}"/>
              </a:ext>
            </a:extLst>
          </p:cNvPr>
          <p:cNvSpPr>
            <a:spLocks noGrp="1"/>
          </p:cNvSpPr>
          <p:nvPr>
            <p:ph type="pic" sz="quarter" idx="11"/>
          </p:nvPr>
        </p:nvSpPr>
        <p:spPr>
          <a:xfrm>
            <a:off x="0" y="-15388"/>
            <a:ext cx="12192000" cy="4012202"/>
          </a:xfrm>
          <a:custGeom>
            <a:avLst/>
            <a:gdLst>
              <a:gd name="connsiteX0" fmla="*/ 0 w 12192000"/>
              <a:gd name="connsiteY0" fmla="*/ 0 h 4012202"/>
              <a:gd name="connsiteX1" fmla="*/ 12192000 w 12192000"/>
              <a:gd name="connsiteY1" fmla="*/ 0 h 4012202"/>
              <a:gd name="connsiteX2" fmla="*/ 12192000 w 12192000"/>
              <a:gd name="connsiteY2" fmla="*/ 4012202 h 4012202"/>
              <a:gd name="connsiteX3" fmla="*/ 6636774 w 12192000"/>
              <a:gd name="connsiteY3" fmla="*/ 4012202 h 4012202"/>
              <a:gd name="connsiteX4" fmla="*/ 6636774 w 12192000"/>
              <a:gd name="connsiteY4" fmla="*/ 2640603 h 4012202"/>
              <a:gd name="connsiteX5" fmla="*/ 0 w 12192000"/>
              <a:gd name="connsiteY5" fmla="*/ 2640603 h 401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2202">
                <a:moveTo>
                  <a:pt x="0" y="0"/>
                </a:moveTo>
                <a:lnTo>
                  <a:pt x="12192000" y="0"/>
                </a:lnTo>
                <a:lnTo>
                  <a:pt x="12192000" y="4012202"/>
                </a:lnTo>
                <a:lnTo>
                  <a:pt x="6636774" y="4012202"/>
                </a:lnTo>
                <a:lnTo>
                  <a:pt x="6636774" y="2640603"/>
                </a:lnTo>
                <a:lnTo>
                  <a:pt x="0" y="2640603"/>
                </a:lnTo>
                <a:close/>
              </a:path>
            </a:pathLst>
          </a:custGeom>
          <a:solidFill>
            <a:schemeClr val="bg2"/>
          </a:solidFill>
        </p:spPr>
        <p:txBody>
          <a:bodyPr wrap="square" rtlCol="0">
            <a:noAutofit/>
          </a:bodyPr>
          <a:lstStyle>
            <a:lvl1pPr marL="0" indent="0" algn="ctr">
              <a:buNone/>
              <a:defRPr sz="1800">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endParaRPr lang="en-US" dirty="0"/>
          </a:p>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endParaRPr lang="en-US" dirty="0"/>
          </a:p>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US" dirty="0"/>
              <a:t>Click here and add </a:t>
            </a:r>
            <a:br>
              <a:rPr lang="en-US" dirty="0"/>
            </a:br>
            <a:r>
              <a:rPr lang="en-US" dirty="0"/>
              <a:t>image from </a:t>
            </a:r>
            <a:r>
              <a:rPr lang="en-US" dirty="0" err="1"/>
              <a:t>Templafy</a:t>
            </a:r>
            <a:endParaRPr lang="en-US" dirty="0"/>
          </a:p>
        </p:txBody>
      </p:sp>
      <p:pic>
        <p:nvPicPr>
          <p:cNvPr id="43" name="Picture 42" descr="A close up of a sign&#10;&#10;Description automatically generated">
            <a:extLst>
              <a:ext uri="{FF2B5EF4-FFF2-40B4-BE49-F238E27FC236}">
                <a16:creationId xmlns:a16="http://schemas.microsoft.com/office/drawing/2014/main" id="{74C85EE8-6C66-4F5C-81AC-6564D686E1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46902" y="5174550"/>
            <a:ext cx="1271783" cy="724884"/>
          </a:xfrm>
          <a:prstGeom prst="rect">
            <a:avLst/>
          </a:prstGeom>
        </p:spPr>
      </p:pic>
      <p:cxnSp>
        <p:nvCxnSpPr>
          <p:cNvPr id="15" name="Straight Connector 14">
            <a:extLst>
              <a:ext uri="{FF2B5EF4-FFF2-40B4-BE49-F238E27FC236}">
                <a16:creationId xmlns:a16="http://schemas.microsoft.com/office/drawing/2014/main" id="{FBF484C5-EEE2-4A10-AF61-B925E779D81B}"/>
              </a:ext>
            </a:extLst>
          </p:cNvPr>
          <p:cNvCxnSpPr>
            <a:cxnSpLocks/>
          </p:cNvCxnSpPr>
          <p:nvPr userDrawn="1"/>
        </p:nvCxnSpPr>
        <p:spPr>
          <a:xfrm flipH="1">
            <a:off x="2483417" y="6538762"/>
            <a:ext cx="97085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05CD37C-1E88-4BE4-9BD4-35E03C1001A5}"/>
              </a:ext>
            </a:extLst>
          </p:cNvPr>
          <p:cNvCxnSpPr>
            <a:cxnSpLocks/>
          </p:cNvCxnSpPr>
          <p:nvPr userDrawn="1"/>
        </p:nvCxnSpPr>
        <p:spPr>
          <a:xfrm flipH="1">
            <a:off x="320604" y="6534000"/>
            <a:ext cx="28899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64FE92-2605-4209-BCF6-8EE9F464CC27}"/>
              </a:ext>
            </a:extLst>
          </p:cNvPr>
          <p:cNvCxnSpPr>
            <a:cxnSpLocks/>
          </p:cNvCxnSpPr>
          <p:nvPr userDrawn="1"/>
        </p:nvCxnSpPr>
        <p:spPr>
          <a:xfrm>
            <a:off x="323048" y="3996814"/>
            <a:ext cx="0" cy="254455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date" descr="{&quot;templafy&quot;:{&quot;binding&quot;:&quot;Form.Date&quot;,&quot;format&quot;:&quot;{{DateFormats.GeneralDate}}&quot;,&quot;type&quot;:&quot;date&quot;}}" title="Form.Date">
            <a:extLst>
              <a:ext uri="{FF2B5EF4-FFF2-40B4-BE49-F238E27FC236}">
                <a16:creationId xmlns:a16="http://schemas.microsoft.com/office/drawing/2014/main" id="{511A47CD-5114-4DD4-BD85-B1A5B922F9C2}"/>
              </a:ext>
            </a:extLst>
          </p:cNvPr>
          <p:cNvSpPr txBox="1"/>
          <p:nvPr userDrawn="1"/>
        </p:nvSpPr>
        <p:spPr>
          <a:xfrm>
            <a:off x="648205" y="4513924"/>
            <a:ext cx="4863503" cy="246221"/>
          </a:xfrm>
          <a:prstGeom prst="rect">
            <a:avLst/>
          </a:prstGeom>
          <a:noFill/>
        </p:spPr>
        <p:txBody>
          <a:bodyPr wrap="square" lIns="0" tIns="0" rIns="0" bIns="0" rtlCol="0">
            <a:spAutoFit/>
          </a:bodyPr>
          <a:lstStyle/>
          <a:p>
            <a:endParaRPr lang="en-US" sz="1600" b="1" dirty="0">
              <a:solidFill>
                <a:schemeClr val="tx2"/>
              </a:solidFill>
              <a:latin typeface="+mn-lt"/>
            </a:endParaRPr>
          </a:p>
        </p:txBody>
      </p:sp>
      <p:pic>
        <p:nvPicPr>
          <p:cNvPr id="4" name="Graphic 3">
            <a:extLst>
              <a:ext uri="{FF2B5EF4-FFF2-40B4-BE49-F238E27FC236}">
                <a16:creationId xmlns:a16="http://schemas.microsoft.com/office/drawing/2014/main" id="{B155562C-34B0-46C8-BB0F-05B7F7D2506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6582" y="6358006"/>
            <a:ext cx="1861268" cy="370401"/>
          </a:xfrm>
          <a:prstGeom prst="rect">
            <a:avLst/>
          </a:prstGeom>
        </p:spPr>
      </p:pic>
      <p:sp>
        <p:nvSpPr>
          <p:cNvPr id="26" name="Title 5" descr="{&quot;templafy&quot;:{&quot;id&quot;:&quot;9021558d-f247-4566-9077-f4b36d4dc0d1&quot;}}">
            <a:extLst>
              <a:ext uri="{FF2B5EF4-FFF2-40B4-BE49-F238E27FC236}">
                <a16:creationId xmlns:a16="http://schemas.microsoft.com/office/drawing/2014/main" id="{8909FCA8-D3F6-4E6C-8B13-8079153EB25E}"/>
              </a:ext>
            </a:extLst>
          </p:cNvPr>
          <p:cNvSpPr>
            <a:spLocks noGrp="1"/>
          </p:cNvSpPr>
          <p:nvPr>
            <p:ph type="title" hasCustomPrompt="1"/>
          </p:nvPr>
        </p:nvSpPr>
        <p:spPr>
          <a:xfrm>
            <a:off x="663475" y="3666601"/>
            <a:ext cx="5432518" cy="906242"/>
          </a:xfrm>
        </p:spPr>
        <p:txBody>
          <a:bodyPr tIns="108000" anchor="t"/>
          <a:lstStyle>
            <a:lvl1pPr>
              <a:defRPr sz="3600">
                <a:solidFill>
                  <a:schemeClr val="tx2"/>
                </a:solidFill>
              </a:defRPr>
            </a:lvl1pPr>
          </a:lstStyle>
          <a:p>
            <a:r>
              <a:rPr lang="en-US" dirty="0"/>
              <a:t>Click to add title</a:t>
            </a:r>
            <a:endParaRPr lang="en-US"/>
          </a:p>
        </p:txBody>
      </p:sp>
      <p:sp>
        <p:nvSpPr>
          <p:cNvPr id="27" name="Text Placeholder 4" descr="{&quot;templafy&quot;:{&quot;id&quot;:&quot;001a1396-cda0-48cc-98f8-cf12815afd08&quot;}}">
            <a:extLst>
              <a:ext uri="{FF2B5EF4-FFF2-40B4-BE49-F238E27FC236}">
                <a16:creationId xmlns:a16="http://schemas.microsoft.com/office/drawing/2014/main" id="{F162967B-CD76-475D-9643-BC17E1102B1D}"/>
              </a:ext>
            </a:extLst>
          </p:cNvPr>
          <p:cNvSpPr>
            <a:spLocks noGrp="1"/>
          </p:cNvSpPr>
          <p:nvPr>
            <p:ph type="body" sz="quarter" idx="18" hasCustomPrompt="1"/>
          </p:nvPr>
        </p:nvSpPr>
        <p:spPr>
          <a:xfrm>
            <a:off x="663175" y="3215149"/>
            <a:ext cx="5432518" cy="409214"/>
          </a:xfrm>
        </p:spPr>
        <p:txBody>
          <a:bodyPr tIns="91440" anchor="t"/>
          <a:lstStyle>
            <a:lvl1pPr marL="0" indent="0">
              <a:buNone/>
              <a:defRPr sz="1400" spc="300">
                <a:solidFill>
                  <a:schemeClr val="accent2"/>
                </a:solidFill>
                <a:latin typeface="+mn-lt"/>
              </a:defRPr>
            </a:lvl1pPr>
          </a:lstStyle>
          <a:p>
            <a:pPr lvl="0"/>
            <a:r>
              <a:rPr lang="en-US" dirty="0"/>
              <a:t>Click to add subtitle</a:t>
            </a:r>
            <a:endParaRPr lang="en-US"/>
          </a:p>
        </p:txBody>
      </p:sp>
      <p:sp>
        <p:nvSpPr>
          <p:cNvPr id="2" name="Content Placeholder 2" descr="{&quot;templafy&quot;:{&quot;id&quot;:&quot;42c2dc41-4ec5-4f9c-8e71-3e2d4e0aebf4&quot;}}">
            <a:extLst>
              <a:ext uri="{FF2B5EF4-FFF2-40B4-BE49-F238E27FC236}">
                <a16:creationId xmlns:a16="http://schemas.microsoft.com/office/drawing/2014/main" id="{A6BF437F-A162-DD56-A723-69A6E8D29D38}"/>
              </a:ext>
            </a:extLst>
          </p:cNvPr>
          <p:cNvSpPr>
            <a:spLocks noGrp="1"/>
          </p:cNvSpPr>
          <p:nvPr>
            <p:ph idx="1" hasCustomPrompt="1"/>
          </p:nvPr>
        </p:nvSpPr>
        <p:spPr>
          <a:xfrm>
            <a:off x="677545" y="5379367"/>
            <a:ext cx="2471094" cy="655358"/>
          </a:xfrm>
        </p:spPr>
        <p:txBody>
          <a:bodyPr/>
          <a:lstStyle>
            <a:lvl1pPr marL="0" indent="0">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US" noProof="0" dirty="0"/>
              <a:t>Click to add text</a:t>
            </a:r>
            <a:endParaRPr lang="en-US"/>
          </a:p>
        </p:txBody>
      </p:sp>
      <p:sp>
        <p:nvSpPr>
          <p:cNvPr id="5" name="Content Placeholder 2" descr="{&quot;templafy&quot;:{&quot;id&quot;:&quot;60f3c4fb-c5e3-40a3-9007-61fd2ee02101&quot;}}">
            <a:extLst>
              <a:ext uri="{FF2B5EF4-FFF2-40B4-BE49-F238E27FC236}">
                <a16:creationId xmlns:a16="http://schemas.microsoft.com/office/drawing/2014/main" id="{E5706813-1E0D-3285-60E2-26EED9C1B335}"/>
              </a:ext>
            </a:extLst>
          </p:cNvPr>
          <p:cNvSpPr>
            <a:spLocks noGrp="1"/>
          </p:cNvSpPr>
          <p:nvPr>
            <p:ph idx="19" hasCustomPrompt="1"/>
          </p:nvPr>
        </p:nvSpPr>
        <p:spPr>
          <a:xfrm>
            <a:off x="3351734" y="5379367"/>
            <a:ext cx="2471094" cy="655358"/>
          </a:xfrm>
        </p:spPr>
        <p:txBody>
          <a:bodyPr/>
          <a:lstStyle>
            <a:lvl1pPr marL="0" indent="0">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US" noProof="0" dirty="0"/>
              <a:t>Click to add text</a:t>
            </a:r>
            <a:endParaRPr lang="en-US"/>
          </a:p>
        </p:txBody>
      </p:sp>
      <p:sp>
        <p:nvSpPr>
          <p:cNvPr id="6" name="Content Placeholder 2" descr="{&quot;templafy&quot;:{&quot;id&quot;:&quot;3d6c001c-5442-4ff8-a409-dfb8e5bda597&quot;}}">
            <a:extLst>
              <a:ext uri="{FF2B5EF4-FFF2-40B4-BE49-F238E27FC236}">
                <a16:creationId xmlns:a16="http://schemas.microsoft.com/office/drawing/2014/main" id="{8931B9AC-D510-51D8-E31E-519BDDE539C8}"/>
              </a:ext>
            </a:extLst>
          </p:cNvPr>
          <p:cNvSpPr>
            <a:spLocks noGrp="1"/>
          </p:cNvSpPr>
          <p:nvPr>
            <p:ph idx="20" hasCustomPrompt="1"/>
          </p:nvPr>
        </p:nvSpPr>
        <p:spPr>
          <a:xfrm>
            <a:off x="6025923" y="5379367"/>
            <a:ext cx="2471094" cy="655358"/>
          </a:xfrm>
        </p:spPr>
        <p:txBody>
          <a:bodyPr/>
          <a:lstStyle>
            <a:lvl1pPr marL="0" indent="0">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US" noProof="0" dirty="0"/>
              <a:t>Click to add text</a:t>
            </a:r>
            <a:endParaRPr lang="en-US"/>
          </a:p>
        </p:txBody>
      </p:sp>
    </p:spTree>
    <p:extLst>
      <p:ext uri="{BB962C8B-B14F-4D97-AF65-F5344CB8AC3E}">
        <p14:creationId xmlns:p14="http://schemas.microsoft.com/office/powerpoint/2010/main" val="189375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AE5E9EE3-9965-BA94-FB8A-08516410E283}"/>
              </a:ext>
            </a:extLst>
          </p:cNvPr>
          <p:cNvSpPr/>
          <p:nvPr userDrawn="1"/>
        </p:nvSpPr>
        <p:spPr>
          <a:xfrm>
            <a:off x="-1" y="4109070"/>
            <a:ext cx="8273129" cy="149134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35" name="Rectangle 34">
            <a:extLst>
              <a:ext uri="{FF2B5EF4-FFF2-40B4-BE49-F238E27FC236}">
                <a16:creationId xmlns:a16="http://schemas.microsoft.com/office/drawing/2014/main" id="{F1DA5A58-E43E-4DDA-B597-FA3CC0D36441}"/>
              </a:ext>
            </a:extLst>
          </p:cNvPr>
          <p:cNvSpPr/>
          <p:nvPr userDrawn="1"/>
        </p:nvSpPr>
        <p:spPr>
          <a:xfrm>
            <a:off x="0" y="3534996"/>
            <a:ext cx="4765964" cy="870857"/>
          </a:xfrm>
          <a:prstGeom prst="rect">
            <a:avLst/>
          </a:prstGeom>
          <a:solidFill>
            <a:schemeClr val="accent1">
              <a:alpha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63" name="Picture Placeholder 62" descr="{&quot;templafy&quot;:{&quot;id&quot;:&quot;993eaec1-f08b-489c-82b9-b137c954a041&quot;}}">
            <a:extLst>
              <a:ext uri="{FF2B5EF4-FFF2-40B4-BE49-F238E27FC236}">
                <a16:creationId xmlns:a16="http://schemas.microsoft.com/office/drawing/2014/main" id="{6880787D-4687-7AE5-7B6E-388AB1307D6B}"/>
              </a:ext>
            </a:extLst>
          </p:cNvPr>
          <p:cNvSpPr>
            <a:spLocks noGrp="1"/>
          </p:cNvSpPr>
          <p:nvPr>
            <p:ph type="pic" sz="quarter" idx="13" hasCustomPrompt="1"/>
          </p:nvPr>
        </p:nvSpPr>
        <p:spPr>
          <a:xfrm>
            <a:off x="0" y="0"/>
            <a:ext cx="12192000" cy="6858000"/>
          </a:xfrm>
          <a:custGeom>
            <a:avLst/>
            <a:gdLst>
              <a:gd name="connsiteX0" fmla="*/ 270400 w 12192000"/>
              <a:gd name="connsiteY0" fmla="*/ 5814485 h 6858000"/>
              <a:gd name="connsiteX1" fmla="*/ 270400 w 12192000"/>
              <a:gd name="connsiteY1" fmla="*/ 6516485 h 6858000"/>
              <a:gd name="connsiteX2" fmla="*/ 270400 w 12192000"/>
              <a:gd name="connsiteY2" fmla="*/ 6534485 h 6858000"/>
              <a:gd name="connsiteX3" fmla="*/ 288400 w 12192000"/>
              <a:gd name="connsiteY3" fmla="*/ 6534485 h 6858000"/>
              <a:gd name="connsiteX4" fmla="*/ 630400 w 12192000"/>
              <a:gd name="connsiteY4" fmla="*/ 6534485 h 6858000"/>
              <a:gd name="connsiteX5" fmla="*/ 630400 w 12192000"/>
              <a:gd name="connsiteY5" fmla="*/ 6516485 h 6858000"/>
              <a:gd name="connsiteX6" fmla="*/ 288400 w 12192000"/>
              <a:gd name="connsiteY6" fmla="*/ 6516485 h 6858000"/>
              <a:gd name="connsiteX7" fmla="*/ 288400 w 12192000"/>
              <a:gd name="connsiteY7" fmla="*/ 5814485 h 6858000"/>
              <a:gd name="connsiteX8" fmla="*/ 10682962 w 12192000"/>
              <a:gd name="connsiteY8" fmla="*/ 311018 h 6858000"/>
              <a:gd name="connsiteX9" fmla="*/ 10609396 w 12192000"/>
              <a:gd name="connsiteY9" fmla="*/ 384309 h 6858000"/>
              <a:gd name="connsiteX10" fmla="*/ 10609396 w 12192000"/>
              <a:gd name="connsiteY10" fmla="*/ 962827 h 6858000"/>
              <a:gd name="connsiteX11" fmla="*/ 10678517 w 12192000"/>
              <a:gd name="connsiteY11" fmla="*/ 1035862 h 6858000"/>
              <a:gd name="connsiteX12" fmla="*/ 11819199 w 12192000"/>
              <a:gd name="connsiteY12" fmla="*/ 1035902 h 6858000"/>
              <a:gd name="connsiteX13" fmla="*/ 11819816 w 12192000"/>
              <a:gd name="connsiteY13" fmla="*/ 1035862 h 6858000"/>
              <a:gd name="connsiteX14" fmla="*/ 11888926 w 12192000"/>
              <a:gd name="connsiteY14" fmla="*/ 962648 h 6858000"/>
              <a:gd name="connsiteX15" fmla="*/ 11888926 w 12192000"/>
              <a:gd name="connsiteY15" fmla="*/ 384309 h 6858000"/>
              <a:gd name="connsiteX16" fmla="*/ 11815361 w 12192000"/>
              <a:gd name="connsiteY16" fmla="*/ 311018 h 6858000"/>
              <a:gd name="connsiteX17" fmla="*/ 0 w 12192000"/>
              <a:gd name="connsiteY17" fmla="*/ 0 h 6858000"/>
              <a:gd name="connsiteX18" fmla="*/ 270400 w 12192000"/>
              <a:gd name="connsiteY18" fmla="*/ 0 h 6858000"/>
              <a:gd name="connsiteX19" fmla="*/ 270400 w 12192000"/>
              <a:gd name="connsiteY19" fmla="*/ 3312000 h 6858000"/>
              <a:gd name="connsiteX20" fmla="*/ 288400 w 12192000"/>
              <a:gd name="connsiteY20" fmla="*/ 3312000 h 6858000"/>
              <a:gd name="connsiteX21" fmla="*/ 288400 w 12192000"/>
              <a:gd name="connsiteY21" fmla="*/ 0 h 6858000"/>
              <a:gd name="connsiteX22" fmla="*/ 12192000 w 12192000"/>
              <a:gd name="connsiteY22" fmla="*/ 0 h 6858000"/>
              <a:gd name="connsiteX23" fmla="*/ 12192000 w 12192000"/>
              <a:gd name="connsiteY23" fmla="*/ 6516485 h 6858000"/>
              <a:gd name="connsiteX24" fmla="*/ 2472000 w 12192000"/>
              <a:gd name="connsiteY24" fmla="*/ 6516485 h 6858000"/>
              <a:gd name="connsiteX25" fmla="*/ 2472000 w 12192000"/>
              <a:gd name="connsiteY25" fmla="*/ 6534485 h 6858000"/>
              <a:gd name="connsiteX26" fmla="*/ 12192000 w 12192000"/>
              <a:gd name="connsiteY26" fmla="*/ 6534485 h 6858000"/>
              <a:gd name="connsiteX27" fmla="*/ 12192000 w 12192000"/>
              <a:gd name="connsiteY27" fmla="*/ 6858000 h 6858000"/>
              <a:gd name="connsiteX28" fmla="*/ 0 w 12192000"/>
              <a:gd name="connsiteY28" fmla="*/ 6858000 h 6858000"/>
              <a:gd name="connsiteX29" fmla="*/ 0 w 12192000"/>
              <a:gd name="connsiteY29" fmla="*/ 5600411 h 6858000"/>
              <a:gd name="connsiteX30" fmla="*/ 8273128 w 12192000"/>
              <a:gd name="connsiteY30" fmla="*/ 5600411 h 6858000"/>
              <a:gd name="connsiteX31" fmla="*/ 8273128 w 12192000"/>
              <a:gd name="connsiteY31" fmla="*/ 4109070 h 6858000"/>
              <a:gd name="connsiteX32" fmla="*/ 4419598 w 12192000"/>
              <a:gd name="connsiteY32" fmla="*/ 4109070 h 6858000"/>
              <a:gd name="connsiteX33" fmla="*/ 4419598 w 12192000"/>
              <a:gd name="connsiteY33" fmla="*/ 3534996 h 6858000"/>
              <a:gd name="connsiteX34" fmla="*/ 0 w 12192000"/>
              <a:gd name="connsiteY34" fmla="*/ 3534996 h 6858000"/>
              <a:gd name="connsiteX0" fmla="*/ 270400 w 12192000"/>
              <a:gd name="connsiteY0" fmla="*/ 5814485 h 6858000"/>
              <a:gd name="connsiteX1" fmla="*/ 270400 w 12192000"/>
              <a:gd name="connsiteY1" fmla="*/ 6516485 h 6858000"/>
              <a:gd name="connsiteX2" fmla="*/ 270400 w 12192000"/>
              <a:gd name="connsiteY2" fmla="*/ 6534485 h 6858000"/>
              <a:gd name="connsiteX3" fmla="*/ 288400 w 12192000"/>
              <a:gd name="connsiteY3" fmla="*/ 6534485 h 6858000"/>
              <a:gd name="connsiteX4" fmla="*/ 630400 w 12192000"/>
              <a:gd name="connsiteY4" fmla="*/ 6534485 h 6858000"/>
              <a:gd name="connsiteX5" fmla="*/ 630400 w 12192000"/>
              <a:gd name="connsiteY5" fmla="*/ 6516485 h 6858000"/>
              <a:gd name="connsiteX6" fmla="*/ 288400 w 12192000"/>
              <a:gd name="connsiteY6" fmla="*/ 6516485 h 6858000"/>
              <a:gd name="connsiteX7" fmla="*/ 288400 w 12192000"/>
              <a:gd name="connsiteY7" fmla="*/ 5814485 h 6858000"/>
              <a:gd name="connsiteX8" fmla="*/ 270400 w 12192000"/>
              <a:gd name="connsiteY8" fmla="*/ 5814485 h 6858000"/>
              <a:gd name="connsiteX9" fmla="*/ 10682962 w 12192000"/>
              <a:gd name="connsiteY9" fmla="*/ 311018 h 6858000"/>
              <a:gd name="connsiteX10" fmla="*/ 10609396 w 12192000"/>
              <a:gd name="connsiteY10" fmla="*/ 384309 h 6858000"/>
              <a:gd name="connsiteX11" fmla="*/ 10609396 w 12192000"/>
              <a:gd name="connsiteY11" fmla="*/ 962827 h 6858000"/>
              <a:gd name="connsiteX12" fmla="*/ 10678517 w 12192000"/>
              <a:gd name="connsiteY12" fmla="*/ 1035862 h 6858000"/>
              <a:gd name="connsiteX13" fmla="*/ 11819199 w 12192000"/>
              <a:gd name="connsiteY13" fmla="*/ 1035902 h 6858000"/>
              <a:gd name="connsiteX14" fmla="*/ 11819816 w 12192000"/>
              <a:gd name="connsiteY14" fmla="*/ 1035862 h 6858000"/>
              <a:gd name="connsiteX15" fmla="*/ 11888926 w 12192000"/>
              <a:gd name="connsiteY15" fmla="*/ 962648 h 6858000"/>
              <a:gd name="connsiteX16" fmla="*/ 11888926 w 12192000"/>
              <a:gd name="connsiteY16" fmla="*/ 384309 h 6858000"/>
              <a:gd name="connsiteX17" fmla="*/ 11815361 w 12192000"/>
              <a:gd name="connsiteY17" fmla="*/ 311018 h 6858000"/>
              <a:gd name="connsiteX18" fmla="*/ 10682962 w 12192000"/>
              <a:gd name="connsiteY18" fmla="*/ 311018 h 6858000"/>
              <a:gd name="connsiteX19" fmla="*/ 0 w 12192000"/>
              <a:gd name="connsiteY19" fmla="*/ 0 h 6858000"/>
              <a:gd name="connsiteX20" fmla="*/ 270400 w 12192000"/>
              <a:gd name="connsiteY20" fmla="*/ 0 h 6858000"/>
              <a:gd name="connsiteX21" fmla="*/ 270400 w 12192000"/>
              <a:gd name="connsiteY21" fmla="*/ 3312000 h 6858000"/>
              <a:gd name="connsiteX22" fmla="*/ 288400 w 12192000"/>
              <a:gd name="connsiteY22" fmla="*/ 3312000 h 6858000"/>
              <a:gd name="connsiteX23" fmla="*/ 288400 w 12192000"/>
              <a:gd name="connsiteY23" fmla="*/ 0 h 6858000"/>
              <a:gd name="connsiteX24" fmla="*/ 12192000 w 12192000"/>
              <a:gd name="connsiteY24" fmla="*/ 0 h 6858000"/>
              <a:gd name="connsiteX25" fmla="*/ 12192000 w 12192000"/>
              <a:gd name="connsiteY25" fmla="*/ 6516485 h 6858000"/>
              <a:gd name="connsiteX26" fmla="*/ 2472000 w 12192000"/>
              <a:gd name="connsiteY26" fmla="*/ 6516485 h 6858000"/>
              <a:gd name="connsiteX27" fmla="*/ 2472000 w 12192000"/>
              <a:gd name="connsiteY27" fmla="*/ 6534485 h 6858000"/>
              <a:gd name="connsiteX28" fmla="*/ 12192000 w 12192000"/>
              <a:gd name="connsiteY28" fmla="*/ 6534485 h 6858000"/>
              <a:gd name="connsiteX29" fmla="*/ 12192000 w 12192000"/>
              <a:gd name="connsiteY29" fmla="*/ 6858000 h 6858000"/>
              <a:gd name="connsiteX30" fmla="*/ 0 w 12192000"/>
              <a:gd name="connsiteY30" fmla="*/ 6858000 h 6858000"/>
              <a:gd name="connsiteX31" fmla="*/ 0 w 12192000"/>
              <a:gd name="connsiteY31" fmla="*/ 5600411 h 6858000"/>
              <a:gd name="connsiteX32" fmla="*/ 8273128 w 12192000"/>
              <a:gd name="connsiteY32" fmla="*/ 5600411 h 6858000"/>
              <a:gd name="connsiteX33" fmla="*/ 8273128 w 12192000"/>
              <a:gd name="connsiteY33" fmla="*/ 4109070 h 6858000"/>
              <a:gd name="connsiteX34" fmla="*/ 4419598 w 12192000"/>
              <a:gd name="connsiteY34" fmla="*/ 4109070 h 6858000"/>
              <a:gd name="connsiteX35" fmla="*/ 5001488 w 12192000"/>
              <a:gd name="connsiteY35" fmla="*/ 3534996 h 6858000"/>
              <a:gd name="connsiteX36" fmla="*/ 0 w 12192000"/>
              <a:gd name="connsiteY36" fmla="*/ 3534996 h 6858000"/>
              <a:gd name="connsiteX37" fmla="*/ 0 w 12192000"/>
              <a:gd name="connsiteY37" fmla="*/ 0 h 6858000"/>
              <a:gd name="connsiteX0" fmla="*/ 270400 w 12192000"/>
              <a:gd name="connsiteY0" fmla="*/ 5814485 h 6858000"/>
              <a:gd name="connsiteX1" fmla="*/ 270400 w 12192000"/>
              <a:gd name="connsiteY1" fmla="*/ 6516485 h 6858000"/>
              <a:gd name="connsiteX2" fmla="*/ 270400 w 12192000"/>
              <a:gd name="connsiteY2" fmla="*/ 6534485 h 6858000"/>
              <a:gd name="connsiteX3" fmla="*/ 288400 w 12192000"/>
              <a:gd name="connsiteY3" fmla="*/ 6534485 h 6858000"/>
              <a:gd name="connsiteX4" fmla="*/ 630400 w 12192000"/>
              <a:gd name="connsiteY4" fmla="*/ 6534485 h 6858000"/>
              <a:gd name="connsiteX5" fmla="*/ 630400 w 12192000"/>
              <a:gd name="connsiteY5" fmla="*/ 6516485 h 6858000"/>
              <a:gd name="connsiteX6" fmla="*/ 288400 w 12192000"/>
              <a:gd name="connsiteY6" fmla="*/ 6516485 h 6858000"/>
              <a:gd name="connsiteX7" fmla="*/ 288400 w 12192000"/>
              <a:gd name="connsiteY7" fmla="*/ 5814485 h 6858000"/>
              <a:gd name="connsiteX8" fmla="*/ 270400 w 12192000"/>
              <a:gd name="connsiteY8" fmla="*/ 5814485 h 6858000"/>
              <a:gd name="connsiteX9" fmla="*/ 10682962 w 12192000"/>
              <a:gd name="connsiteY9" fmla="*/ 311018 h 6858000"/>
              <a:gd name="connsiteX10" fmla="*/ 10609396 w 12192000"/>
              <a:gd name="connsiteY10" fmla="*/ 384309 h 6858000"/>
              <a:gd name="connsiteX11" fmla="*/ 10609396 w 12192000"/>
              <a:gd name="connsiteY11" fmla="*/ 962827 h 6858000"/>
              <a:gd name="connsiteX12" fmla="*/ 10678517 w 12192000"/>
              <a:gd name="connsiteY12" fmla="*/ 1035862 h 6858000"/>
              <a:gd name="connsiteX13" fmla="*/ 11819199 w 12192000"/>
              <a:gd name="connsiteY13" fmla="*/ 1035902 h 6858000"/>
              <a:gd name="connsiteX14" fmla="*/ 11819816 w 12192000"/>
              <a:gd name="connsiteY14" fmla="*/ 1035862 h 6858000"/>
              <a:gd name="connsiteX15" fmla="*/ 11888926 w 12192000"/>
              <a:gd name="connsiteY15" fmla="*/ 962648 h 6858000"/>
              <a:gd name="connsiteX16" fmla="*/ 11888926 w 12192000"/>
              <a:gd name="connsiteY16" fmla="*/ 384309 h 6858000"/>
              <a:gd name="connsiteX17" fmla="*/ 11815361 w 12192000"/>
              <a:gd name="connsiteY17" fmla="*/ 311018 h 6858000"/>
              <a:gd name="connsiteX18" fmla="*/ 10682962 w 12192000"/>
              <a:gd name="connsiteY18" fmla="*/ 311018 h 6858000"/>
              <a:gd name="connsiteX19" fmla="*/ 0 w 12192000"/>
              <a:gd name="connsiteY19" fmla="*/ 0 h 6858000"/>
              <a:gd name="connsiteX20" fmla="*/ 270400 w 12192000"/>
              <a:gd name="connsiteY20" fmla="*/ 0 h 6858000"/>
              <a:gd name="connsiteX21" fmla="*/ 270400 w 12192000"/>
              <a:gd name="connsiteY21" fmla="*/ 3312000 h 6858000"/>
              <a:gd name="connsiteX22" fmla="*/ 288400 w 12192000"/>
              <a:gd name="connsiteY22" fmla="*/ 3312000 h 6858000"/>
              <a:gd name="connsiteX23" fmla="*/ 288400 w 12192000"/>
              <a:gd name="connsiteY23" fmla="*/ 0 h 6858000"/>
              <a:gd name="connsiteX24" fmla="*/ 12192000 w 12192000"/>
              <a:gd name="connsiteY24" fmla="*/ 0 h 6858000"/>
              <a:gd name="connsiteX25" fmla="*/ 12192000 w 12192000"/>
              <a:gd name="connsiteY25" fmla="*/ 6516485 h 6858000"/>
              <a:gd name="connsiteX26" fmla="*/ 2472000 w 12192000"/>
              <a:gd name="connsiteY26" fmla="*/ 6516485 h 6858000"/>
              <a:gd name="connsiteX27" fmla="*/ 2472000 w 12192000"/>
              <a:gd name="connsiteY27" fmla="*/ 6534485 h 6858000"/>
              <a:gd name="connsiteX28" fmla="*/ 12192000 w 12192000"/>
              <a:gd name="connsiteY28" fmla="*/ 6534485 h 6858000"/>
              <a:gd name="connsiteX29" fmla="*/ 12192000 w 12192000"/>
              <a:gd name="connsiteY29" fmla="*/ 6858000 h 6858000"/>
              <a:gd name="connsiteX30" fmla="*/ 0 w 12192000"/>
              <a:gd name="connsiteY30" fmla="*/ 6858000 h 6858000"/>
              <a:gd name="connsiteX31" fmla="*/ 0 w 12192000"/>
              <a:gd name="connsiteY31" fmla="*/ 5600411 h 6858000"/>
              <a:gd name="connsiteX32" fmla="*/ 8273128 w 12192000"/>
              <a:gd name="connsiteY32" fmla="*/ 5600411 h 6858000"/>
              <a:gd name="connsiteX33" fmla="*/ 8273128 w 12192000"/>
              <a:gd name="connsiteY33" fmla="*/ 4109070 h 6858000"/>
              <a:gd name="connsiteX34" fmla="*/ 4779816 w 12192000"/>
              <a:gd name="connsiteY34" fmla="*/ 4122924 h 6858000"/>
              <a:gd name="connsiteX35" fmla="*/ 5001488 w 12192000"/>
              <a:gd name="connsiteY35" fmla="*/ 3534996 h 6858000"/>
              <a:gd name="connsiteX36" fmla="*/ 0 w 12192000"/>
              <a:gd name="connsiteY36" fmla="*/ 3534996 h 6858000"/>
              <a:gd name="connsiteX37" fmla="*/ 0 w 12192000"/>
              <a:gd name="connsiteY37" fmla="*/ 0 h 6858000"/>
              <a:gd name="connsiteX0" fmla="*/ 270400 w 12192000"/>
              <a:gd name="connsiteY0" fmla="*/ 5814485 h 6858000"/>
              <a:gd name="connsiteX1" fmla="*/ 270400 w 12192000"/>
              <a:gd name="connsiteY1" fmla="*/ 6516485 h 6858000"/>
              <a:gd name="connsiteX2" fmla="*/ 270400 w 12192000"/>
              <a:gd name="connsiteY2" fmla="*/ 6534485 h 6858000"/>
              <a:gd name="connsiteX3" fmla="*/ 288400 w 12192000"/>
              <a:gd name="connsiteY3" fmla="*/ 6534485 h 6858000"/>
              <a:gd name="connsiteX4" fmla="*/ 630400 w 12192000"/>
              <a:gd name="connsiteY4" fmla="*/ 6534485 h 6858000"/>
              <a:gd name="connsiteX5" fmla="*/ 630400 w 12192000"/>
              <a:gd name="connsiteY5" fmla="*/ 6516485 h 6858000"/>
              <a:gd name="connsiteX6" fmla="*/ 288400 w 12192000"/>
              <a:gd name="connsiteY6" fmla="*/ 6516485 h 6858000"/>
              <a:gd name="connsiteX7" fmla="*/ 288400 w 12192000"/>
              <a:gd name="connsiteY7" fmla="*/ 5814485 h 6858000"/>
              <a:gd name="connsiteX8" fmla="*/ 270400 w 12192000"/>
              <a:gd name="connsiteY8" fmla="*/ 5814485 h 6858000"/>
              <a:gd name="connsiteX9" fmla="*/ 10682962 w 12192000"/>
              <a:gd name="connsiteY9" fmla="*/ 311018 h 6858000"/>
              <a:gd name="connsiteX10" fmla="*/ 10609396 w 12192000"/>
              <a:gd name="connsiteY10" fmla="*/ 384309 h 6858000"/>
              <a:gd name="connsiteX11" fmla="*/ 10609396 w 12192000"/>
              <a:gd name="connsiteY11" fmla="*/ 962827 h 6858000"/>
              <a:gd name="connsiteX12" fmla="*/ 10678517 w 12192000"/>
              <a:gd name="connsiteY12" fmla="*/ 1035862 h 6858000"/>
              <a:gd name="connsiteX13" fmla="*/ 11819199 w 12192000"/>
              <a:gd name="connsiteY13" fmla="*/ 1035902 h 6858000"/>
              <a:gd name="connsiteX14" fmla="*/ 11819816 w 12192000"/>
              <a:gd name="connsiteY14" fmla="*/ 1035862 h 6858000"/>
              <a:gd name="connsiteX15" fmla="*/ 11888926 w 12192000"/>
              <a:gd name="connsiteY15" fmla="*/ 962648 h 6858000"/>
              <a:gd name="connsiteX16" fmla="*/ 11888926 w 12192000"/>
              <a:gd name="connsiteY16" fmla="*/ 384309 h 6858000"/>
              <a:gd name="connsiteX17" fmla="*/ 11815361 w 12192000"/>
              <a:gd name="connsiteY17" fmla="*/ 311018 h 6858000"/>
              <a:gd name="connsiteX18" fmla="*/ 10682962 w 12192000"/>
              <a:gd name="connsiteY18" fmla="*/ 311018 h 6858000"/>
              <a:gd name="connsiteX19" fmla="*/ 0 w 12192000"/>
              <a:gd name="connsiteY19" fmla="*/ 0 h 6858000"/>
              <a:gd name="connsiteX20" fmla="*/ 270400 w 12192000"/>
              <a:gd name="connsiteY20" fmla="*/ 0 h 6858000"/>
              <a:gd name="connsiteX21" fmla="*/ 270400 w 12192000"/>
              <a:gd name="connsiteY21" fmla="*/ 3312000 h 6858000"/>
              <a:gd name="connsiteX22" fmla="*/ 288400 w 12192000"/>
              <a:gd name="connsiteY22" fmla="*/ 3312000 h 6858000"/>
              <a:gd name="connsiteX23" fmla="*/ 288400 w 12192000"/>
              <a:gd name="connsiteY23" fmla="*/ 0 h 6858000"/>
              <a:gd name="connsiteX24" fmla="*/ 12192000 w 12192000"/>
              <a:gd name="connsiteY24" fmla="*/ 0 h 6858000"/>
              <a:gd name="connsiteX25" fmla="*/ 12192000 w 12192000"/>
              <a:gd name="connsiteY25" fmla="*/ 6516485 h 6858000"/>
              <a:gd name="connsiteX26" fmla="*/ 2472000 w 12192000"/>
              <a:gd name="connsiteY26" fmla="*/ 6516485 h 6858000"/>
              <a:gd name="connsiteX27" fmla="*/ 2472000 w 12192000"/>
              <a:gd name="connsiteY27" fmla="*/ 6534485 h 6858000"/>
              <a:gd name="connsiteX28" fmla="*/ 12192000 w 12192000"/>
              <a:gd name="connsiteY28" fmla="*/ 6534485 h 6858000"/>
              <a:gd name="connsiteX29" fmla="*/ 12192000 w 12192000"/>
              <a:gd name="connsiteY29" fmla="*/ 6858000 h 6858000"/>
              <a:gd name="connsiteX30" fmla="*/ 0 w 12192000"/>
              <a:gd name="connsiteY30" fmla="*/ 6858000 h 6858000"/>
              <a:gd name="connsiteX31" fmla="*/ 0 w 12192000"/>
              <a:gd name="connsiteY31" fmla="*/ 5600411 h 6858000"/>
              <a:gd name="connsiteX32" fmla="*/ 8273128 w 12192000"/>
              <a:gd name="connsiteY32" fmla="*/ 5600411 h 6858000"/>
              <a:gd name="connsiteX33" fmla="*/ 8273128 w 12192000"/>
              <a:gd name="connsiteY33" fmla="*/ 4109070 h 6858000"/>
              <a:gd name="connsiteX34" fmla="*/ 4779816 w 12192000"/>
              <a:gd name="connsiteY34" fmla="*/ 4122924 h 6858000"/>
              <a:gd name="connsiteX35" fmla="*/ 4779815 w 12192000"/>
              <a:gd name="connsiteY35" fmla="*/ 3534996 h 6858000"/>
              <a:gd name="connsiteX36" fmla="*/ 0 w 12192000"/>
              <a:gd name="connsiteY36" fmla="*/ 3534996 h 6858000"/>
              <a:gd name="connsiteX37" fmla="*/ 0 w 12192000"/>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0" h="6858000">
                <a:moveTo>
                  <a:pt x="270400" y="5814485"/>
                </a:moveTo>
                <a:lnTo>
                  <a:pt x="270400" y="6516485"/>
                </a:lnTo>
                <a:lnTo>
                  <a:pt x="270400" y="6534485"/>
                </a:lnTo>
                <a:lnTo>
                  <a:pt x="288400" y="6534485"/>
                </a:lnTo>
                <a:lnTo>
                  <a:pt x="630400" y="6534485"/>
                </a:lnTo>
                <a:lnTo>
                  <a:pt x="630400" y="6516485"/>
                </a:lnTo>
                <a:lnTo>
                  <a:pt x="288400" y="6516485"/>
                </a:lnTo>
                <a:lnTo>
                  <a:pt x="288400" y="5814485"/>
                </a:lnTo>
                <a:lnTo>
                  <a:pt x="270400" y="5814485"/>
                </a:lnTo>
                <a:close/>
                <a:moveTo>
                  <a:pt x="10682962" y="311018"/>
                </a:moveTo>
                <a:cubicBezTo>
                  <a:pt x="10642335" y="311082"/>
                  <a:pt x="10609423" y="343867"/>
                  <a:pt x="10609396" y="384309"/>
                </a:cubicBezTo>
                <a:lnTo>
                  <a:pt x="10609396" y="962827"/>
                </a:lnTo>
                <a:cubicBezTo>
                  <a:pt x="10609461" y="1001513"/>
                  <a:pt x="10639722" y="1033487"/>
                  <a:pt x="10678517" y="1035862"/>
                </a:cubicBezTo>
                <a:lnTo>
                  <a:pt x="11819199" y="1035902"/>
                </a:lnTo>
                <a:lnTo>
                  <a:pt x="11819816" y="1035862"/>
                </a:lnTo>
                <a:cubicBezTo>
                  <a:pt x="11858665" y="1033460"/>
                  <a:pt x="11888937" y="1001391"/>
                  <a:pt x="11888926" y="962648"/>
                </a:cubicBezTo>
                <a:lnTo>
                  <a:pt x="11888926" y="384309"/>
                </a:lnTo>
                <a:cubicBezTo>
                  <a:pt x="11888899" y="343867"/>
                  <a:pt x="11855988" y="311082"/>
                  <a:pt x="11815361" y="311018"/>
                </a:cubicBezTo>
                <a:lnTo>
                  <a:pt x="10682962" y="311018"/>
                </a:lnTo>
                <a:close/>
                <a:moveTo>
                  <a:pt x="0" y="0"/>
                </a:moveTo>
                <a:lnTo>
                  <a:pt x="270400" y="0"/>
                </a:lnTo>
                <a:lnTo>
                  <a:pt x="270400" y="3312000"/>
                </a:lnTo>
                <a:lnTo>
                  <a:pt x="288400" y="3312000"/>
                </a:lnTo>
                <a:lnTo>
                  <a:pt x="288400" y="0"/>
                </a:lnTo>
                <a:lnTo>
                  <a:pt x="12192000" y="0"/>
                </a:lnTo>
                <a:lnTo>
                  <a:pt x="12192000" y="6516485"/>
                </a:lnTo>
                <a:lnTo>
                  <a:pt x="2472000" y="6516485"/>
                </a:lnTo>
                <a:lnTo>
                  <a:pt x="2472000" y="6534485"/>
                </a:lnTo>
                <a:lnTo>
                  <a:pt x="12192000" y="6534485"/>
                </a:lnTo>
                <a:lnTo>
                  <a:pt x="12192000" y="6858000"/>
                </a:lnTo>
                <a:lnTo>
                  <a:pt x="0" y="6858000"/>
                </a:lnTo>
                <a:lnTo>
                  <a:pt x="0" y="5600411"/>
                </a:lnTo>
                <a:lnTo>
                  <a:pt x="8273128" y="5600411"/>
                </a:lnTo>
                <a:lnTo>
                  <a:pt x="8273128" y="4109070"/>
                </a:lnTo>
                <a:lnTo>
                  <a:pt x="4779816" y="4122924"/>
                </a:lnTo>
                <a:cubicBezTo>
                  <a:pt x="4779816" y="3926948"/>
                  <a:pt x="4779815" y="3730972"/>
                  <a:pt x="4779815" y="3534996"/>
                </a:cubicBezTo>
                <a:lnTo>
                  <a:pt x="0" y="3534996"/>
                </a:lnTo>
                <a:lnTo>
                  <a:pt x="0" y="0"/>
                </a:lnTo>
                <a:close/>
              </a:path>
            </a:pathLst>
          </a:custGeom>
          <a:solidFill>
            <a:schemeClr val="bg2"/>
          </a:solidFill>
        </p:spPr>
        <p:txBody>
          <a:bodyPr wrap="square" lIns="0" tIns="0" bIns="720000" anchor="t">
            <a:noAutofit/>
          </a:bodyP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Click here and add image from Templafy</a:t>
            </a:r>
            <a:endParaRPr lang="en-US"/>
          </a:p>
        </p:txBody>
      </p:sp>
      <p:sp>
        <p:nvSpPr>
          <p:cNvPr id="29" name="Text Placeholder 28">
            <a:extLst>
              <a:ext uri="{FF2B5EF4-FFF2-40B4-BE49-F238E27FC236}">
                <a16:creationId xmlns:a16="http://schemas.microsoft.com/office/drawing/2014/main" id="{5E402472-E597-495E-BF52-A5E9621E0CFA}"/>
              </a:ext>
            </a:extLst>
          </p:cNvPr>
          <p:cNvSpPr>
            <a:spLocks noGrp="1"/>
          </p:cNvSpPr>
          <p:nvPr>
            <p:ph type="body" sz="quarter" idx="14"/>
          </p:nvPr>
        </p:nvSpPr>
        <p:spPr>
          <a:xfrm>
            <a:off x="614691" y="6370549"/>
            <a:ext cx="1844833" cy="361550"/>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stStyle>
          <a:p>
            <a:pPr lvl="0"/>
            <a:r>
              <a:rPr lang="en-US" dirty="0"/>
              <a:t>Click to edit Master text styles</a:t>
            </a:r>
            <a:endParaRPr lang="en-US"/>
          </a:p>
        </p:txBody>
      </p:sp>
      <p:pic>
        <p:nvPicPr>
          <p:cNvPr id="43" name="Picture 42" descr="A close up of a sign&#10;&#10;Description automatically generated">
            <a:extLst>
              <a:ext uri="{FF2B5EF4-FFF2-40B4-BE49-F238E27FC236}">
                <a16:creationId xmlns:a16="http://schemas.microsoft.com/office/drawing/2014/main" id="{74C85EE8-6C66-4F5C-81AC-6564D686E15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17200" y="311072"/>
            <a:ext cx="1271783" cy="724884"/>
          </a:xfrm>
          <a:prstGeom prst="rect">
            <a:avLst/>
          </a:prstGeom>
        </p:spPr>
      </p:pic>
      <p:sp>
        <p:nvSpPr>
          <p:cNvPr id="6" name="Title 5" descr="{&quot;templafy&quot;:{&quot;id&quot;:&quot;5730392d-7f66-485b-b223-2af6fe8869d0&quot;}}">
            <a:extLst>
              <a:ext uri="{FF2B5EF4-FFF2-40B4-BE49-F238E27FC236}">
                <a16:creationId xmlns:a16="http://schemas.microsoft.com/office/drawing/2014/main" id="{9FEB1896-3371-4CA2-9C53-E43D84A65203}"/>
              </a:ext>
            </a:extLst>
          </p:cNvPr>
          <p:cNvSpPr>
            <a:spLocks noGrp="1"/>
          </p:cNvSpPr>
          <p:nvPr>
            <p:ph type="title" hasCustomPrompt="1"/>
          </p:nvPr>
        </p:nvSpPr>
        <p:spPr>
          <a:xfrm>
            <a:off x="648000" y="4571570"/>
            <a:ext cx="7244143" cy="738327"/>
          </a:xfrm>
        </p:spPr>
        <p:txBody>
          <a:bodyPr anchor="b"/>
          <a:lstStyle>
            <a:lvl1pPr>
              <a:defRPr>
                <a:solidFill>
                  <a:schemeClr val="accent5"/>
                </a:solidFill>
              </a:defRPr>
            </a:lvl1pPr>
          </a:lstStyle>
          <a:p>
            <a:r>
              <a:rPr lang="en-US" dirty="0"/>
              <a:t>Click to add title</a:t>
            </a:r>
            <a:endParaRPr lang="en-US"/>
          </a:p>
        </p:txBody>
      </p:sp>
      <p:sp>
        <p:nvSpPr>
          <p:cNvPr id="17" name="Text Placeholder 4" descr="{&quot;templafy&quot;:{&quot;id&quot;:&quot;804c4566-6680-4df8-8cd6-5c8d121ebc2b&quot;}}">
            <a:extLst>
              <a:ext uri="{FF2B5EF4-FFF2-40B4-BE49-F238E27FC236}">
                <a16:creationId xmlns:a16="http://schemas.microsoft.com/office/drawing/2014/main" id="{A53AA8B7-7389-4FDE-A58A-B0AA817786C3}"/>
              </a:ext>
            </a:extLst>
          </p:cNvPr>
          <p:cNvSpPr>
            <a:spLocks noGrp="1"/>
          </p:cNvSpPr>
          <p:nvPr>
            <p:ph type="body" sz="quarter" idx="18" hasCustomPrompt="1"/>
          </p:nvPr>
        </p:nvSpPr>
        <p:spPr>
          <a:xfrm>
            <a:off x="647700" y="3801432"/>
            <a:ext cx="4118264" cy="604420"/>
          </a:xfrm>
        </p:spPr>
        <p:txBody>
          <a:bodyPr tIns="91440" anchor="t"/>
          <a:lstStyle>
            <a:lvl1pPr marL="0" indent="0">
              <a:buNone/>
              <a:defRPr sz="1400" spc="600">
                <a:solidFill>
                  <a:schemeClr val="accent3"/>
                </a:solidFill>
                <a:latin typeface="+mn-lt"/>
              </a:defRPr>
            </a:lvl1pPr>
          </a:lstStyle>
          <a:p>
            <a:pPr lvl="0"/>
            <a:r>
              <a:rPr lang="en-US" dirty="0"/>
              <a:t>Click to add subtitle</a:t>
            </a:r>
            <a:endParaRPr lang="en-US"/>
          </a:p>
        </p:txBody>
      </p:sp>
    </p:spTree>
    <p:extLst>
      <p:ext uri="{BB962C8B-B14F-4D97-AF65-F5344CB8AC3E}">
        <p14:creationId xmlns:p14="http://schemas.microsoft.com/office/powerpoint/2010/main" val="1431460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B">
    <p:bg>
      <p:bgPr>
        <a:solidFill>
          <a:schemeClr val="accent1"/>
        </a:solidFill>
        <a:effectLst/>
      </p:bgPr>
    </p:bg>
    <p:spTree>
      <p:nvGrpSpPr>
        <p:cNvPr id="1" name=""/>
        <p:cNvGrpSpPr/>
        <p:nvPr/>
      </p:nvGrpSpPr>
      <p:grpSpPr>
        <a:xfrm>
          <a:off x="0" y="0"/>
          <a:ext cx="0" cy="0"/>
          <a:chOff x="0" y="0"/>
          <a:chExt cx="0" cy="0"/>
        </a:xfrm>
      </p:grpSpPr>
      <p:sp>
        <p:nvSpPr>
          <p:cNvPr id="4" name="Picture Placeholder 3" descr="{&quot;templafy&quot;:{&quot;id&quot;:&quot;8462bba1-ddde-4d15-90ad-e62f6c5809de&quot;}}">
            <a:extLst>
              <a:ext uri="{FF2B5EF4-FFF2-40B4-BE49-F238E27FC236}">
                <a16:creationId xmlns:a16="http://schemas.microsoft.com/office/drawing/2014/main" id="{1122B038-DA79-4F73-A1EF-00D31025F885}"/>
              </a:ext>
            </a:extLst>
          </p:cNvPr>
          <p:cNvSpPr>
            <a:spLocks noGrp="1"/>
          </p:cNvSpPr>
          <p:nvPr>
            <p:ph type="pic" sz="quarter" idx="18" hasCustomPrompt="1"/>
          </p:nvPr>
        </p:nvSpPr>
        <p:spPr>
          <a:xfrm>
            <a:off x="5985600" y="0"/>
            <a:ext cx="6206400" cy="6858000"/>
          </a:xfrm>
          <a:solidFill>
            <a:schemeClr val="bg2"/>
          </a:solidFill>
        </p:spPr>
        <p:txBody>
          <a:bodyPr bIns="720000" anchor="ctr"/>
          <a:lstStyle>
            <a:lvl1pPr marL="0" indent="0" algn="ctr">
              <a:buNone/>
              <a:defRPr>
                <a:solidFill>
                  <a:schemeClr val="bg1"/>
                </a:solidFill>
              </a:defRPr>
            </a:lvl1pPr>
          </a:lstStyle>
          <a:p>
            <a:r>
              <a:rPr lang="en-US" dirty="0"/>
              <a:t>Click here and add image from Templafy</a:t>
            </a:r>
            <a:endParaRPr lang="en-US"/>
          </a:p>
        </p:txBody>
      </p:sp>
      <p:sp>
        <p:nvSpPr>
          <p:cNvPr id="2" name="Title 1" descr="{&quot;templafy&quot;:{&quot;id&quot;:&quot;45c8770d-0f6e-4a7d-b878-9166bd113da8&quot;}}"/>
          <p:cNvSpPr>
            <a:spLocks noGrp="1"/>
          </p:cNvSpPr>
          <p:nvPr>
            <p:ph type="title" hasCustomPrompt="1"/>
          </p:nvPr>
        </p:nvSpPr>
        <p:spPr>
          <a:xfrm>
            <a:off x="0" y="658800"/>
            <a:ext cx="6206400" cy="1245600"/>
          </a:xfrm>
          <a:solidFill>
            <a:schemeClr val="bg1"/>
          </a:solidFill>
        </p:spPr>
        <p:txBody>
          <a:bodyPr lIns="612000" tIns="360000" rIns="216000" bIns="144000"/>
          <a:lstStyle>
            <a:lvl1pPr>
              <a:defRPr>
                <a:solidFill>
                  <a:schemeClr val="tx2"/>
                </a:solidFill>
              </a:defRPr>
            </a:lvl1pPr>
          </a:lstStyle>
          <a:p>
            <a:r>
              <a:rPr lang="en-US" noProof="0" dirty="0"/>
              <a:t>Click to add agenda</a:t>
            </a:r>
            <a:endParaRPr lang="en-US"/>
          </a:p>
        </p:txBody>
      </p:sp>
      <p:sp>
        <p:nvSpPr>
          <p:cNvPr id="9" name="Footer Placeholder 8">
            <a:extLst>
              <a:ext uri="{FF2B5EF4-FFF2-40B4-BE49-F238E27FC236}">
                <a16:creationId xmlns:a16="http://schemas.microsoft.com/office/drawing/2014/main" id="{83F1B49C-8EDD-4326-AD14-38D7B2C7AC1E}"/>
              </a:ext>
            </a:extLst>
          </p:cNvPr>
          <p:cNvSpPr>
            <a:spLocks noGrp="1"/>
          </p:cNvSpPr>
          <p:nvPr>
            <p:ph type="ftr" sz="quarter" idx="15"/>
          </p:nvPr>
        </p:nvSpPr>
        <p:spPr/>
        <p:txBody>
          <a:bodyPr/>
          <a:lstStyle>
            <a:lvl1pPr>
              <a:defRPr>
                <a:solidFill>
                  <a:schemeClr val="bg1"/>
                </a:solidFill>
              </a:defRPr>
            </a:lvl1pPr>
          </a:lstStyle>
          <a:p>
            <a:r>
              <a:rPr lang="en-US" dirty="0"/>
              <a:t>Colliers</a:t>
            </a:r>
            <a:endParaRPr lang="en-US"/>
          </a:p>
        </p:txBody>
      </p:sp>
      <p:sp>
        <p:nvSpPr>
          <p:cNvPr id="10" name="Slide Number Placeholder 9">
            <a:extLst>
              <a:ext uri="{FF2B5EF4-FFF2-40B4-BE49-F238E27FC236}">
                <a16:creationId xmlns:a16="http://schemas.microsoft.com/office/drawing/2014/main" id="{7286CBCF-60EB-488A-9348-A7967F11649E}"/>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US" smtClean="0"/>
              <a:pPr/>
              <a:t>‹#›</a:t>
            </a:fld>
            <a:endParaRPr lang="en-US" dirty="0"/>
          </a:p>
        </p:txBody>
      </p:sp>
      <p:sp>
        <p:nvSpPr>
          <p:cNvPr id="12" name="Text Placeholder 17">
            <a:extLst>
              <a:ext uri="{FF2B5EF4-FFF2-40B4-BE49-F238E27FC236}">
                <a16:creationId xmlns:a16="http://schemas.microsoft.com/office/drawing/2014/main" id="{257B7025-86C6-444C-9F53-BBB79D6E7226}"/>
              </a:ext>
            </a:extLst>
          </p:cNvPr>
          <p:cNvSpPr>
            <a:spLocks noGrp="1"/>
          </p:cNvSpPr>
          <p:nvPr>
            <p:ph type="body" sz="quarter" idx="19"/>
          </p:nvPr>
        </p:nvSpPr>
        <p:spPr>
          <a:xfrm>
            <a:off x="11119238" y="274014"/>
            <a:ext cx="10800" cy="126000"/>
          </a:xfrm>
          <a:solidFill>
            <a:schemeClr val="bg1"/>
          </a:solidFill>
        </p:spPr>
        <p:txBody>
          <a:bodyPr/>
          <a:lstStyle>
            <a:lvl1pPr marL="0" indent="0">
              <a:buNone/>
              <a:defRPr sz="100">
                <a:noFill/>
              </a:defRPr>
            </a:lvl1pPr>
          </a:lstStyle>
          <a:p>
            <a:pPr lvl="0"/>
            <a:r>
              <a:rPr lang="en-US" dirty="0"/>
              <a:t>Click to edit Master text styles</a:t>
            </a:r>
            <a:endParaRPr lang="en-US"/>
          </a:p>
        </p:txBody>
      </p:sp>
      <p:sp>
        <p:nvSpPr>
          <p:cNvPr id="11" name="Text Placeholder 2" descr="{&quot;templafy&quot;:{&quot;id&quot;:&quot;80156791-fad8-4ad2-aa01-a697fc0cd842&quot;}}">
            <a:extLst>
              <a:ext uri="{FF2B5EF4-FFF2-40B4-BE49-F238E27FC236}">
                <a16:creationId xmlns:a16="http://schemas.microsoft.com/office/drawing/2014/main" id="{D700400D-3693-47D5-B719-23F8141C0902}"/>
              </a:ext>
            </a:extLst>
          </p:cNvPr>
          <p:cNvSpPr>
            <a:spLocks noGrp="1"/>
          </p:cNvSpPr>
          <p:nvPr>
            <p:ph type="body" sz="quarter" idx="13" hasCustomPrompt="1"/>
          </p:nvPr>
        </p:nvSpPr>
        <p:spPr>
          <a:xfrm>
            <a:off x="1573213" y="2336799"/>
            <a:ext cx="4413250" cy="457201"/>
          </a:xfrm>
        </p:spPr>
        <p:txBody>
          <a:bodyPr/>
          <a:lstStyle>
            <a:lvl1pPr marL="0" indent="0">
              <a:spcAft>
                <a:spcPts val="1200"/>
              </a:spcAft>
              <a:buFont typeface="Arial" panose="020B0604020202020204" pitchFamily="34" charset="0"/>
              <a:buNone/>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14" name="Text Placeholder 12">
            <a:extLst>
              <a:ext uri="{FF2B5EF4-FFF2-40B4-BE49-F238E27FC236}">
                <a16:creationId xmlns:a16="http://schemas.microsoft.com/office/drawing/2014/main" id="{4D18CD4B-F59D-4EB6-B091-552FA51E7443}"/>
              </a:ext>
            </a:extLst>
          </p:cNvPr>
          <p:cNvSpPr>
            <a:spLocks noGrp="1"/>
          </p:cNvSpPr>
          <p:nvPr>
            <p:ph type="body" sz="quarter" idx="17" hasCustomPrompt="1"/>
          </p:nvPr>
        </p:nvSpPr>
        <p:spPr>
          <a:xfrm>
            <a:off x="647700" y="2336800"/>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a:p>
            <a:pPr lvl="1"/>
            <a:r>
              <a:rPr lang="en-US" dirty="0"/>
              <a:t>02</a:t>
            </a:r>
            <a:endParaRPr lang="en-US"/>
          </a:p>
          <a:p>
            <a:pPr lvl="2"/>
            <a:r>
              <a:rPr lang="en-US" dirty="0"/>
              <a:t>03</a:t>
            </a:r>
            <a:endParaRPr lang="en-US"/>
          </a:p>
        </p:txBody>
      </p:sp>
      <p:sp>
        <p:nvSpPr>
          <p:cNvPr id="15" name="Text Placeholder 2" descr="{&quot;templafy&quot;:{&quot;id&quot;:&quot;f4435b7c-e9c7-493b-a4c2-7d749476a326&quot;}}">
            <a:extLst>
              <a:ext uri="{FF2B5EF4-FFF2-40B4-BE49-F238E27FC236}">
                <a16:creationId xmlns:a16="http://schemas.microsoft.com/office/drawing/2014/main" id="{71684332-7EDA-4227-B49C-EADEEF92B890}"/>
              </a:ext>
            </a:extLst>
          </p:cNvPr>
          <p:cNvSpPr>
            <a:spLocks noGrp="1"/>
          </p:cNvSpPr>
          <p:nvPr>
            <p:ph type="body" sz="quarter" idx="20" hasCustomPrompt="1"/>
          </p:nvPr>
        </p:nvSpPr>
        <p:spPr>
          <a:xfrm>
            <a:off x="1573213" y="3153774"/>
            <a:ext cx="4413250" cy="457201"/>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a:t>
            </a:r>
            <a:endParaRPr lang="en-US"/>
          </a:p>
        </p:txBody>
      </p:sp>
      <p:sp>
        <p:nvSpPr>
          <p:cNvPr id="16" name="Text Placeholder 12">
            <a:extLst>
              <a:ext uri="{FF2B5EF4-FFF2-40B4-BE49-F238E27FC236}">
                <a16:creationId xmlns:a16="http://schemas.microsoft.com/office/drawing/2014/main" id="{5A029CA3-9365-400E-8915-A3BDD6AA06A1}"/>
              </a:ext>
            </a:extLst>
          </p:cNvPr>
          <p:cNvSpPr>
            <a:spLocks noGrp="1"/>
          </p:cNvSpPr>
          <p:nvPr>
            <p:ph type="body" sz="quarter" idx="21" hasCustomPrompt="1"/>
          </p:nvPr>
        </p:nvSpPr>
        <p:spPr>
          <a:xfrm>
            <a:off x="647700" y="3153774"/>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a:p>
            <a:pPr lvl="1"/>
            <a:r>
              <a:rPr lang="en-US" dirty="0"/>
              <a:t>02</a:t>
            </a:r>
            <a:endParaRPr lang="en-US"/>
          </a:p>
          <a:p>
            <a:pPr lvl="2"/>
            <a:r>
              <a:rPr lang="en-US" dirty="0"/>
              <a:t>03</a:t>
            </a:r>
            <a:endParaRPr lang="en-US"/>
          </a:p>
        </p:txBody>
      </p:sp>
      <p:sp>
        <p:nvSpPr>
          <p:cNvPr id="17" name="Text Placeholder 2">
            <a:extLst>
              <a:ext uri="{FF2B5EF4-FFF2-40B4-BE49-F238E27FC236}">
                <a16:creationId xmlns:a16="http://schemas.microsoft.com/office/drawing/2014/main" id="{C69A245D-E80C-4EBF-9AF4-0CE62448A3D1}"/>
              </a:ext>
            </a:extLst>
          </p:cNvPr>
          <p:cNvSpPr>
            <a:spLocks noGrp="1"/>
          </p:cNvSpPr>
          <p:nvPr>
            <p:ph type="body" sz="quarter" idx="22" hasCustomPrompt="1"/>
          </p:nvPr>
        </p:nvSpPr>
        <p:spPr>
          <a:xfrm>
            <a:off x="1573213" y="3970521"/>
            <a:ext cx="4413250" cy="457201"/>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Click to add agenda</a:t>
            </a:r>
            <a:endParaRPr lang="en-US"/>
          </a:p>
          <a:p>
            <a:pPr lvl="1"/>
            <a:r>
              <a:rPr lang="en-US" noProof="0" dirty="0"/>
              <a:t>Second level</a:t>
            </a:r>
            <a:endParaRPr lang="en-US"/>
          </a:p>
          <a:p>
            <a:pPr lvl="2"/>
            <a:r>
              <a:rPr lang="en-US" noProof="0" dirty="0"/>
              <a:t>Third level</a:t>
            </a:r>
            <a:endParaRPr lang="en-US"/>
          </a:p>
          <a:p>
            <a:pPr lvl="3"/>
            <a:r>
              <a:rPr lang="en-US" noProof="0" dirty="0"/>
              <a:t>Fourth level</a:t>
            </a:r>
            <a:endParaRPr lang="en-US"/>
          </a:p>
          <a:p>
            <a:pPr lvl="4"/>
            <a:r>
              <a:rPr lang="en-US" noProof="0" dirty="0"/>
              <a:t>Fifth level</a:t>
            </a:r>
            <a:endParaRPr lang="en-US"/>
          </a:p>
          <a:p>
            <a:pPr lvl="5"/>
            <a:r>
              <a:rPr lang="en-US" noProof="0" dirty="0"/>
              <a:t>6</a:t>
            </a:r>
            <a:endParaRPr lang="en-US"/>
          </a:p>
          <a:p>
            <a:pPr lvl="6"/>
            <a:r>
              <a:rPr lang="en-US" noProof="0" dirty="0"/>
              <a:t>7</a:t>
            </a:r>
            <a:endParaRPr lang="en-US"/>
          </a:p>
          <a:p>
            <a:pPr lvl="7"/>
            <a:r>
              <a:rPr lang="en-US" noProof="0" dirty="0"/>
              <a:t>8</a:t>
            </a:r>
            <a:endParaRPr lang="en-US"/>
          </a:p>
          <a:p>
            <a:pPr lvl="8"/>
            <a:r>
              <a:rPr lang="en-US" noProof="0" dirty="0"/>
              <a:t>9</a:t>
            </a:r>
            <a:endParaRPr lang="en-US"/>
          </a:p>
        </p:txBody>
      </p:sp>
      <p:sp>
        <p:nvSpPr>
          <p:cNvPr id="18" name="Text Placeholder 12">
            <a:extLst>
              <a:ext uri="{FF2B5EF4-FFF2-40B4-BE49-F238E27FC236}">
                <a16:creationId xmlns:a16="http://schemas.microsoft.com/office/drawing/2014/main" id="{28FBA67F-82B1-4C55-98D5-C7745BAD1E30}"/>
              </a:ext>
            </a:extLst>
          </p:cNvPr>
          <p:cNvSpPr>
            <a:spLocks noGrp="1"/>
          </p:cNvSpPr>
          <p:nvPr>
            <p:ph type="body" sz="quarter" idx="23" hasCustomPrompt="1"/>
          </p:nvPr>
        </p:nvSpPr>
        <p:spPr>
          <a:xfrm>
            <a:off x="647700" y="3970521"/>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a:p>
            <a:pPr lvl="1"/>
            <a:r>
              <a:rPr lang="en-US" dirty="0"/>
              <a:t>02</a:t>
            </a:r>
            <a:endParaRPr lang="en-US"/>
          </a:p>
          <a:p>
            <a:pPr lvl="2"/>
            <a:r>
              <a:rPr lang="en-US" dirty="0"/>
              <a:t>03</a:t>
            </a:r>
            <a:endParaRPr lang="en-US"/>
          </a:p>
        </p:txBody>
      </p:sp>
      <p:sp>
        <p:nvSpPr>
          <p:cNvPr id="19" name="Text Placeholder 2">
            <a:extLst>
              <a:ext uri="{FF2B5EF4-FFF2-40B4-BE49-F238E27FC236}">
                <a16:creationId xmlns:a16="http://schemas.microsoft.com/office/drawing/2014/main" id="{C891B4A8-66A1-43CC-BE1C-67D2828BD339}"/>
              </a:ext>
            </a:extLst>
          </p:cNvPr>
          <p:cNvSpPr>
            <a:spLocks noGrp="1"/>
          </p:cNvSpPr>
          <p:nvPr>
            <p:ph type="body" sz="quarter" idx="24" hasCustomPrompt="1"/>
          </p:nvPr>
        </p:nvSpPr>
        <p:spPr>
          <a:xfrm>
            <a:off x="1573213" y="4790685"/>
            <a:ext cx="4413250" cy="457201"/>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Click to add agenda</a:t>
            </a:r>
            <a:endParaRPr lang="en-US"/>
          </a:p>
          <a:p>
            <a:pPr lvl="1"/>
            <a:r>
              <a:rPr lang="en-US" noProof="0" dirty="0"/>
              <a:t>Second level</a:t>
            </a:r>
            <a:endParaRPr lang="en-US"/>
          </a:p>
          <a:p>
            <a:pPr lvl="2"/>
            <a:r>
              <a:rPr lang="en-US" noProof="0" dirty="0"/>
              <a:t>Third level</a:t>
            </a:r>
            <a:endParaRPr lang="en-US"/>
          </a:p>
          <a:p>
            <a:pPr lvl="3"/>
            <a:r>
              <a:rPr lang="en-US" noProof="0" dirty="0"/>
              <a:t>Fourth level</a:t>
            </a:r>
            <a:endParaRPr lang="en-US"/>
          </a:p>
          <a:p>
            <a:pPr lvl="4"/>
            <a:r>
              <a:rPr lang="en-US" noProof="0" dirty="0"/>
              <a:t>Fifth level</a:t>
            </a:r>
            <a:endParaRPr lang="en-US"/>
          </a:p>
          <a:p>
            <a:pPr lvl="5"/>
            <a:r>
              <a:rPr lang="en-US" noProof="0" dirty="0"/>
              <a:t>6</a:t>
            </a:r>
            <a:endParaRPr lang="en-US"/>
          </a:p>
          <a:p>
            <a:pPr lvl="6"/>
            <a:r>
              <a:rPr lang="en-US" noProof="0" dirty="0"/>
              <a:t>7</a:t>
            </a:r>
            <a:endParaRPr lang="en-US"/>
          </a:p>
          <a:p>
            <a:pPr lvl="7"/>
            <a:r>
              <a:rPr lang="en-US" noProof="0" dirty="0"/>
              <a:t>8</a:t>
            </a:r>
            <a:endParaRPr lang="en-US"/>
          </a:p>
          <a:p>
            <a:pPr lvl="8"/>
            <a:r>
              <a:rPr lang="en-US" noProof="0" dirty="0"/>
              <a:t>9</a:t>
            </a:r>
            <a:endParaRPr lang="en-US"/>
          </a:p>
        </p:txBody>
      </p:sp>
      <p:sp>
        <p:nvSpPr>
          <p:cNvPr id="20" name="Text Placeholder 12">
            <a:extLst>
              <a:ext uri="{FF2B5EF4-FFF2-40B4-BE49-F238E27FC236}">
                <a16:creationId xmlns:a16="http://schemas.microsoft.com/office/drawing/2014/main" id="{955675B3-0C0F-40A7-8573-48E7C18848F2}"/>
              </a:ext>
            </a:extLst>
          </p:cNvPr>
          <p:cNvSpPr>
            <a:spLocks noGrp="1"/>
          </p:cNvSpPr>
          <p:nvPr>
            <p:ph type="body" sz="quarter" idx="25" hasCustomPrompt="1"/>
          </p:nvPr>
        </p:nvSpPr>
        <p:spPr>
          <a:xfrm>
            <a:off x="647700" y="4790685"/>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a:p>
            <a:pPr lvl="1"/>
            <a:r>
              <a:rPr lang="en-US" dirty="0"/>
              <a:t>02</a:t>
            </a:r>
            <a:endParaRPr lang="en-US"/>
          </a:p>
          <a:p>
            <a:pPr lvl="2"/>
            <a:r>
              <a:rPr lang="en-US" dirty="0"/>
              <a:t>03</a:t>
            </a:r>
            <a:endParaRPr lang="en-US"/>
          </a:p>
        </p:txBody>
      </p:sp>
      <p:sp>
        <p:nvSpPr>
          <p:cNvPr id="21" name="Text Placeholder 2">
            <a:extLst>
              <a:ext uri="{FF2B5EF4-FFF2-40B4-BE49-F238E27FC236}">
                <a16:creationId xmlns:a16="http://schemas.microsoft.com/office/drawing/2014/main" id="{1B3DB0C3-4C9B-46BE-A07F-896A46A6231D}"/>
              </a:ext>
            </a:extLst>
          </p:cNvPr>
          <p:cNvSpPr>
            <a:spLocks noGrp="1"/>
          </p:cNvSpPr>
          <p:nvPr>
            <p:ph type="body" sz="quarter" idx="26" hasCustomPrompt="1"/>
          </p:nvPr>
        </p:nvSpPr>
        <p:spPr>
          <a:xfrm>
            <a:off x="1573213" y="5603870"/>
            <a:ext cx="4413250" cy="457201"/>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Click to add agenda</a:t>
            </a:r>
            <a:endParaRPr lang="en-US"/>
          </a:p>
          <a:p>
            <a:pPr lvl="1"/>
            <a:r>
              <a:rPr lang="en-US" noProof="0" dirty="0"/>
              <a:t>Second level</a:t>
            </a:r>
            <a:endParaRPr lang="en-US"/>
          </a:p>
          <a:p>
            <a:pPr lvl="2"/>
            <a:r>
              <a:rPr lang="en-US" noProof="0" dirty="0"/>
              <a:t>Third level</a:t>
            </a:r>
            <a:endParaRPr lang="en-US"/>
          </a:p>
          <a:p>
            <a:pPr lvl="3"/>
            <a:r>
              <a:rPr lang="en-US" noProof="0" dirty="0"/>
              <a:t>Fourth level</a:t>
            </a:r>
            <a:endParaRPr lang="en-US"/>
          </a:p>
          <a:p>
            <a:pPr lvl="4"/>
            <a:r>
              <a:rPr lang="en-US" noProof="0" dirty="0"/>
              <a:t>Fifth level</a:t>
            </a:r>
            <a:endParaRPr lang="en-US"/>
          </a:p>
          <a:p>
            <a:pPr lvl="5"/>
            <a:r>
              <a:rPr lang="en-US" noProof="0" dirty="0"/>
              <a:t>6</a:t>
            </a:r>
            <a:endParaRPr lang="en-US"/>
          </a:p>
          <a:p>
            <a:pPr lvl="6"/>
            <a:r>
              <a:rPr lang="en-US" noProof="0" dirty="0"/>
              <a:t>7</a:t>
            </a:r>
            <a:endParaRPr lang="en-US"/>
          </a:p>
          <a:p>
            <a:pPr lvl="7"/>
            <a:r>
              <a:rPr lang="en-US" noProof="0" dirty="0"/>
              <a:t>8</a:t>
            </a:r>
            <a:endParaRPr lang="en-US"/>
          </a:p>
          <a:p>
            <a:pPr lvl="8"/>
            <a:r>
              <a:rPr lang="en-US" noProof="0" dirty="0"/>
              <a:t>9</a:t>
            </a:r>
            <a:endParaRPr lang="en-US"/>
          </a:p>
        </p:txBody>
      </p:sp>
      <p:sp>
        <p:nvSpPr>
          <p:cNvPr id="22" name="Text Placeholder 12">
            <a:extLst>
              <a:ext uri="{FF2B5EF4-FFF2-40B4-BE49-F238E27FC236}">
                <a16:creationId xmlns:a16="http://schemas.microsoft.com/office/drawing/2014/main" id="{EBC2663A-9F2B-496F-BA87-FE61CF6E9F89}"/>
              </a:ext>
            </a:extLst>
          </p:cNvPr>
          <p:cNvSpPr>
            <a:spLocks noGrp="1"/>
          </p:cNvSpPr>
          <p:nvPr>
            <p:ph type="body" sz="quarter" idx="27" hasCustomPrompt="1"/>
          </p:nvPr>
        </p:nvSpPr>
        <p:spPr>
          <a:xfrm>
            <a:off x="647700" y="5603870"/>
            <a:ext cx="520700" cy="457200"/>
          </a:xfrm>
        </p:spPr>
        <p:txBody>
          <a:bodyPr/>
          <a:lstStyle>
            <a:lvl1pPr marL="0" indent="0">
              <a:spcAft>
                <a:spcPts val="1200"/>
              </a:spcAft>
              <a:buFont typeface="Arial" panose="020B0604020202020204" pitchFamily="34" charset="0"/>
              <a:buChar char="​"/>
              <a:defRPr sz="2800" b="0">
                <a:solidFill>
                  <a:schemeClr val="bg1"/>
                </a:solidFill>
                <a:latin typeface="+mj-lt"/>
              </a:defRPr>
            </a:lvl1pPr>
            <a:lvl2pPr marL="1588" indent="-3175">
              <a:spcBef>
                <a:spcPts val="1200"/>
              </a:spcBef>
              <a:spcAft>
                <a:spcPts val="1200"/>
              </a:spcAft>
              <a:buFont typeface="Arial" panose="020B0604020202020204" pitchFamily="34" charset="0"/>
              <a:buChar char="​"/>
              <a:defRPr sz="2800">
                <a:solidFill>
                  <a:schemeClr val="accent3"/>
                </a:solidFill>
                <a:latin typeface="+mj-lt"/>
              </a:defRPr>
            </a:lvl2pPr>
            <a:lvl3pPr marL="0" indent="0">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a:p>
            <a:pPr lvl="1"/>
            <a:r>
              <a:rPr lang="en-US" dirty="0"/>
              <a:t>02</a:t>
            </a:r>
            <a:endParaRPr lang="en-US"/>
          </a:p>
          <a:p>
            <a:pPr lvl="2"/>
            <a:r>
              <a:rPr lang="en-US" dirty="0"/>
              <a:t>03</a:t>
            </a:r>
            <a:endParaRPr lang="en-US"/>
          </a:p>
        </p:txBody>
      </p:sp>
    </p:spTree>
    <p:extLst>
      <p:ext uri="{BB962C8B-B14F-4D97-AF65-F5344CB8AC3E}">
        <p14:creationId xmlns:p14="http://schemas.microsoft.com/office/powerpoint/2010/main" val="1389188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genda B">
    <p:bg>
      <p:bgPr>
        <a:solidFill>
          <a:schemeClr val="accent1"/>
        </a:solidFill>
        <a:effectLst/>
      </p:bgPr>
    </p:bg>
    <p:spTree>
      <p:nvGrpSpPr>
        <p:cNvPr id="1" name=""/>
        <p:cNvGrpSpPr/>
        <p:nvPr/>
      </p:nvGrpSpPr>
      <p:grpSpPr>
        <a:xfrm>
          <a:off x="0" y="0"/>
          <a:ext cx="0" cy="0"/>
          <a:chOff x="0" y="0"/>
          <a:chExt cx="0" cy="0"/>
        </a:xfrm>
      </p:grpSpPr>
      <p:sp>
        <p:nvSpPr>
          <p:cNvPr id="6" name="Picture Placeholder 5" descr="{&quot;templafy&quot;:{&quot;id&quot;:&quot;f0d3294e-649d-4402-bee7-52f96fd322a2&quot;}}">
            <a:extLst>
              <a:ext uri="{FF2B5EF4-FFF2-40B4-BE49-F238E27FC236}">
                <a16:creationId xmlns:a16="http://schemas.microsoft.com/office/drawing/2014/main" id="{D8934501-497F-3FEE-A65C-FD94DE76A1F3}"/>
              </a:ext>
            </a:extLst>
          </p:cNvPr>
          <p:cNvSpPr>
            <a:spLocks noGrp="1"/>
          </p:cNvSpPr>
          <p:nvPr>
            <p:ph type="pic" sz="quarter" idx="18" hasCustomPrompt="1"/>
          </p:nvPr>
        </p:nvSpPr>
        <p:spPr>
          <a:xfrm>
            <a:off x="0" y="0"/>
            <a:ext cx="12192000" cy="6858000"/>
          </a:xfrm>
          <a:custGeom>
            <a:avLst/>
            <a:gdLst>
              <a:gd name="connsiteX0" fmla="*/ 0 w 12192000"/>
              <a:gd name="connsiteY0" fmla="*/ 0 h 6858000"/>
              <a:gd name="connsiteX1" fmla="*/ 1238400 w 12192000"/>
              <a:gd name="connsiteY1" fmla="*/ 0 h 6858000"/>
              <a:gd name="connsiteX2" fmla="*/ 1238400 w 12192000"/>
              <a:gd name="connsiteY2" fmla="*/ 5980670 h 6858000"/>
              <a:gd name="connsiteX3" fmla="*/ 5700714 w 12192000"/>
              <a:gd name="connsiteY3" fmla="*/ 5980670 h 6858000"/>
              <a:gd name="connsiteX4" fmla="*/ 5700714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38400" y="0"/>
                </a:lnTo>
                <a:lnTo>
                  <a:pt x="1238400" y="5980670"/>
                </a:lnTo>
                <a:lnTo>
                  <a:pt x="5700714" y="5980670"/>
                </a:lnTo>
                <a:lnTo>
                  <a:pt x="5700714" y="0"/>
                </a:lnTo>
                <a:lnTo>
                  <a:pt x="12192000" y="0"/>
                </a:lnTo>
                <a:lnTo>
                  <a:pt x="12192000" y="6858000"/>
                </a:lnTo>
                <a:lnTo>
                  <a:pt x="0" y="6858000"/>
                </a:lnTo>
                <a:close/>
              </a:path>
            </a:pathLst>
          </a:custGeom>
          <a:solidFill>
            <a:schemeClr val="bg2"/>
          </a:solidFill>
        </p:spPr>
        <p:txBody>
          <a:bodyPr wrap="square" lIns="5400000" rIns="0" bIns="720000" anchor="ctr">
            <a:noAutofit/>
          </a:bodyPr>
          <a:lstStyle>
            <a:lvl1pPr marL="0" indent="0" algn="ctr">
              <a:buNone/>
              <a:defRPr>
                <a:solidFill>
                  <a:schemeClr val="bg1"/>
                </a:solidFill>
              </a:defRPr>
            </a:lvl1pPr>
          </a:lstStyle>
          <a:p>
            <a:br>
              <a:rPr lang="en-US" dirty="0"/>
            </a:br>
            <a:r>
              <a:rPr lang="en-US" dirty="0"/>
              <a:t>Click here and add image from Templafy</a:t>
            </a:r>
            <a:endParaRPr lang="en-US"/>
          </a:p>
        </p:txBody>
      </p:sp>
      <p:sp>
        <p:nvSpPr>
          <p:cNvPr id="9" name="Footer Placeholder 8">
            <a:extLst>
              <a:ext uri="{FF2B5EF4-FFF2-40B4-BE49-F238E27FC236}">
                <a16:creationId xmlns:a16="http://schemas.microsoft.com/office/drawing/2014/main" id="{83F1B49C-8EDD-4326-AD14-38D7B2C7AC1E}"/>
              </a:ext>
            </a:extLst>
          </p:cNvPr>
          <p:cNvSpPr>
            <a:spLocks noGrp="1"/>
          </p:cNvSpPr>
          <p:nvPr>
            <p:ph type="ftr" sz="quarter" idx="15"/>
          </p:nvPr>
        </p:nvSpPr>
        <p:spPr/>
        <p:txBody>
          <a:bodyPr/>
          <a:lstStyle>
            <a:lvl1pPr>
              <a:defRPr>
                <a:solidFill>
                  <a:schemeClr val="bg1"/>
                </a:solidFill>
              </a:defRPr>
            </a:lvl1pPr>
          </a:lstStyle>
          <a:p>
            <a:r>
              <a:rPr lang="en-US" dirty="0"/>
              <a:t>Colliers</a:t>
            </a:r>
            <a:endParaRPr lang="en-US"/>
          </a:p>
        </p:txBody>
      </p:sp>
      <p:sp>
        <p:nvSpPr>
          <p:cNvPr id="10" name="Slide Number Placeholder 9">
            <a:extLst>
              <a:ext uri="{FF2B5EF4-FFF2-40B4-BE49-F238E27FC236}">
                <a16:creationId xmlns:a16="http://schemas.microsoft.com/office/drawing/2014/main" id="{7286CBCF-60EB-488A-9348-A7967F11649E}"/>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US" smtClean="0"/>
              <a:pPr/>
              <a:t>‹#›</a:t>
            </a:fld>
            <a:endParaRPr lang="en-US" dirty="0"/>
          </a:p>
        </p:txBody>
      </p:sp>
      <p:sp>
        <p:nvSpPr>
          <p:cNvPr id="12" name="Text Placeholder 17">
            <a:extLst>
              <a:ext uri="{FF2B5EF4-FFF2-40B4-BE49-F238E27FC236}">
                <a16:creationId xmlns:a16="http://schemas.microsoft.com/office/drawing/2014/main" id="{257B7025-86C6-444C-9F53-BBB79D6E7226}"/>
              </a:ext>
            </a:extLst>
          </p:cNvPr>
          <p:cNvSpPr>
            <a:spLocks noGrp="1"/>
          </p:cNvSpPr>
          <p:nvPr>
            <p:ph type="body" sz="quarter" idx="19"/>
          </p:nvPr>
        </p:nvSpPr>
        <p:spPr>
          <a:xfrm>
            <a:off x="11119238" y="274014"/>
            <a:ext cx="10800" cy="126000"/>
          </a:xfrm>
          <a:solidFill>
            <a:schemeClr val="bg1"/>
          </a:solidFill>
        </p:spPr>
        <p:txBody>
          <a:bodyPr/>
          <a:lstStyle>
            <a:lvl1pPr marL="0" indent="0">
              <a:buNone/>
              <a:defRPr sz="100">
                <a:noFill/>
              </a:defRPr>
            </a:lvl1pPr>
          </a:lstStyle>
          <a:p>
            <a:pPr lvl="0"/>
            <a:r>
              <a:rPr lang="en-US" dirty="0"/>
              <a:t>Click to edit Master text styles</a:t>
            </a:r>
            <a:endParaRPr lang="en-US"/>
          </a:p>
        </p:txBody>
      </p:sp>
      <p:sp>
        <p:nvSpPr>
          <p:cNvPr id="7" name="Title 1" descr="{&quot;templafy&quot;:{&quot;id&quot;:&quot;3dacd639-1002-4ea7-bcfc-6637526901f2&quot;}}">
            <a:extLst>
              <a:ext uri="{FF2B5EF4-FFF2-40B4-BE49-F238E27FC236}">
                <a16:creationId xmlns:a16="http://schemas.microsoft.com/office/drawing/2014/main" id="{724BC036-E23C-ED1B-6E4E-9F844AE57FF5}"/>
              </a:ext>
            </a:extLst>
          </p:cNvPr>
          <p:cNvSpPr>
            <a:spLocks noGrp="1"/>
          </p:cNvSpPr>
          <p:nvPr>
            <p:ph type="title" hasCustomPrompt="1"/>
          </p:nvPr>
        </p:nvSpPr>
        <p:spPr>
          <a:xfrm>
            <a:off x="1577157" y="686839"/>
            <a:ext cx="3770809" cy="953137"/>
          </a:xfrm>
          <a:noFill/>
        </p:spPr>
        <p:txBody>
          <a:bodyPr lIns="360000" tIns="251999" rIns="360000" bIns="108000" anchor="ctr"/>
          <a:lstStyle>
            <a:lvl1pPr algn="l">
              <a:defRPr sz="1400" b="0" spc="300">
                <a:solidFill>
                  <a:schemeClr val="bg1"/>
                </a:solidFill>
                <a:latin typeface="+mn-lt"/>
              </a:defRPr>
            </a:lvl1pPr>
          </a:lstStyle>
          <a:p>
            <a:r>
              <a:rPr lang="en-US" noProof="0" dirty="0"/>
              <a:t>Click to add agenda</a:t>
            </a:r>
            <a:endParaRPr lang="en-US"/>
          </a:p>
        </p:txBody>
      </p:sp>
      <p:cxnSp>
        <p:nvCxnSpPr>
          <p:cNvPr id="8" name="Straight Connector 7">
            <a:extLst>
              <a:ext uri="{FF2B5EF4-FFF2-40B4-BE49-F238E27FC236}">
                <a16:creationId xmlns:a16="http://schemas.microsoft.com/office/drawing/2014/main" id="{DBAB6735-0F73-258A-884F-3ED72F446654}"/>
              </a:ext>
            </a:extLst>
          </p:cNvPr>
          <p:cNvCxnSpPr>
            <a:cxnSpLocks/>
          </p:cNvCxnSpPr>
          <p:nvPr userDrawn="1"/>
        </p:nvCxnSpPr>
        <p:spPr>
          <a:xfrm>
            <a:off x="1950365" y="1507133"/>
            <a:ext cx="26631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 Placeholder 2" descr="{&quot;templafy&quot;:{&quot;id&quot;:&quot;28897107-22ba-41d0-9769-4fc581de52ce&quot;}}">
            <a:extLst>
              <a:ext uri="{FF2B5EF4-FFF2-40B4-BE49-F238E27FC236}">
                <a16:creationId xmlns:a16="http://schemas.microsoft.com/office/drawing/2014/main" id="{1BC150D6-CED9-82A6-F90B-F6E4123486FD}"/>
              </a:ext>
            </a:extLst>
          </p:cNvPr>
          <p:cNvSpPr>
            <a:spLocks noGrp="1"/>
          </p:cNvSpPr>
          <p:nvPr>
            <p:ph type="body" sz="quarter" idx="13" hasCustomPrompt="1"/>
          </p:nvPr>
        </p:nvSpPr>
        <p:spPr>
          <a:xfrm>
            <a:off x="2469766" y="2035030"/>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24" name="Text Placeholder 12">
            <a:extLst>
              <a:ext uri="{FF2B5EF4-FFF2-40B4-BE49-F238E27FC236}">
                <a16:creationId xmlns:a16="http://schemas.microsoft.com/office/drawing/2014/main" id="{0390DA05-5090-039B-4834-654BE68E4BF3}"/>
              </a:ext>
            </a:extLst>
          </p:cNvPr>
          <p:cNvSpPr>
            <a:spLocks noGrp="1"/>
          </p:cNvSpPr>
          <p:nvPr>
            <p:ph type="body" sz="quarter" idx="17" hasCustomPrompt="1"/>
          </p:nvPr>
        </p:nvSpPr>
        <p:spPr>
          <a:xfrm>
            <a:off x="1916217" y="2035030"/>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dirty="0"/>
              <a:t>01</a:t>
            </a:r>
            <a:endParaRPr lang="en-US"/>
          </a:p>
        </p:txBody>
      </p:sp>
      <p:sp>
        <p:nvSpPr>
          <p:cNvPr id="25" name="Text Placeholder 2" descr="{&quot;templafy&quot;:{&quot;id&quot;:&quot;1d9e26e9-e0c4-4b85-939b-cf2e97253742&quot;}}">
            <a:extLst>
              <a:ext uri="{FF2B5EF4-FFF2-40B4-BE49-F238E27FC236}">
                <a16:creationId xmlns:a16="http://schemas.microsoft.com/office/drawing/2014/main" id="{C19A3751-E42F-7952-1ED9-19257FED68D6}"/>
              </a:ext>
            </a:extLst>
          </p:cNvPr>
          <p:cNvSpPr>
            <a:spLocks noGrp="1"/>
          </p:cNvSpPr>
          <p:nvPr>
            <p:ph type="body" sz="quarter" idx="20" hasCustomPrompt="1"/>
          </p:nvPr>
        </p:nvSpPr>
        <p:spPr>
          <a:xfrm>
            <a:off x="2469766" y="2603066"/>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26" name="Text Placeholder 12">
            <a:extLst>
              <a:ext uri="{FF2B5EF4-FFF2-40B4-BE49-F238E27FC236}">
                <a16:creationId xmlns:a16="http://schemas.microsoft.com/office/drawing/2014/main" id="{21946D92-1FBF-0D18-7D75-EF2FCF4698C8}"/>
              </a:ext>
            </a:extLst>
          </p:cNvPr>
          <p:cNvSpPr>
            <a:spLocks noGrp="1"/>
          </p:cNvSpPr>
          <p:nvPr>
            <p:ph type="body" sz="quarter" idx="21" hasCustomPrompt="1"/>
          </p:nvPr>
        </p:nvSpPr>
        <p:spPr>
          <a:xfrm>
            <a:off x="1916217" y="2603066"/>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dirty="0"/>
              <a:t>01</a:t>
            </a:r>
            <a:endParaRPr lang="en-US"/>
          </a:p>
        </p:txBody>
      </p:sp>
      <p:sp>
        <p:nvSpPr>
          <p:cNvPr id="27" name="Text Placeholder 2" descr="{&quot;templafy&quot;:{&quot;id&quot;:&quot;d47593f6-4328-49f2-b9a1-e70953ed39bc&quot;}}">
            <a:extLst>
              <a:ext uri="{FF2B5EF4-FFF2-40B4-BE49-F238E27FC236}">
                <a16:creationId xmlns:a16="http://schemas.microsoft.com/office/drawing/2014/main" id="{AA073A8C-A5D6-D88C-B750-447634C162CC}"/>
              </a:ext>
            </a:extLst>
          </p:cNvPr>
          <p:cNvSpPr>
            <a:spLocks noGrp="1"/>
          </p:cNvSpPr>
          <p:nvPr>
            <p:ph type="body" sz="quarter" idx="22" hasCustomPrompt="1"/>
          </p:nvPr>
        </p:nvSpPr>
        <p:spPr>
          <a:xfrm>
            <a:off x="2469766" y="3171102"/>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28" name="Text Placeholder 12">
            <a:extLst>
              <a:ext uri="{FF2B5EF4-FFF2-40B4-BE49-F238E27FC236}">
                <a16:creationId xmlns:a16="http://schemas.microsoft.com/office/drawing/2014/main" id="{9EF45400-A98E-DFA6-22CA-71C6A3D66897}"/>
              </a:ext>
            </a:extLst>
          </p:cNvPr>
          <p:cNvSpPr>
            <a:spLocks noGrp="1"/>
          </p:cNvSpPr>
          <p:nvPr>
            <p:ph type="body" sz="quarter" idx="23" hasCustomPrompt="1"/>
          </p:nvPr>
        </p:nvSpPr>
        <p:spPr>
          <a:xfrm>
            <a:off x="1916217" y="3171102"/>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dirty="0"/>
              <a:t>01</a:t>
            </a:r>
            <a:endParaRPr lang="en-US"/>
          </a:p>
        </p:txBody>
      </p:sp>
      <p:sp>
        <p:nvSpPr>
          <p:cNvPr id="29" name="Text Placeholder 2" descr="{&quot;templafy&quot;:{&quot;id&quot;:&quot;3174db4d-e6fd-4e76-84c6-1f9d3bf95126&quot;}}">
            <a:extLst>
              <a:ext uri="{FF2B5EF4-FFF2-40B4-BE49-F238E27FC236}">
                <a16:creationId xmlns:a16="http://schemas.microsoft.com/office/drawing/2014/main" id="{39C83961-BBC6-191F-FC2E-74682837E0CB}"/>
              </a:ext>
            </a:extLst>
          </p:cNvPr>
          <p:cNvSpPr>
            <a:spLocks noGrp="1"/>
          </p:cNvSpPr>
          <p:nvPr>
            <p:ph type="body" sz="quarter" idx="24" hasCustomPrompt="1"/>
          </p:nvPr>
        </p:nvSpPr>
        <p:spPr>
          <a:xfrm>
            <a:off x="2469766" y="3739138"/>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30" name="Text Placeholder 12">
            <a:extLst>
              <a:ext uri="{FF2B5EF4-FFF2-40B4-BE49-F238E27FC236}">
                <a16:creationId xmlns:a16="http://schemas.microsoft.com/office/drawing/2014/main" id="{49F1AC64-80F9-9522-09FA-E75E945895C5}"/>
              </a:ext>
            </a:extLst>
          </p:cNvPr>
          <p:cNvSpPr>
            <a:spLocks noGrp="1"/>
          </p:cNvSpPr>
          <p:nvPr>
            <p:ph type="body" sz="quarter" idx="25" hasCustomPrompt="1"/>
          </p:nvPr>
        </p:nvSpPr>
        <p:spPr>
          <a:xfrm>
            <a:off x="1916217" y="3739138"/>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dirty="0"/>
              <a:t>01</a:t>
            </a:r>
            <a:endParaRPr lang="en-US"/>
          </a:p>
        </p:txBody>
      </p:sp>
      <p:sp>
        <p:nvSpPr>
          <p:cNvPr id="31" name="Text Placeholder 2" descr="{&quot;templafy&quot;:{&quot;id&quot;:&quot;e5b43bf7-8313-49c5-a3f5-b74ab5f73535&quot;}}">
            <a:extLst>
              <a:ext uri="{FF2B5EF4-FFF2-40B4-BE49-F238E27FC236}">
                <a16:creationId xmlns:a16="http://schemas.microsoft.com/office/drawing/2014/main" id="{2DEA3614-9A15-B45B-F084-288410AACA43}"/>
              </a:ext>
            </a:extLst>
          </p:cNvPr>
          <p:cNvSpPr>
            <a:spLocks noGrp="1"/>
          </p:cNvSpPr>
          <p:nvPr>
            <p:ph type="body" sz="quarter" idx="26" hasCustomPrompt="1"/>
          </p:nvPr>
        </p:nvSpPr>
        <p:spPr>
          <a:xfrm>
            <a:off x="2469766" y="4307174"/>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32" name="Text Placeholder 12">
            <a:extLst>
              <a:ext uri="{FF2B5EF4-FFF2-40B4-BE49-F238E27FC236}">
                <a16:creationId xmlns:a16="http://schemas.microsoft.com/office/drawing/2014/main" id="{F787335F-C9D7-F8F3-2843-CFCA56F52213}"/>
              </a:ext>
            </a:extLst>
          </p:cNvPr>
          <p:cNvSpPr>
            <a:spLocks noGrp="1"/>
          </p:cNvSpPr>
          <p:nvPr>
            <p:ph type="body" sz="quarter" idx="27" hasCustomPrompt="1"/>
          </p:nvPr>
        </p:nvSpPr>
        <p:spPr>
          <a:xfrm>
            <a:off x="1916217" y="4307174"/>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dirty="0"/>
              <a:t>01</a:t>
            </a:r>
            <a:endParaRPr lang="en-US"/>
          </a:p>
        </p:txBody>
      </p:sp>
      <p:sp>
        <p:nvSpPr>
          <p:cNvPr id="33" name="Text Placeholder 2" descr="{&quot;templafy&quot;:{&quot;id&quot;:&quot;84575dd0-2347-40b6-8273-14a9146afa0d&quot;}}">
            <a:extLst>
              <a:ext uri="{FF2B5EF4-FFF2-40B4-BE49-F238E27FC236}">
                <a16:creationId xmlns:a16="http://schemas.microsoft.com/office/drawing/2014/main" id="{3E2781BE-D1AB-5CC5-7776-40083CFD0A82}"/>
              </a:ext>
            </a:extLst>
          </p:cNvPr>
          <p:cNvSpPr>
            <a:spLocks noGrp="1"/>
          </p:cNvSpPr>
          <p:nvPr>
            <p:ph type="body" sz="quarter" idx="28" hasCustomPrompt="1"/>
          </p:nvPr>
        </p:nvSpPr>
        <p:spPr>
          <a:xfrm>
            <a:off x="2469766" y="4875210"/>
            <a:ext cx="2589344" cy="291786"/>
          </a:xfrm>
        </p:spPr>
        <p:txBody>
          <a:bodyPr/>
          <a:lstStyle>
            <a:lvl1pPr marL="0" indent="0" algn="l">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34" name="Text Placeholder 12">
            <a:extLst>
              <a:ext uri="{FF2B5EF4-FFF2-40B4-BE49-F238E27FC236}">
                <a16:creationId xmlns:a16="http://schemas.microsoft.com/office/drawing/2014/main" id="{DA36F4B9-0A19-FDA2-7EF3-2D3A44617086}"/>
              </a:ext>
            </a:extLst>
          </p:cNvPr>
          <p:cNvSpPr>
            <a:spLocks noGrp="1"/>
          </p:cNvSpPr>
          <p:nvPr>
            <p:ph type="body" sz="quarter" idx="29" hasCustomPrompt="1"/>
          </p:nvPr>
        </p:nvSpPr>
        <p:spPr>
          <a:xfrm>
            <a:off x="1916217" y="4875210"/>
            <a:ext cx="553549" cy="291786"/>
          </a:xfrm>
        </p:spPr>
        <p:txBody>
          <a:bodyPr/>
          <a:lstStyle>
            <a:lvl1pPr marL="0" indent="0" algn="l">
              <a:spcAft>
                <a:spcPts val="1200"/>
              </a:spcAft>
              <a:buFont typeface="Arial" panose="020B0604020202020204" pitchFamily="34" charset="0"/>
              <a:buChar char="​"/>
              <a:defRPr lang="en-US" sz="2000" b="1" kern="1200" dirty="0">
                <a:solidFill>
                  <a:schemeClr val="bg1">
                    <a:alpha val="80000"/>
                  </a:schemeClr>
                </a:solidFill>
                <a:latin typeface="+mn-lt"/>
                <a:ea typeface="+mn-ea"/>
                <a:cs typeface="+mn-cs"/>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dirty="0"/>
              <a:t>01</a:t>
            </a:r>
            <a:endParaRPr lang="en-US"/>
          </a:p>
        </p:txBody>
      </p:sp>
    </p:spTree>
    <p:extLst>
      <p:ext uri="{BB962C8B-B14F-4D97-AF65-F5344CB8AC3E}">
        <p14:creationId xmlns:p14="http://schemas.microsoft.com/office/powerpoint/2010/main" val="26861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C">
    <p:bg>
      <p:bgPr>
        <a:solidFill>
          <a:schemeClr val="accent1"/>
        </a:solidFill>
        <a:effectLst/>
      </p:bgPr>
    </p:bg>
    <p:spTree>
      <p:nvGrpSpPr>
        <p:cNvPr id="1" name=""/>
        <p:cNvGrpSpPr/>
        <p:nvPr/>
      </p:nvGrpSpPr>
      <p:grpSpPr>
        <a:xfrm>
          <a:off x="0" y="0"/>
          <a:ext cx="0" cy="0"/>
          <a:chOff x="0" y="0"/>
          <a:chExt cx="0" cy="0"/>
        </a:xfrm>
      </p:grpSpPr>
      <p:sp>
        <p:nvSpPr>
          <p:cNvPr id="4" name="Picture Placeholder 3" descr="{&quot;templafy&quot;:{&quot;id&quot;:&quot;7830112d-1a63-4c5b-aa04-0a133d55fd27&quot;}}">
            <a:extLst>
              <a:ext uri="{FF2B5EF4-FFF2-40B4-BE49-F238E27FC236}">
                <a16:creationId xmlns:a16="http://schemas.microsoft.com/office/drawing/2014/main" id="{1122B038-DA79-4F73-A1EF-00D31025F885}"/>
              </a:ext>
            </a:extLst>
          </p:cNvPr>
          <p:cNvSpPr>
            <a:spLocks noGrp="1"/>
          </p:cNvSpPr>
          <p:nvPr>
            <p:ph type="pic" sz="quarter" idx="18" hasCustomPrompt="1"/>
          </p:nvPr>
        </p:nvSpPr>
        <p:spPr>
          <a:xfrm>
            <a:off x="0" y="0"/>
            <a:ext cx="12192000" cy="3428999"/>
          </a:xfrm>
          <a:solidFill>
            <a:schemeClr val="bg2"/>
          </a:solidFill>
        </p:spPr>
        <p:txBody>
          <a:bodyPr bIns="720000" anchor="ctr"/>
          <a:lstStyle>
            <a:lvl1pPr marL="0" indent="0" algn="ctr">
              <a:buNone/>
              <a:defRPr>
                <a:solidFill>
                  <a:schemeClr val="bg1"/>
                </a:solidFill>
              </a:defRPr>
            </a:lvl1pPr>
          </a:lstStyle>
          <a:p>
            <a:r>
              <a:rPr lang="en-US" dirty="0"/>
              <a:t>Click here and add image from Templafy</a:t>
            </a:r>
            <a:endParaRPr lang="en-US"/>
          </a:p>
        </p:txBody>
      </p:sp>
      <p:sp>
        <p:nvSpPr>
          <p:cNvPr id="2" name="Title 1" descr="{&quot;templafy&quot;:{&quot;id&quot;:&quot;b655c851-5b4b-4231-9aba-83ca1673e953&quot;}}"/>
          <p:cNvSpPr>
            <a:spLocks noGrp="1"/>
          </p:cNvSpPr>
          <p:nvPr>
            <p:ph type="title" hasCustomPrompt="1"/>
          </p:nvPr>
        </p:nvSpPr>
        <p:spPr>
          <a:xfrm>
            <a:off x="3889375" y="2906724"/>
            <a:ext cx="4413250" cy="953137"/>
          </a:xfrm>
          <a:solidFill>
            <a:schemeClr val="bg1"/>
          </a:solidFill>
        </p:spPr>
        <p:txBody>
          <a:bodyPr lIns="360000" tIns="251999" rIns="360000" bIns="108000" anchor="ctr"/>
          <a:lstStyle>
            <a:lvl1pPr algn="ctr">
              <a:defRPr sz="2800">
                <a:solidFill>
                  <a:schemeClr val="accent1"/>
                </a:solidFill>
              </a:defRPr>
            </a:lvl1pPr>
          </a:lstStyle>
          <a:p>
            <a:r>
              <a:rPr lang="en-US" noProof="0" dirty="0"/>
              <a:t>Click to add agenda</a:t>
            </a:r>
            <a:endParaRPr lang="en-US"/>
          </a:p>
        </p:txBody>
      </p:sp>
      <p:sp>
        <p:nvSpPr>
          <p:cNvPr id="9" name="Footer Placeholder 8">
            <a:extLst>
              <a:ext uri="{FF2B5EF4-FFF2-40B4-BE49-F238E27FC236}">
                <a16:creationId xmlns:a16="http://schemas.microsoft.com/office/drawing/2014/main" id="{83F1B49C-8EDD-4326-AD14-38D7B2C7AC1E}"/>
              </a:ext>
            </a:extLst>
          </p:cNvPr>
          <p:cNvSpPr>
            <a:spLocks noGrp="1"/>
          </p:cNvSpPr>
          <p:nvPr>
            <p:ph type="ftr" sz="quarter" idx="15"/>
          </p:nvPr>
        </p:nvSpPr>
        <p:spPr/>
        <p:txBody>
          <a:bodyPr/>
          <a:lstStyle>
            <a:lvl1pPr>
              <a:defRPr>
                <a:solidFill>
                  <a:schemeClr val="bg1"/>
                </a:solidFill>
              </a:defRPr>
            </a:lvl1pPr>
          </a:lstStyle>
          <a:p>
            <a:r>
              <a:rPr lang="en-US" dirty="0"/>
              <a:t>Colliers</a:t>
            </a:r>
            <a:endParaRPr lang="en-US"/>
          </a:p>
        </p:txBody>
      </p:sp>
      <p:sp>
        <p:nvSpPr>
          <p:cNvPr id="10" name="Slide Number Placeholder 9">
            <a:extLst>
              <a:ext uri="{FF2B5EF4-FFF2-40B4-BE49-F238E27FC236}">
                <a16:creationId xmlns:a16="http://schemas.microsoft.com/office/drawing/2014/main" id="{7286CBCF-60EB-488A-9348-A7967F11649E}"/>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US" smtClean="0"/>
              <a:pPr/>
              <a:t>‹#›</a:t>
            </a:fld>
            <a:endParaRPr lang="en-US" dirty="0"/>
          </a:p>
        </p:txBody>
      </p:sp>
      <p:sp>
        <p:nvSpPr>
          <p:cNvPr id="12" name="Text Placeholder 17">
            <a:extLst>
              <a:ext uri="{FF2B5EF4-FFF2-40B4-BE49-F238E27FC236}">
                <a16:creationId xmlns:a16="http://schemas.microsoft.com/office/drawing/2014/main" id="{257B7025-86C6-444C-9F53-BBB79D6E7226}"/>
              </a:ext>
            </a:extLst>
          </p:cNvPr>
          <p:cNvSpPr>
            <a:spLocks noGrp="1"/>
          </p:cNvSpPr>
          <p:nvPr>
            <p:ph type="body" sz="quarter" idx="19"/>
          </p:nvPr>
        </p:nvSpPr>
        <p:spPr>
          <a:xfrm>
            <a:off x="11119238" y="274014"/>
            <a:ext cx="10800" cy="126000"/>
          </a:xfrm>
          <a:solidFill>
            <a:schemeClr val="bg1"/>
          </a:solidFill>
        </p:spPr>
        <p:txBody>
          <a:bodyPr/>
          <a:lstStyle>
            <a:lvl1pPr marL="0" indent="0">
              <a:buNone/>
              <a:defRPr sz="100">
                <a:noFill/>
              </a:defRPr>
            </a:lvl1pPr>
          </a:lstStyle>
          <a:p>
            <a:pPr lvl="0"/>
            <a:r>
              <a:rPr lang="en-US" dirty="0"/>
              <a:t>Click to edit Master text styles</a:t>
            </a:r>
            <a:endParaRPr lang="en-US"/>
          </a:p>
        </p:txBody>
      </p:sp>
      <p:sp>
        <p:nvSpPr>
          <p:cNvPr id="11" name="Text Placeholder 2" descr="{&quot;templafy&quot;:{&quot;id&quot;:&quot;46d188da-7256-4318-b5ef-79becea42c21&quot;}}">
            <a:extLst>
              <a:ext uri="{FF2B5EF4-FFF2-40B4-BE49-F238E27FC236}">
                <a16:creationId xmlns:a16="http://schemas.microsoft.com/office/drawing/2014/main" id="{D700400D-3693-47D5-B719-23F8141C0902}"/>
              </a:ext>
            </a:extLst>
          </p:cNvPr>
          <p:cNvSpPr>
            <a:spLocks noGrp="1"/>
          </p:cNvSpPr>
          <p:nvPr>
            <p:ph type="body" sz="quarter" idx="13" hasCustomPrompt="1"/>
          </p:nvPr>
        </p:nvSpPr>
        <p:spPr>
          <a:xfrm>
            <a:off x="1023608" y="5302830"/>
            <a:ext cx="2045413" cy="738891"/>
          </a:xfrm>
        </p:spPr>
        <p:txBody>
          <a:bodyPr/>
          <a:lstStyle>
            <a:lvl1pPr marL="0" indent="0" algn="ctr">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14" name="Text Placeholder 12">
            <a:extLst>
              <a:ext uri="{FF2B5EF4-FFF2-40B4-BE49-F238E27FC236}">
                <a16:creationId xmlns:a16="http://schemas.microsoft.com/office/drawing/2014/main" id="{4D18CD4B-F59D-4EB6-B091-552FA51E7443}"/>
              </a:ext>
            </a:extLst>
          </p:cNvPr>
          <p:cNvSpPr>
            <a:spLocks noGrp="1"/>
          </p:cNvSpPr>
          <p:nvPr>
            <p:ph type="body" sz="quarter" idx="17" hasCustomPrompt="1"/>
          </p:nvPr>
        </p:nvSpPr>
        <p:spPr>
          <a:xfrm>
            <a:off x="1785966" y="4761673"/>
            <a:ext cx="520700" cy="457200"/>
          </a:xfrm>
        </p:spPr>
        <p:txBody>
          <a:bodyPr/>
          <a:lstStyle>
            <a:lvl1pPr marL="0" indent="0" algn="ctr">
              <a:spcAft>
                <a:spcPts val="1200"/>
              </a:spcAft>
              <a:buFont typeface="Arial" panose="020B0604020202020204" pitchFamily="34" charset="0"/>
              <a:buChar char="​"/>
              <a:defRPr sz="1600" b="1">
                <a:solidFill>
                  <a:schemeClr val="accent3"/>
                </a:solidFill>
                <a:latin typeface="+mn-lt"/>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28" name="Text Placeholder 2" descr="{&quot;templafy&quot;:{&quot;id&quot;:&quot;2a8fab1e-6802-47b7-b96b-b88cfd3c8b99&quot;}}">
            <a:extLst>
              <a:ext uri="{FF2B5EF4-FFF2-40B4-BE49-F238E27FC236}">
                <a16:creationId xmlns:a16="http://schemas.microsoft.com/office/drawing/2014/main" id="{2E8C0D4A-169A-4E00-2E71-92D5E7F62F2E}"/>
              </a:ext>
            </a:extLst>
          </p:cNvPr>
          <p:cNvSpPr>
            <a:spLocks noGrp="1"/>
          </p:cNvSpPr>
          <p:nvPr>
            <p:ph type="body" sz="quarter" idx="20" hasCustomPrompt="1"/>
          </p:nvPr>
        </p:nvSpPr>
        <p:spPr>
          <a:xfrm>
            <a:off x="3685943" y="5302830"/>
            <a:ext cx="2045413" cy="738891"/>
          </a:xfrm>
        </p:spPr>
        <p:txBody>
          <a:bodyPr/>
          <a:lstStyle>
            <a:lvl1pPr marL="0" indent="0" algn="ctr">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29" name="Text Placeholder 12">
            <a:extLst>
              <a:ext uri="{FF2B5EF4-FFF2-40B4-BE49-F238E27FC236}">
                <a16:creationId xmlns:a16="http://schemas.microsoft.com/office/drawing/2014/main" id="{896CFFEB-D798-76C0-730F-4A10979CD996}"/>
              </a:ext>
            </a:extLst>
          </p:cNvPr>
          <p:cNvSpPr>
            <a:spLocks noGrp="1"/>
          </p:cNvSpPr>
          <p:nvPr>
            <p:ph type="body" sz="quarter" idx="21" hasCustomPrompt="1"/>
          </p:nvPr>
        </p:nvSpPr>
        <p:spPr>
          <a:xfrm>
            <a:off x="4448299" y="4761673"/>
            <a:ext cx="520700" cy="457200"/>
          </a:xfrm>
        </p:spPr>
        <p:txBody>
          <a:bodyPr/>
          <a:lstStyle>
            <a:lvl1pPr marL="0" indent="0" algn="ctr">
              <a:spcAft>
                <a:spcPts val="1200"/>
              </a:spcAft>
              <a:buFont typeface="Arial" panose="020B0604020202020204" pitchFamily="34" charset="0"/>
              <a:buChar char="​"/>
              <a:defRPr sz="1600" b="1">
                <a:solidFill>
                  <a:schemeClr val="accent3"/>
                </a:solidFill>
                <a:latin typeface="+mn-lt"/>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31" name="Text Placeholder 2" descr="{&quot;templafy&quot;:{&quot;id&quot;:&quot;61f9af82-8588-447e-8802-85bb6312a34f&quot;}}">
            <a:extLst>
              <a:ext uri="{FF2B5EF4-FFF2-40B4-BE49-F238E27FC236}">
                <a16:creationId xmlns:a16="http://schemas.microsoft.com/office/drawing/2014/main" id="{1536AB39-F8BE-5512-5A79-8BD4321FEA8F}"/>
              </a:ext>
            </a:extLst>
          </p:cNvPr>
          <p:cNvSpPr>
            <a:spLocks noGrp="1"/>
          </p:cNvSpPr>
          <p:nvPr>
            <p:ph type="body" sz="quarter" idx="22" hasCustomPrompt="1"/>
          </p:nvPr>
        </p:nvSpPr>
        <p:spPr>
          <a:xfrm>
            <a:off x="6348278" y="5302830"/>
            <a:ext cx="2045413" cy="738891"/>
          </a:xfrm>
        </p:spPr>
        <p:txBody>
          <a:bodyPr/>
          <a:lstStyle>
            <a:lvl1pPr marL="0" indent="0" algn="ctr">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32" name="Text Placeholder 12">
            <a:extLst>
              <a:ext uri="{FF2B5EF4-FFF2-40B4-BE49-F238E27FC236}">
                <a16:creationId xmlns:a16="http://schemas.microsoft.com/office/drawing/2014/main" id="{C714C584-9AD4-C6EB-2492-F21820700724}"/>
              </a:ext>
            </a:extLst>
          </p:cNvPr>
          <p:cNvSpPr>
            <a:spLocks noGrp="1"/>
          </p:cNvSpPr>
          <p:nvPr>
            <p:ph type="body" sz="quarter" idx="23" hasCustomPrompt="1"/>
          </p:nvPr>
        </p:nvSpPr>
        <p:spPr>
          <a:xfrm>
            <a:off x="7110634" y="4761673"/>
            <a:ext cx="520700" cy="457200"/>
          </a:xfrm>
        </p:spPr>
        <p:txBody>
          <a:bodyPr/>
          <a:lstStyle>
            <a:lvl1pPr marL="0" indent="0" algn="ctr">
              <a:spcAft>
                <a:spcPts val="1200"/>
              </a:spcAft>
              <a:buFont typeface="Arial" panose="020B0604020202020204" pitchFamily="34" charset="0"/>
              <a:buChar char="​"/>
              <a:defRPr sz="1600" b="1">
                <a:solidFill>
                  <a:schemeClr val="accent3"/>
                </a:solidFill>
                <a:latin typeface="+mn-lt"/>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cxnSp>
        <p:nvCxnSpPr>
          <p:cNvPr id="26" name="Straight Connector 25">
            <a:extLst>
              <a:ext uri="{FF2B5EF4-FFF2-40B4-BE49-F238E27FC236}">
                <a16:creationId xmlns:a16="http://schemas.microsoft.com/office/drawing/2014/main" id="{86396B45-351C-85B1-AB1C-FFBCEE9C8ABE}"/>
              </a:ext>
            </a:extLst>
          </p:cNvPr>
          <p:cNvCxnSpPr>
            <a:cxnSpLocks/>
          </p:cNvCxnSpPr>
          <p:nvPr userDrawn="1"/>
        </p:nvCxnSpPr>
        <p:spPr>
          <a:xfrm flipV="1">
            <a:off x="3377482" y="4618768"/>
            <a:ext cx="0" cy="1513264"/>
          </a:xfrm>
          <a:prstGeom prst="line">
            <a:avLst/>
          </a:prstGeom>
          <a:ln w="63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C5A91ED-B626-1BE5-C827-EE64EAEBCE4C}"/>
              </a:ext>
            </a:extLst>
          </p:cNvPr>
          <p:cNvCxnSpPr>
            <a:cxnSpLocks/>
          </p:cNvCxnSpPr>
          <p:nvPr userDrawn="1"/>
        </p:nvCxnSpPr>
        <p:spPr>
          <a:xfrm flipV="1">
            <a:off x="6039817" y="4618768"/>
            <a:ext cx="0" cy="1513264"/>
          </a:xfrm>
          <a:prstGeom prst="line">
            <a:avLst/>
          </a:prstGeom>
          <a:ln w="63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B03C25C-2E3B-ADC1-22E7-94D59FAE957B}"/>
              </a:ext>
            </a:extLst>
          </p:cNvPr>
          <p:cNvCxnSpPr>
            <a:cxnSpLocks/>
          </p:cNvCxnSpPr>
          <p:nvPr userDrawn="1"/>
        </p:nvCxnSpPr>
        <p:spPr>
          <a:xfrm flipV="1">
            <a:off x="8702152" y="4618768"/>
            <a:ext cx="0" cy="1513264"/>
          </a:xfrm>
          <a:prstGeom prst="line">
            <a:avLst/>
          </a:prstGeom>
          <a:ln w="63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34" name="Text Placeholder 2" descr="{&quot;templafy&quot;:{&quot;id&quot;:&quot;ffcf6881-69bc-4bf8-ad7b-68a61ad81ba2&quot;}}">
            <a:extLst>
              <a:ext uri="{FF2B5EF4-FFF2-40B4-BE49-F238E27FC236}">
                <a16:creationId xmlns:a16="http://schemas.microsoft.com/office/drawing/2014/main" id="{FD4C2339-CE7F-4802-5244-E766675F1DBC}"/>
              </a:ext>
            </a:extLst>
          </p:cNvPr>
          <p:cNvSpPr>
            <a:spLocks noGrp="1"/>
          </p:cNvSpPr>
          <p:nvPr>
            <p:ph type="body" sz="quarter" idx="24" hasCustomPrompt="1"/>
          </p:nvPr>
        </p:nvSpPr>
        <p:spPr>
          <a:xfrm>
            <a:off x="9010613" y="5302830"/>
            <a:ext cx="2045413" cy="738891"/>
          </a:xfrm>
        </p:spPr>
        <p:txBody>
          <a:bodyPr/>
          <a:lstStyle>
            <a:lvl1pPr marL="0" indent="0" algn="ctr">
              <a:spcAft>
                <a:spcPts val="1200"/>
              </a:spcAft>
              <a:buFont typeface="Arial" panose="020B0604020202020204" pitchFamily="34" charset="0"/>
              <a:buNone/>
              <a:defRPr sz="2000" b="0">
                <a:solidFill>
                  <a:schemeClr val="bg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35" name="Text Placeholder 12">
            <a:extLst>
              <a:ext uri="{FF2B5EF4-FFF2-40B4-BE49-F238E27FC236}">
                <a16:creationId xmlns:a16="http://schemas.microsoft.com/office/drawing/2014/main" id="{3220787E-740E-F0A7-0BE2-E874483EDD92}"/>
              </a:ext>
            </a:extLst>
          </p:cNvPr>
          <p:cNvSpPr>
            <a:spLocks noGrp="1"/>
          </p:cNvSpPr>
          <p:nvPr>
            <p:ph type="body" sz="quarter" idx="25" hasCustomPrompt="1"/>
          </p:nvPr>
        </p:nvSpPr>
        <p:spPr>
          <a:xfrm>
            <a:off x="9772971" y="4761673"/>
            <a:ext cx="520700" cy="457200"/>
          </a:xfrm>
        </p:spPr>
        <p:txBody>
          <a:bodyPr/>
          <a:lstStyle>
            <a:lvl1pPr marL="0" indent="0" algn="ctr">
              <a:spcAft>
                <a:spcPts val="1200"/>
              </a:spcAft>
              <a:buFont typeface="Arial" panose="020B0604020202020204" pitchFamily="34" charset="0"/>
              <a:buChar char="​"/>
              <a:defRPr sz="1600" b="1">
                <a:solidFill>
                  <a:schemeClr val="accent3"/>
                </a:solidFill>
                <a:latin typeface="+mn-lt"/>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Tree>
    <p:extLst>
      <p:ext uri="{BB962C8B-B14F-4D97-AF65-F5344CB8AC3E}">
        <p14:creationId xmlns:p14="http://schemas.microsoft.com/office/powerpoint/2010/main" val="607118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D">
    <p:bg>
      <p:bgPr>
        <a:solidFill>
          <a:schemeClr val="accent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5A45DA65-D771-8956-FE9F-41B5A9F5923F}"/>
              </a:ext>
            </a:extLst>
          </p:cNvPr>
          <p:cNvSpPr/>
          <p:nvPr userDrawn="1"/>
        </p:nvSpPr>
        <p:spPr>
          <a:xfrm>
            <a:off x="0" y="5026755"/>
            <a:ext cx="12192000" cy="18312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9" name="Footer Placeholder 8">
            <a:extLst>
              <a:ext uri="{FF2B5EF4-FFF2-40B4-BE49-F238E27FC236}">
                <a16:creationId xmlns:a16="http://schemas.microsoft.com/office/drawing/2014/main" id="{83F1B49C-8EDD-4326-AD14-38D7B2C7AC1E}"/>
              </a:ext>
            </a:extLst>
          </p:cNvPr>
          <p:cNvSpPr>
            <a:spLocks noGrp="1"/>
          </p:cNvSpPr>
          <p:nvPr>
            <p:ph type="ftr" sz="quarter" idx="15"/>
          </p:nvPr>
        </p:nvSpPr>
        <p:spPr/>
        <p:txBody>
          <a:bodyPr/>
          <a:lstStyle>
            <a:lvl1pPr>
              <a:defRPr>
                <a:solidFill>
                  <a:schemeClr val="bg1"/>
                </a:solidFill>
              </a:defRPr>
            </a:lvl1pPr>
          </a:lstStyle>
          <a:p>
            <a:r>
              <a:rPr lang="en-US" dirty="0"/>
              <a:t>Colliers</a:t>
            </a:r>
            <a:endParaRPr lang="en-US"/>
          </a:p>
        </p:txBody>
      </p:sp>
      <p:sp>
        <p:nvSpPr>
          <p:cNvPr id="10" name="Slide Number Placeholder 9">
            <a:extLst>
              <a:ext uri="{FF2B5EF4-FFF2-40B4-BE49-F238E27FC236}">
                <a16:creationId xmlns:a16="http://schemas.microsoft.com/office/drawing/2014/main" id="{7286CBCF-60EB-488A-9348-A7967F11649E}"/>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US" smtClean="0"/>
              <a:pPr/>
              <a:t>‹#›</a:t>
            </a:fld>
            <a:endParaRPr lang="en-US" dirty="0"/>
          </a:p>
        </p:txBody>
      </p:sp>
      <p:sp>
        <p:nvSpPr>
          <p:cNvPr id="12" name="Text Placeholder 17">
            <a:extLst>
              <a:ext uri="{FF2B5EF4-FFF2-40B4-BE49-F238E27FC236}">
                <a16:creationId xmlns:a16="http://schemas.microsoft.com/office/drawing/2014/main" id="{257B7025-86C6-444C-9F53-BBB79D6E7226}"/>
              </a:ext>
            </a:extLst>
          </p:cNvPr>
          <p:cNvSpPr>
            <a:spLocks noGrp="1"/>
          </p:cNvSpPr>
          <p:nvPr>
            <p:ph type="body" sz="quarter" idx="19"/>
          </p:nvPr>
        </p:nvSpPr>
        <p:spPr>
          <a:xfrm>
            <a:off x="11119238" y="274014"/>
            <a:ext cx="10800" cy="126000"/>
          </a:xfrm>
          <a:solidFill>
            <a:schemeClr val="bg1"/>
          </a:solidFill>
        </p:spPr>
        <p:txBody>
          <a:bodyPr/>
          <a:lstStyle>
            <a:lvl1pPr marL="0" indent="0">
              <a:buNone/>
              <a:defRPr sz="100">
                <a:noFill/>
              </a:defRPr>
            </a:lvl1pPr>
          </a:lstStyle>
          <a:p>
            <a:pPr lvl="0"/>
            <a:r>
              <a:rPr lang="en-US" dirty="0"/>
              <a:t>Click to edit Master text styles</a:t>
            </a:r>
            <a:endParaRPr lang="en-US"/>
          </a:p>
        </p:txBody>
      </p:sp>
      <p:sp>
        <p:nvSpPr>
          <p:cNvPr id="24" name="Rectangle 23">
            <a:extLst>
              <a:ext uri="{FF2B5EF4-FFF2-40B4-BE49-F238E27FC236}">
                <a16:creationId xmlns:a16="http://schemas.microsoft.com/office/drawing/2014/main" id="{F6DBCE0C-49BC-691D-99B7-EFC769150777}"/>
              </a:ext>
            </a:extLst>
          </p:cNvPr>
          <p:cNvSpPr/>
          <p:nvPr userDrawn="1"/>
        </p:nvSpPr>
        <p:spPr>
          <a:xfrm>
            <a:off x="811707" y="4048853"/>
            <a:ext cx="10568586" cy="2020171"/>
          </a:xfrm>
          <a:prstGeom prst="rect">
            <a:avLst/>
          </a:prstGeom>
          <a:solidFill>
            <a:srgbClr val="F5F5F7"/>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1800" noProof="0" dirty="0" err="1"/>
          </a:p>
        </p:txBody>
      </p:sp>
      <p:sp>
        <p:nvSpPr>
          <p:cNvPr id="25" name="Text Placeholder 2" descr="{&quot;templafy&quot;:{&quot;id&quot;:&quot;dc55c9d1-0bed-47c7-8f76-0186980b1158&quot;}}">
            <a:extLst>
              <a:ext uri="{FF2B5EF4-FFF2-40B4-BE49-F238E27FC236}">
                <a16:creationId xmlns:a16="http://schemas.microsoft.com/office/drawing/2014/main" id="{6EF25A8F-3D3B-1873-3381-5E845D7BF05D}"/>
              </a:ext>
            </a:extLst>
          </p:cNvPr>
          <p:cNvSpPr>
            <a:spLocks noGrp="1"/>
          </p:cNvSpPr>
          <p:nvPr>
            <p:ph type="body" sz="quarter" idx="24" hasCustomPrompt="1"/>
          </p:nvPr>
        </p:nvSpPr>
        <p:spPr>
          <a:xfrm>
            <a:off x="9377150"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27" name="Text Placeholder 12">
            <a:extLst>
              <a:ext uri="{FF2B5EF4-FFF2-40B4-BE49-F238E27FC236}">
                <a16:creationId xmlns:a16="http://schemas.microsoft.com/office/drawing/2014/main" id="{826FF389-06AA-0C03-8041-8F6322966870}"/>
              </a:ext>
            </a:extLst>
          </p:cNvPr>
          <p:cNvSpPr>
            <a:spLocks noGrp="1"/>
          </p:cNvSpPr>
          <p:nvPr>
            <p:ph type="body" sz="quarter" idx="25" hasCustomPrompt="1"/>
          </p:nvPr>
        </p:nvSpPr>
        <p:spPr>
          <a:xfrm>
            <a:off x="9921287"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1</a:t>
            </a:r>
            <a:endParaRPr lang="en-US"/>
          </a:p>
        </p:txBody>
      </p:sp>
      <p:cxnSp>
        <p:nvCxnSpPr>
          <p:cNvPr id="36" name="Straight Connector 35">
            <a:extLst>
              <a:ext uri="{FF2B5EF4-FFF2-40B4-BE49-F238E27FC236}">
                <a16:creationId xmlns:a16="http://schemas.microsoft.com/office/drawing/2014/main" id="{D21A9B0F-7596-921A-3A32-F30FC8E595C2}"/>
              </a:ext>
            </a:extLst>
          </p:cNvPr>
          <p:cNvCxnSpPr>
            <a:cxnSpLocks/>
          </p:cNvCxnSpPr>
          <p:nvPr userDrawn="1"/>
        </p:nvCxnSpPr>
        <p:spPr>
          <a:xfrm>
            <a:off x="2939170" y="4464578"/>
            <a:ext cx="0" cy="1188720"/>
          </a:xfrm>
          <a:prstGeom prst="line">
            <a:avLst/>
          </a:prstGeom>
          <a:ln w="12700">
            <a:solidFill>
              <a:srgbClr val="929294"/>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8677053-9868-72E3-04E8-131B53484CB1}"/>
              </a:ext>
            </a:extLst>
          </p:cNvPr>
          <p:cNvCxnSpPr>
            <a:cxnSpLocks/>
          </p:cNvCxnSpPr>
          <p:nvPr userDrawn="1"/>
        </p:nvCxnSpPr>
        <p:spPr>
          <a:xfrm>
            <a:off x="5015868" y="4464578"/>
            <a:ext cx="0" cy="1188720"/>
          </a:xfrm>
          <a:prstGeom prst="line">
            <a:avLst/>
          </a:prstGeom>
          <a:ln w="12700">
            <a:solidFill>
              <a:srgbClr val="929294"/>
            </a:solidFill>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EBD5B5D-C579-AE8B-4983-2DA18ACA39D4}"/>
              </a:ext>
            </a:extLst>
          </p:cNvPr>
          <p:cNvCxnSpPr>
            <a:cxnSpLocks/>
          </p:cNvCxnSpPr>
          <p:nvPr userDrawn="1"/>
        </p:nvCxnSpPr>
        <p:spPr>
          <a:xfrm>
            <a:off x="7092566" y="4464578"/>
            <a:ext cx="0" cy="1188720"/>
          </a:xfrm>
          <a:prstGeom prst="line">
            <a:avLst/>
          </a:prstGeom>
          <a:ln w="12700">
            <a:solidFill>
              <a:srgbClr val="929294"/>
            </a:solidFill>
            <a:prstDash val="sys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9094CD-599B-2552-787B-0956BF6B1903}"/>
              </a:ext>
            </a:extLst>
          </p:cNvPr>
          <p:cNvCxnSpPr>
            <a:cxnSpLocks/>
          </p:cNvCxnSpPr>
          <p:nvPr userDrawn="1"/>
        </p:nvCxnSpPr>
        <p:spPr>
          <a:xfrm>
            <a:off x="9169264" y="4464578"/>
            <a:ext cx="0" cy="1188720"/>
          </a:xfrm>
          <a:prstGeom prst="line">
            <a:avLst/>
          </a:prstGeom>
          <a:ln w="12700">
            <a:solidFill>
              <a:srgbClr val="929294"/>
            </a:solidFill>
            <a:prstDash val="sysDash"/>
          </a:ln>
        </p:spPr>
        <p:style>
          <a:lnRef idx="1">
            <a:schemeClr val="accent1"/>
          </a:lnRef>
          <a:fillRef idx="0">
            <a:schemeClr val="accent1"/>
          </a:fillRef>
          <a:effectRef idx="0">
            <a:schemeClr val="accent1"/>
          </a:effectRef>
          <a:fontRef idx="minor">
            <a:schemeClr val="tx1"/>
          </a:fontRef>
        </p:style>
      </p:cxnSp>
      <p:sp>
        <p:nvSpPr>
          <p:cNvPr id="40" name="Text Placeholder 2" descr="{&quot;templafy&quot;:{&quot;id&quot;:&quot;e739616a-d2f9-4c03-a341-be5c1d65dadc&quot;}}">
            <a:extLst>
              <a:ext uri="{FF2B5EF4-FFF2-40B4-BE49-F238E27FC236}">
                <a16:creationId xmlns:a16="http://schemas.microsoft.com/office/drawing/2014/main" id="{9A9E4C3C-B918-CD84-078C-B84DB85F6D66}"/>
              </a:ext>
            </a:extLst>
          </p:cNvPr>
          <p:cNvSpPr>
            <a:spLocks noGrp="1"/>
          </p:cNvSpPr>
          <p:nvPr>
            <p:ph type="body" sz="quarter" idx="26" hasCustomPrompt="1"/>
          </p:nvPr>
        </p:nvSpPr>
        <p:spPr>
          <a:xfrm>
            <a:off x="7338143"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41" name="Text Placeholder 12">
            <a:extLst>
              <a:ext uri="{FF2B5EF4-FFF2-40B4-BE49-F238E27FC236}">
                <a16:creationId xmlns:a16="http://schemas.microsoft.com/office/drawing/2014/main" id="{A9079E6B-FD8E-A23C-904D-B11EE5840288}"/>
              </a:ext>
            </a:extLst>
          </p:cNvPr>
          <p:cNvSpPr>
            <a:spLocks noGrp="1"/>
          </p:cNvSpPr>
          <p:nvPr>
            <p:ph type="body" sz="quarter" idx="27" hasCustomPrompt="1"/>
          </p:nvPr>
        </p:nvSpPr>
        <p:spPr>
          <a:xfrm>
            <a:off x="7882280"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1</a:t>
            </a:r>
            <a:endParaRPr lang="en-US"/>
          </a:p>
        </p:txBody>
      </p:sp>
      <p:sp>
        <p:nvSpPr>
          <p:cNvPr id="42" name="Text Placeholder 2" descr="{&quot;templafy&quot;:{&quot;id&quot;:&quot;724bb8b3-ab5b-4ba7-9132-0fa4026b0730&quot;}}">
            <a:extLst>
              <a:ext uri="{FF2B5EF4-FFF2-40B4-BE49-F238E27FC236}">
                <a16:creationId xmlns:a16="http://schemas.microsoft.com/office/drawing/2014/main" id="{31B6B58E-B01E-3371-4672-66C03505C805}"/>
              </a:ext>
            </a:extLst>
          </p:cNvPr>
          <p:cNvSpPr>
            <a:spLocks noGrp="1"/>
          </p:cNvSpPr>
          <p:nvPr>
            <p:ph type="body" sz="quarter" idx="28" hasCustomPrompt="1"/>
          </p:nvPr>
        </p:nvSpPr>
        <p:spPr>
          <a:xfrm>
            <a:off x="5257095"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43" name="Text Placeholder 12">
            <a:extLst>
              <a:ext uri="{FF2B5EF4-FFF2-40B4-BE49-F238E27FC236}">
                <a16:creationId xmlns:a16="http://schemas.microsoft.com/office/drawing/2014/main" id="{EF3DA045-3038-8A22-0FB0-2F0410EC2B9C}"/>
              </a:ext>
            </a:extLst>
          </p:cNvPr>
          <p:cNvSpPr>
            <a:spLocks noGrp="1"/>
          </p:cNvSpPr>
          <p:nvPr>
            <p:ph type="body" sz="quarter" idx="29" hasCustomPrompt="1"/>
          </p:nvPr>
        </p:nvSpPr>
        <p:spPr>
          <a:xfrm>
            <a:off x="5801232"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1</a:t>
            </a:r>
            <a:endParaRPr lang="en-US"/>
          </a:p>
        </p:txBody>
      </p:sp>
      <p:sp>
        <p:nvSpPr>
          <p:cNvPr id="44" name="Text Placeholder 2" descr="{&quot;templafy&quot;:{&quot;id&quot;:&quot;963b0a24-01ed-4854-b30c-12a49eabcf57&quot;}}">
            <a:extLst>
              <a:ext uri="{FF2B5EF4-FFF2-40B4-BE49-F238E27FC236}">
                <a16:creationId xmlns:a16="http://schemas.microsoft.com/office/drawing/2014/main" id="{6E6EB06C-1D38-5975-D334-938C8CB1B4C5}"/>
              </a:ext>
            </a:extLst>
          </p:cNvPr>
          <p:cNvSpPr>
            <a:spLocks noGrp="1"/>
          </p:cNvSpPr>
          <p:nvPr>
            <p:ph type="body" sz="quarter" idx="30" hasCustomPrompt="1"/>
          </p:nvPr>
        </p:nvSpPr>
        <p:spPr>
          <a:xfrm>
            <a:off x="3176046"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45" name="Text Placeholder 12">
            <a:extLst>
              <a:ext uri="{FF2B5EF4-FFF2-40B4-BE49-F238E27FC236}">
                <a16:creationId xmlns:a16="http://schemas.microsoft.com/office/drawing/2014/main" id="{E27690FD-16F8-6FAF-2A9B-FCCF07C303B3}"/>
              </a:ext>
            </a:extLst>
          </p:cNvPr>
          <p:cNvSpPr>
            <a:spLocks noGrp="1"/>
          </p:cNvSpPr>
          <p:nvPr>
            <p:ph type="body" sz="quarter" idx="31" hasCustomPrompt="1"/>
          </p:nvPr>
        </p:nvSpPr>
        <p:spPr>
          <a:xfrm>
            <a:off x="3720183"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1</a:t>
            </a:r>
            <a:endParaRPr lang="en-US"/>
          </a:p>
        </p:txBody>
      </p:sp>
      <p:sp>
        <p:nvSpPr>
          <p:cNvPr id="46" name="Text Placeholder 2" descr="{&quot;templafy&quot;:{&quot;id&quot;:&quot;83d5bba1-08e4-4919-b0bf-b3b53f8a2fa7&quot;}}">
            <a:extLst>
              <a:ext uri="{FF2B5EF4-FFF2-40B4-BE49-F238E27FC236}">
                <a16:creationId xmlns:a16="http://schemas.microsoft.com/office/drawing/2014/main" id="{EA26EBBE-BC7F-AC92-35E2-1E61FCF683F4}"/>
              </a:ext>
            </a:extLst>
          </p:cNvPr>
          <p:cNvSpPr>
            <a:spLocks noGrp="1"/>
          </p:cNvSpPr>
          <p:nvPr>
            <p:ph type="body" sz="quarter" idx="32" hasCustomPrompt="1"/>
          </p:nvPr>
        </p:nvSpPr>
        <p:spPr>
          <a:xfrm>
            <a:off x="1137039" y="5026755"/>
            <a:ext cx="1603664" cy="626543"/>
          </a:xfrm>
        </p:spPr>
        <p:txBody>
          <a:bodyPr/>
          <a:lstStyle>
            <a:lvl1pPr marL="0" indent="0" algn="ctr">
              <a:spcAft>
                <a:spcPts val="1200"/>
              </a:spcAft>
              <a:buFont typeface="Arial" panose="020B0604020202020204" pitchFamily="34" charset="0"/>
              <a:buNone/>
              <a:defRPr sz="18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47" name="Text Placeholder 12">
            <a:extLst>
              <a:ext uri="{FF2B5EF4-FFF2-40B4-BE49-F238E27FC236}">
                <a16:creationId xmlns:a16="http://schemas.microsoft.com/office/drawing/2014/main" id="{03B48311-4A0D-84D4-FA52-19003ECB63ED}"/>
              </a:ext>
            </a:extLst>
          </p:cNvPr>
          <p:cNvSpPr>
            <a:spLocks noGrp="1"/>
          </p:cNvSpPr>
          <p:nvPr>
            <p:ph type="body" sz="quarter" idx="33" hasCustomPrompt="1"/>
          </p:nvPr>
        </p:nvSpPr>
        <p:spPr>
          <a:xfrm>
            <a:off x="1681176" y="4485598"/>
            <a:ext cx="520700" cy="457200"/>
          </a:xfrm>
        </p:spPr>
        <p:txBody>
          <a:bodyPr/>
          <a:lstStyle>
            <a:lvl1pPr marL="0" indent="0" algn="ctr">
              <a:spcAft>
                <a:spcPts val="1200"/>
              </a:spcAft>
              <a:buFont typeface="Arial" panose="020B0604020202020204" pitchFamily="34" charset="0"/>
              <a:buChar char="​"/>
              <a:defRPr sz="2400" b="0" i="0">
                <a:solidFill>
                  <a:schemeClr val="accent1"/>
                </a:solidFill>
                <a:latin typeface="Merriweather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1</a:t>
            </a:r>
            <a:endParaRPr lang="en-US"/>
          </a:p>
        </p:txBody>
      </p:sp>
      <p:sp>
        <p:nvSpPr>
          <p:cNvPr id="48" name="Title 1" descr="{&quot;templafy&quot;:{&quot;id&quot;:&quot;5a82815b-3b81-481b-84b2-ba75a936310f&quot;}}">
            <a:extLst>
              <a:ext uri="{FF2B5EF4-FFF2-40B4-BE49-F238E27FC236}">
                <a16:creationId xmlns:a16="http://schemas.microsoft.com/office/drawing/2014/main" id="{BE61099C-8CDF-BA95-A2E4-7B63DD6200AC}"/>
              </a:ext>
            </a:extLst>
          </p:cNvPr>
          <p:cNvSpPr>
            <a:spLocks noGrp="1"/>
          </p:cNvSpPr>
          <p:nvPr>
            <p:ph type="title" hasCustomPrompt="1"/>
          </p:nvPr>
        </p:nvSpPr>
        <p:spPr>
          <a:xfrm>
            <a:off x="3228583" y="1791231"/>
            <a:ext cx="5734835" cy="953137"/>
          </a:xfrm>
          <a:noFill/>
        </p:spPr>
        <p:txBody>
          <a:bodyPr lIns="360000" tIns="251999" rIns="360000" bIns="108000" anchor="ctr"/>
          <a:lstStyle>
            <a:lvl1pPr algn="ctr">
              <a:defRPr sz="3600">
                <a:solidFill>
                  <a:schemeClr val="bg1"/>
                </a:solidFill>
              </a:defRPr>
            </a:lvl1pPr>
          </a:lstStyle>
          <a:p>
            <a:r>
              <a:rPr lang="en-US" noProof="0" dirty="0"/>
              <a:t>Click to add agenda</a:t>
            </a:r>
            <a:endParaRPr lang="en-US"/>
          </a:p>
        </p:txBody>
      </p:sp>
    </p:spTree>
    <p:extLst>
      <p:ext uri="{BB962C8B-B14F-4D97-AF65-F5344CB8AC3E}">
        <p14:creationId xmlns:p14="http://schemas.microsoft.com/office/powerpoint/2010/main" val="2869223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E">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dirty="0"/>
          </a:p>
        </p:txBody>
      </p:sp>
      <p:sp>
        <p:nvSpPr>
          <p:cNvPr id="4" name="Title 1" descr="{&quot;templafy&quot;:{&quot;id&quot;:&quot;aba4ccbc-b83d-41e9-af3a-6ef5281c2bfd&quot;}}">
            <a:extLst>
              <a:ext uri="{FF2B5EF4-FFF2-40B4-BE49-F238E27FC236}">
                <a16:creationId xmlns:a16="http://schemas.microsoft.com/office/drawing/2014/main" id="{5ED1672F-F751-BCC9-9035-BBBCC836869E}"/>
              </a:ext>
            </a:extLst>
          </p:cNvPr>
          <p:cNvSpPr>
            <a:spLocks noGrp="1"/>
          </p:cNvSpPr>
          <p:nvPr>
            <p:ph type="title" hasCustomPrompt="1"/>
          </p:nvPr>
        </p:nvSpPr>
        <p:spPr>
          <a:xfrm>
            <a:off x="650400" y="637412"/>
            <a:ext cx="3770809" cy="953137"/>
          </a:xfrm>
          <a:noFill/>
        </p:spPr>
        <p:txBody>
          <a:bodyPr lIns="360000" tIns="251999" rIns="360000" bIns="108000" anchor="ctr"/>
          <a:lstStyle>
            <a:lvl1pPr algn="l">
              <a:defRPr sz="1600" b="0" spc="300">
                <a:solidFill>
                  <a:schemeClr val="accent1"/>
                </a:solidFill>
                <a:latin typeface="+mn-lt"/>
              </a:defRPr>
            </a:lvl1pPr>
          </a:lstStyle>
          <a:p>
            <a:r>
              <a:rPr lang="en-US" noProof="0" dirty="0"/>
              <a:t>Click to add agenda</a:t>
            </a:r>
            <a:endParaRPr lang="en-US"/>
          </a:p>
        </p:txBody>
      </p:sp>
      <p:sp>
        <p:nvSpPr>
          <p:cNvPr id="5" name="Text Placeholder 2" descr="{&quot;templafy&quot;:{&quot;id&quot;:&quot;0a185b4c-c9cc-46a6-8de8-57b5cbc3be5c&quot;}}">
            <a:extLst>
              <a:ext uri="{FF2B5EF4-FFF2-40B4-BE49-F238E27FC236}">
                <a16:creationId xmlns:a16="http://schemas.microsoft.com/office/drawing/2014/main" id="{C2CAF2F8-CE11-B1FF-9777-74A91A8B8E5A}"/>
              </a:ext>
            </a:extLst>
          </p:cNvPr>
          <p:cNvSpPr>
            <a:spLocks noGrp="1"/>
          </p:cNvSpPr>
          <p:nvPr>
            <p:ph type="body" sz="quarter" idx="13" hasCustomPrompt="1"/>
          </p:nvPr>
        </p:nvSpPr>
        <p:spPr>
          <a:xfrm>
            <a:off x="1023608" y="3001734"/>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cxnSp>
        <p:nvCxnSpPr>
          <p:cNvPr id="6" name="Straight Connector 5">
            <a:extLst>
              <a:ext uri="{FF2B5EF4-FFF2-40B4-BE49-F238E27FC236}">
                <a16:creationId xmlns:a16="http://schemas.microsoft.com/office/drawing/2014/main" id="{54576090-7C56-A209-7D9F-C9750BF6F546}"/>
              </a:ext>
            </a:extLst>
          </p:cNvPr>
          <p:cNvCxnSpPr>
            <a:cxnSpLocks/>
          </p:cNvCxnSpPr>
          <p:nvPr userDrawn="1"/>
        </p:nvCxnSpPr>
        <p:spPr>
          <a:xfrm>
            <a:off x="1023608" y="1457706"/>
            <a:ext cx="10143592"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7" name="Text Placeholder 12">
            <a:extLst>
              <a:ext uri="{FF2B5EF4-FFF2-40B4-BE49-F238E27FC236}">
                <a16:creationId xmlns:a16="http://schemas.microsoft.com/office/drawing/2014/main" id="{87B43C79-9043-0B33-F612-7B7A75F1B14D}"/>
              </a:ext>
            </a:extLst>
          </p:cNvPr>
          <p:cNvSpPr>
            <a:spLocks noGrp="1"/>
          </p:cNvSpPr>
          <p:nvPr>
            <p:ph type="body" sz="quarter" idx="17" hasCustomPrompt="1"/>
          </p:nvPr>
        </p:nvSpPr>
        <p:spPr>
          <a:xfrm>
            <a:off x="1023608" y="2035029"/>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 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10" name="Text Placeholder 2" descr="{&quot;templafy&quot;:{&quot;id&quot;:&quot;f5938110-c483-4d83-9929-bc86c13c1b45&quot;}}">
            <a:extLst>
              <a:ext uri="{FF2B5EF4-FFF2-40B4-BE49-F238E27FC236}">
                <a16:creationId xmlns:a16="http://schemas.microsoft.com/office/drawing/2014/main" id="{1EB2E261-28F0-056F-9EAE-730B3A3591D5}"/>
              </a:ext>
            </a:extLst>
          </p:cNvPr>
          <p:cNvSpPr>
            <a:spLocks noGrp="1"/>
          </p:cNvSpPr>
          <p:nvPr>
            <p:ph type="body" sz="quarter" idx="20" hasCustomPrompt="1"/>
          </p:nvPr>
        </p:nvSpPr>
        <p:spPr>
          <a:xfrm>
            <a:off x="3639122" y="3001734"/>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12" name="Text Placeholder 12">
            <a:extLst>
              <a:ext uri="{FF2B5EF4-FFF2-40B4-BE49-F238E27FC236}">
                <a16:creationId xmlns:a16="http://schemas.microsoft.com/office/drawing/2014/main" id="{6069B1B9-1BF1-F67E-51EC-D7C503EBB0D7}"/>
              </a:ext>
            </a:extLst>
          </p:cNvPr>
          <p:cNvSpPr>
            <a:spLocks noGrp="1"/>
          </p:cNvSpPr>
          <p:nvPr>
            <p:ph type="body" sz="quarter" idx="21" hasCustomPrompt="1"/>
          </p:nvPr>
        </p:nvSpPr>
        <p:spPr>
          <a:xfrm>
            <a:off x="3655597" y="2035029"/>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 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13" name="Text Placeholder 2" descr="{&quot;templafy&quot;:{&quot;id&quot;:&quot;42b8d50e-1139-46c1-a088-62ec1f2bf770&quot;}}">
            <a:extLst>
              <a:ext uri="{FF2B5EF4-FFF2-40B4-BE49-F238E27FC236}">
                <a16:creationId xmlns:a16="http://schemas.microsoft.com/office/drawing/2014/main" id="{69038E60-36FF-FBEC-7A88-50CBE5662F8E}"/>
              </a:ext>
            </a:extLst>
          </p:cNvPr>
          <p:cNvSpPr>
            <a:spLocks noGrp="1"/>
          </p:cNvSpPr>
          <p:nvPr>
            <p:ph type="body" sz="quarter" idx="22" hasCustomPrompt="1"/>
          </p:nvPr>
        </p:nvSpPr>
        <p:spPr>
          <a:xfrm>
            <a:off x="6254636" y="3001734"/>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15" name="Text Placeholder 12">
            <a:extLst>
              <a:ext uri="{FF2B5EF4-FFF2-40B4-BE49-F238E27FC236}">
                <a16:creationId xmlns:a16="http://schemas.microsoft.com/office/drawing/2014/main" id="{53A717A7-B578-45E4-786F-4BA2FCFF8927}"/>
              </a:ext>
            </a:extLst>
          </p:cNvPr>
          <p:cNvSpPr>
            <a:spLocks noGrp="1"/>
          </p:cNvSpPr>
          <p:nvPr>
            <p:ph type="body" sz="quarter" idx="23" hasCustomPrompt="1"/>
          </p:nvPr>
        </p:nvSpPr>
        <p:spPr>
          <a:xfrm>
            <a:off x="6262873" y="2035029"/>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 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16" name="Text Placeholder 2" descr="{&quot;templafy&quot;:{&quot;id&quot;:&quot;ba69335a-2141-4755-8f99-99b884df3efd&quot;}}">
            <a:extLst>
              <a:ext uri="{FF2B5EF4-FFF2-40B4-BE49-F238E27FC236}">
                <a16:creationId xmlns:a16="http://schemas.microsoft.com/office/drawing/2014/main" id="{E8F17014-E8E6-0F21-EBE6-BC20C3DC5047}"/>
              </a:ext>
            </a:extLst>
          </p:cNvPr>
          <p:cNvSpPr>
            <a:spLocks noGrp="1"/>
          </p:cNvSpPr>
          <p:nvPr>
            <p:ph type="body" sz="quarter" idx="24" hasCustomPrompt="1"/>
          </p:nvPr>
        </p:nvSpPr>
        <p:spPr>
          <a:xfrm>
            <a:off x="8870149" y="3001734"/>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17" name="Text Placeholder 12">
            <a:extLst>
              <a:ext uri="{FF2B5EF4-FFF2-40B4-BE49-F238E27FC236}">
                <a16:creationId xmlns:a16="http://schemas.microsoft.com/office/drawing/2014/main" id="{7B903436-D597-9D62-D113-FBA77372E765}"/>
              </a:ext>
            </a:extLst>
          </p:cNvPr>
          <p:cNvSpPr>
            <a:spLocks noGrp="1"/>
          </p:cNvSpPr>
          <p:nvPr>
            <p:ph type="body" sz="quarter" idx="25" hasCustomPrompt="1"/>
          </p:nvPr>
        </p:nvSpPr>
        <p:spPr>
          <a:xfrm>
            <a:off x="8870149" y="2035029"/>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 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18" name="Text Placeholder 2" descr="{&quot;templafy&quot;:{&quot;id&quot;:&quot;60f0f093-a823-40d6-951d-587df2cb7a99&quot;}}">
            <a:extLst>
              <a:ext uri="{FF2B5EF4-FFF2-40B4-BE49-F238E27FC236}">
                <a16:creationId xmlns:a16="http://schemas.microsoft.com/office/drawing/2014/main" id="{DAE58380-5BF4-8B1C-9BA6-29BF787BDE1B}"/>
              </a:ext>
            </a:extLst>
          </p:cNvPr>
          <p:cNvSpPr>
            <a:spLocks noGrp="1"/>
          </p:cNvSpPr>
          <p:nvPr>
            <p:ph type="body" sz="quarter" idx="26" hasCustomPrompt="1"/>
          </p:nvPr>
        </p:nvSpPr>
        <p:spPr>
          <a:xfrm>
            <a:off x="1023608" y="5151810"/>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19" name="Text Placeholder 12">
            <a:extLst>
              <a:ext uri="{FF2B5EF4-FFF2-40B4-BE49-F238E27FC236}">
                <a16:creationId xmlns:a16="http://schemas.microsoft.com/office/drawing/2014/main" id="{F2E830B5-5D61-DE86-9D69-9E7BD32FDCF3}"/>
              </a:ext>
            </a:extLst>
          </p:cNvPr>
          <p:cNvSpPr>
            <a:spLocks noGrp="1"/>
          </p:cNvSpPr>
          <p:nvPr>
            <p:ph type="body" sz="quarter" idx="27" hasCustomPrompt="1"/>
          </p:nvPr>
        </p:nvSpPr>
        <p:spPr>
          <a:xfrm>
            <a:off x="1023608" y="4185105"/>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 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20" name="Text Placeholder 2" descr="{&quot;templafy&quot;:{&quot;id&quot;:&quot;c825be44-7a49-4e21-a02f-f123273c01b3&quot;}}">
            <a:extLst>
              <a:ext uri="{FF2B5EF4-FFF2-40B4-BE49-F238E27FC236}">
                <a16:creationId xmlns:a16="http://schemas.microsoft.com/office/drawing/2014/main" id="{FB67B99F-D835-4AA1-16CC-5A28867E0284}"/>
              </a:ext>
            </a:extLst>
          </p:cNvPr>
          <p:cNvSpPr>
            <a:spLocks noGrp="1"/>
          </p:cNvSpPr>
          <p:nvPr>
            <p:ph type="body" sz="quarter" idx="28" hasCustomPrompt="1"/>
          </p:nvPr>
        </p:nvSpPr>
        <p:spPr>
          <a:xfrm>
            <a:off x="3639122" y="5151810"/>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21" name="Text Placeholder 12">
            <a:extLst>
              <a:ext uri="{FF2B5EF4-FFF2-40B4-BE49-F238E27FC236}">
                <a16:creationId xmlns:a16="http://schemas.microsoft.com/office/drawing/2014/main" id="{758334C1-6FFD-7A40-9362-8AEB2B4E593F}"/>
              </a:ext>
            </a:extLst>
          </p:cNvPr>
          <p:cNvSpPr>
            <a:spLocks noGrp="1"/>
          </p:cNvSpPr>
          <p:nvPr>
            <p:ph type="body" sz="quarter" idx="29" hasCustomPrompt="1"/>
          </p:nvPr>
        </p:nvSpPr>
        <p:spPr>
          <a:xfrm>
            <a:off x="3655597" y="4185105"/>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 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22" name="Text Placeholder 2" descr="{&quot;templafy&quot;:{&quot;id&quot;:&quot;38bd38b0-d95a-48a8-8feb-91d267a4e732&quot;}}">
            <a:extLst>
              <a:ext uri="{FF2B5EF4-FFF2-40B4-BE49-F238E27FC236}">
                <a16:creationId xmlns:a16="http://schemas.microsoft.com/office/drawing/2014/main" id="{F2ACA0FF-3AF3-A06B-2E7D-62502B2BE81D}"/>
              </a:ext>
            </a:extLst>
          </p:cNvPr>
          <p:cNvSpPr>
            <a:spLocks noGrp="1"/>
          </p:cNvSpPr>
          <p:nvPr>
            <p:ph type="body" sz="quarter" idx="30" hasCustomPrompt="1"/>
          </p:nvPr>
        </p:nvSpPr>
        <p:spPr>
          <a:xfrm>
            <a:off x="6254636" y="5151810"/>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23" name="Text Placeholder 12">
            <a:extLst>
              <a:ext uri="{FF2B5EF4-FFF2-40B4-BE49-F238E27FC236}">
                <a16:creationId xmlns:a16="http://schemas.microsoft.com/office/drawing/2014/main" id="{A6F9B104-0B36-B4C4-FC68-BF983A8DE4B6}"/>
              </a:ext>
            </a:extLst>
          </p:cNvPr>
          <p:cNvSpPr>
            <a:spLocks noGrp="1"/>
          </p:cNvSpPr>
          <p:nvPr>
            <p:ph type="body" sz="quarter" idx="31" hasCustomPrompt="1"/>
          </p:nvPr>
        </p:nvSpPr>
        <p:spPr>
          <a:xfrm>
            <a:off x="6262873" y="4185105"/>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 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
        <p:nvSpPr>
          <p:cNvPr id="24" name="Text Placeholder 2" descr="{&quot;templafy&quot;:{&quot;id&quot;:&quot;13cae9c4-4fcd-404e-a24f-284d0283cf52&quot;}}">
            <a:extLst>
              <a:ext uri="{FF2B5EF4-FFF2-40B4-BE49-F238E27FC236}">
                <a16:creationId xmlns:a16="http://schemas.microsoft.com/office/drawing/2014/main" id="{AC4320A3-F1A3-55C1-FF38-C1DE97B45705}"/>
              </a:ext>
            </a:extLst>
          </p:cNvPr>
          <p:cNvSpPr>
            <a:spLocks noGrp="1"/>
          </p:cNvSpPr>
          <p:nvPr>
            <p:ph type="body" sz="quarter" idx="32" hasCustomPrompt="1"/>
          </p:nvPr>
        </p:nvSpPr>
        <p:spPr>
          <a:xfrm>
            <a:off x="8870149" y="5151810"/>
            <a:ext cx="2045413" cy="738891"/>
          </a:xfrm>
        </p:spPr>
        <p:txBody>
          <a:bodyPr/>
          <a:lstStyle>
            <a:lvl1pPr marL="0" indent="0" algn="l">
              <a:spcAft>
                <a:spcPts val="1200"/>
              </a:spcAft>
              <a:buFont typeface="Arial" panose="020B0604020202020204" pitchFamily="34" charset="0"/>
              <a:buNone/>
              <a:defRPr sz="2000" b="0">
                <a:solidFill>
                  <a:schemeClr val="tx1"/>
                </a:solidFill>
                <a:latin typeface="+mj-lt"/>
              </a:defRPr>
            </a:lvl1pPr>
            <a:lvl2pPr marL="0" indent="0">
              <a:spcBef>
                <a:spcPts val="300"/>
              </a:spcBef>
              <a:spcAft>
                <a:spcPts val="1200"/>
              </a:spcAft>
              <a:buFont typeface="Arial" panose="020B0604020202020204" pitchFamily="34" charset="0"/>
              <a:buChar char="​"/>
              <a:defRPr sz="2800" b="0">
                <a:solidFill>
                  <a:schemeClr val="accent3"/>
                </a:solidFill>
                <a:latin typeface="+mj-lt"/>
              </a:defRPr>
            </a:lvl2pPr>
            <a:lvl3pPr marL="0" indent="0">
              <a:spcBef>
                <a:spcPts val="300"/>
              </a:spcBef>
              <a:spcAft>
                <a:spcPts val="1200"/>
              </a:spcAft>
              <a:buFont typeface="Arial" panose="020B0604020202020204" pitchFamily="34" charset="0"/>
              <a:buChar char="​"/>
              <a:defRPr sz="2800" b="0">
                <a:solidFill>
                  <a:schemeClr val="bg1"/>
                </a:solidFill>
                <a:latin typeface="+mj-lt"/>
              </a:defRPr>
            </a:lvl3pPr>
            <a:lvl4pPr marL="0" indent="0">
              <a:spcBef>
                <a:spcPts val="300"/>
              </a:spcBef>
              <a:spcAft>
                <a:spcPts val="1200"/>
              </a:spcAft>
              <a:buFont typeface="Arial" panose="020B0604020202020204" pitchFamily="34" charset="0"/>
              <a:buChar char="​"/>
              <a:defRPr sz="2800" b="0">
                <a:solidFill>
                  <a:schemeClr val="accent3"/>
                </a:solidFill>
                <a:latin typeface="+mj-lt"/>
              </a:defRPr>
            </a:lvl4pPr>
            <a:lvl5pPr marL="0" indent="0">
              <a:spcBef>
                <a:spcPts val="300"/>
              </a:spcBef>
              <a:spcAft>
                <a:spcPts val="1200"/>
              </a:spcAft>
              <a:buFont typeface="Arial" panose="020B0604020202020204" pitchFamily="34" charset="0"/>
              <a:buChar char="​"/>
              <a:defRPr sz="2800" b="0">
                <a:solidFill>
                  <a:schemeClr val="bg1"/>
                </a:solidFill>
                <a:latin typeface="+mj-lt"/>
              </a:defRPr>
            </a:lvl5pPr>
            <a:lvl6pPr marL="0" indent="0">
              <a:spcBef>
                <a:spcPts val="300"/>
              </a:spcBef>
              <a:spcAft>
                <a:spcPts val="1200"/>
              </a:spcAft>
              <a:buFont typeface="Arial" panose="020B0604020202020204" pitchFamily="34" charset="0"/>
              <a:buChar char="​"/>
              <a:defRPr sz="2800" b="0">
                <a:solidFill>
                  <a:schemeClr val="accent3"/>
                </a:solidFill>
                <a:latin typeface="+mj-lt"/>
              </a:defRPr>
            </a:lvl6pPr>
            <a:lvl7pPr marL="0" indent="0">
              <a:spcBef>
                <a:spcPts val="300"/>
              </a:spcBef>
              <a:spcAft>
                <a:spcPts val="1200"/>
              </a:spcAft>
              <a:buFont typeface="Arial" panose="020B0604020202020204" pitchFamily="34" charset="0"/>
              <a:buChar char="​"/>
              <a:defRPr sz="2800" b="0">
                <a:solidFill>
                  <a:schemeClr val="bg1"/>
                </a:solidFill>
                <a:latin typeface="+mj-lt"/>
              </a:defRPr>
            </a:lvl7pPr>
            <a:lvl8pPr marL="0" indent="0">
              <a:spcBef>
                <a:spcPts val="300"/>
              </a:spcBef>
              <a:spcAft>
                <a:spcPts val="1200"/>
              </a:spcAft>
              <a:buFont typeface="Arial" panose="020B0604020202020204" pitchFamily="34" charset="0"/>
              <a:buChar char="​"/>
              <a:defRPr sz="2800" b="0">
                <a:solidFill>
                  <a:schemeClr val="accent3"/>
                </a:solidFill>
                <a:latin typeface="+mj-lt"/>
              </a:defRPr>
            </a:lvl8pPr>
            <a:lvl9pPr marL="0" indent="0">
              <a:spcBef>
                <a:spcPts val="300"/>
              </a:spcBef>
              <a:spcAft>
                <a:spcPts val="1200"/>
              </a:spcAft>
              <a:buFont typeface="Arial" panose="020B0604020202020204" pitchFamily="34" charset="0"/>
              <a:buChar char="​"/>
              <a:defRPr sz="2800" b="0">
                <a:solidFill>
                  <a:schemeClr val="bg1"/>
                </a:solidFill>
                <a:latin typeface="+mj-lt"/>
              </a:defRPr>
            </a:lvl9pPr>
          </a:lstStyle>
          <a:p>
            <a:pPr lvl="0"/>
            <a:r>
              <a:rPr lang="en-US" noProof="0" dirty="0"/>
              <a:t>Translations.Clicktoaddagendatabforhighlight</a:t>
            </a:r>
            <a:endParaRPr lang="en-US"/>
          </a:p>
        </p:txBody>
      </p:sp>
      <p:sp>
        <p:nvSpPr>
          <p:cNvPr id="25" name="Text Placeholder 12">
            <a:extLst>
              <a:ext uri="{FF2B5EF4-FFF2-40B4-BE49-F238E27FC236}">
                <a16:creationId xmlns:a16="http://schemas.microsoft.com/office/drawing/2014/main" id="{4A22323D-2759-9C89-C31C-987815B79FBC}"/>
              </a:ext>
            </a:extLst>
          </p:cNvPr>
          <p:cNvSpPr>
            <a:spLocks noGrp="1"/>
          </p:cNvSpPr>
          <p:nvPr>
            <p:ph type="body" sz="quarter" idx="33" hasCustomPrompt="1"/>
          </p:nvPr>
        </p:nvSpPr>
        <p:spPr>
          <a:xfrm>
            <a:off x="8870149" y="4185105"/>
            <a:ext cx="792835" cy="846694"/>
          </a:xfrm>
        </p:spPr>
        <p:txBody>
          <a:bodyPr/>
          <a:lstStyle>
            <a:lvl1pPr marL="0" indent="0" algn="l">
              <a:spcAft>
                <a:spcPts val="1200"/>
              </a:spcAft>
              <a:buFont typeface="Arial" panose="020B0604020202020204" pitchFamily="34" charset="0"/>
              <a:buChar char="​"/>
              <a:defRPr sz="5400" b="0" i="1">
                <a:solidFill>
                  <a:schemeClr val="accent1"/>
                </a:solidFill>
                <a:latin typeface="Merriweather Light" pitchFamily="2" charset="77"/>
              </a:defRPr>
            </a:lvl1pPr>
            <a:lvl2pPr marL="1588" indent="-3175" algn="ctr">
              <a:spcBef>
                <a:spcPts val="1200"/>
              </a:spcBef>
              <a:spcAft>
                <a:spcPts val="1200"/>
              </a:spcAft>
              <a:buFont typeface="Arial" panose="020B0604020202020204" pitchFamily="34" charset="0"/>
              <a:buChar char="​"/>
              <a:defRPr sz="2800">
                <a:solidFill>
                  <a:schemeClr val="accent3"/>
                </a:solidFill>
                <a:latin typeface="+mj-lt"/>
              </a:defRPr>
            </a:lvl2pPr>
            <a:lvl3pPr marL="0" indent="0" algn="ctr">
              <a:spcBef>
                <a:spcPts val="1200"/>
              </a:spcBef>
              <a:spcAft>
                <a:spcPts val="1200"/>
              </a:spcAft>
              <a:buFont typeface="Arial" panose="020B0604020202020204" pitchFamily="34" charset="0"/>
              <a:buChar char="​"/>
              <a:defRPr sz="2800">
                <a:solidFill>
                  <a:schemeClr val="bg1"/>
                </a:solidFill>
                <a:latin typeface="+mj-lt"/>
              </a:defRPr>
            </a:lvl3pPr>
          </a:lstStyle>
          <a:p>
            <a:pPr lvl="0"/>
            <a:r>
              <a:rPr lang="en-US" dirty="0"/>
              <a:t>01</a:t>
            </a:r>
            <a:endParaRPr lang="en-US"/>
          </a:p>
        </p:txBody>
      </p:sp>
    </p:spTree>
    <p:extLst>
      <p:ext uri="{BB962C8B-B14F-4D97-AF65-F5344CB8AC3E}">
        <p14:creationId xmlns:p14="http://schemas.microsoft.com/office/powerpoint/2010/main" val="667451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reaker A">
    <p:spTree>
      <p:nvGrpSpPr>
        <p:cNvPr id="1" name=""/>
        <p:cNvGrpSpPr/>
        <p:nvPr/>
      </p:nvGrpSpPr>
      <p:grpSpPr>
        <a:xfrm>
          <a:off x="0" y="0"/>
          <a:ext cx="0" cy="0"/>
          <a:chOff x="0" y="0"/>
          <a:chExt cx="0" cy="0"/>
        </a:xfrm>
      </p:grpSpPr>
      <p:sp>
        <p:nvSpPr>
          <p:cNvPr id="12" name="Picture Placeholder 11" descr="{&quot;templafy&quot;:{&quot;id&quot;:&quot;189be19f-b0ae-4417-96dd-12f13d4e84d4&quot;}}">
            <a:extLst>
              <a:ext uri="{FF2B5EF4-FFF2-40B4-BE49-F238E27FC236}">
                <a16:creationId xmlns:a16="http://schemas.microsoft.com/office/drawing/2014/main" id="{316A2E3D-381D-4794-837F-77E3508BF7BB}"/>
              </a:ext>
            </a:extLst>
          </p:cNvPr>
          <p:cNvSpPr>
            <a:spLocks noGrp="1"/>
          </p:cNvSpPr>
          <p:nvPr>
            <p:ph type="pic" sz="quarter" idx="13" hasCustomPrompt="1"/>
          </p:nvPr>
        </p:nvSpPr>
        <p:spPr>
          <a:xfrm>
            <a:off x="0" y="0"/>
            <a:ext cx="12192000" cy="6858000"/>
          </a:xfrm>
          <a:solidFill>
            <a:schemeClr val="bg2"/>
          </a:solidFill>
        </p:spPr>
        <p:txBody>
          <a:bodyPr lIns="0" tIns="0"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bg1"/>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US" dirty="0"/>
              <a:t>Click here and add image from Templafy</a:t>
            </a:r>
            <a:endParaRPr lang="en-US"/>
          </a:p>
        </p:txBody>
      </p:sp>
      <p:sp>
        <p:nvSpPr>
          <p:cNvPr id="2" name="Title 1" descr="{&quot;templafy&quot;:{&quot;id&quot;:&quot;0d62992d-054c-48ab-83c6-b8b35a35c099&quot;}}"/>
          <p:cNvSpPr>
            <a:spLocks noGrp="1"/>
          </p:cNvSpPr>
          <p:nvPr>
            <p:ph type="ctrTitle" hasCustomPrompt="1"/>
          </p:nvPr>
        </p:nvSpPr>
        <p:spPr>
          <a:xfrm>
            <a:off x="0" y="4266000"/>
            <a:ext cx="5986800" cy="1292400"/>
          </a:xfrm>
          <a:solidFill>
            <a:schemeClr val="bg1">
              <a:alpha val="95000"/>
            </a:schemeClr>
          </a:solidFill>
        </p:spPr>
        <p:txBody>
          <a:bodyPr lIns="648000" tIns="144000" rIns="144000" bIns="216000" anchor="b"/>
          <a:lstStyle>
            <a:lvl1pPr algn="l">
              <a:defRPr sz="4400">
                <a:solidFill>
                  <a:schemeClr val="tx2"/>
                </a:solidFill>
              </a:defRPr>
            </a:lvl1pPr>
          </a:lstStyle>
          <a:p>
            <a:r>
              <a:rPr lang="en-US" dirty="0"/>
              <a:t>Click to add title</a:t>
            </a:r>
            <a:endParaRPr lang="en-US"/>
          </a:p>
        </p:txBody>
      </p:sp>
      <p:sp>
        <p:nvSpPr>
          <p:cNvPr id="15" name="Text Placeholder 14" descr="{&quot;templafy&quot;:{&quot;id&quot;:&quot;289ffa6c-7457-4a7f-91e3-bcaad80eb11e&quot;}}">
            <a:extLst>
              <a:ext uri="{FF2B5EF4-FFF2-40B4-BE49-F238E27FC236}">
                <a16:creationId xmlns:a16="http://schemas.microsoft.com/office/drawing/2014/main" id="{25C68F50-FCCF-405F-AEDF-6043594B6AAF}"/>
              </a:ext>
            </a:extLst>
          </p:cNvPr>
          <p:cNvSpPr>
            <a:spLocks noGrp="1"/>
          </p:cNvSpPr>
          <p:nvPr>
            <p:ph type="body" sz="quarter" idx="14" hasCustomPrompt="1"/>
          </p:nvPr>
        </p:nvSpPr>
        <p:spPr>
          <a:xfrm>
            <a:off x="0" y="3837600"/>
            <a:ext cx="2282825" cy="648000"/>
          </a:xfrm>
          <a:solidFill>
            <a:schemeClr val="accent1">
              <a:alpha val="95000"/>
            </a:schemeClr>
          </a:solidFill>
        </p:spPr>
        <p:txBody>
          <a:bodyPr lIns="648000" anchor="ctr"/>
          <a:lstStyle>
            <a:lvl1pPr marL="0" indent="0">
              <a:spcBef>
                <a:spcPts val="0"/>
              </a:spcBef>
              <a:spcAft>
                <a:spcPts val="0"/>
              </a:spcAft>
              <a:buNone/>
              <a:defRPr sz="2800">
                <a:solidFill>
                  <a:schemeClr val="bg1"/>
                </a:solidFill>
                <a:latin typeface="+mj-lt"/>
              </a:defRPr>
            </a:lvl1pPr>
          </a:lstStyle>
          <a:p>
            <a:pPr lvl="0"/>
            <a:r>
              <a:rPr lang="en-US" dirty="0"/>
              <a:t>Add 01</a:t>
            </a:r>
            <a:endParaRPr lang="en-US"/>
          </a:p>
        </p:txBody>
      </p:sp>
      <p:sp>
        <p:nvSpPr>
          <p:cNvPr id="9" name="Footer Placeholder 8">
            <a:extLst>
              <a:ext uri="{FF2B5EF4-FFF2-40B4-BE49-F238E27FC236}">
                <a16:creationId xmlns:a16="http://schemas.microsoft.com/office/drawing/2014/main" id="{4B588E55-B015-4690-9557-AB6B13D669B1}"/>
              </a:ext>
            </a:extLst>
          </p:cNvPr>
          <p:cNvSpPr>
            <a:spLocks noGrp="1"/>
          </p:cNvSpPr>
          <p:nvPr>
            <p:ph type="ftr" sz="quarter" idx="11"/>
          </p:nvPr>
        </p:nvSpPr>
        <p:spPr/>
        <p:txBody>
          <a:bodyPr/>
          <a:lstStyle>
            <a:lvl1pPr>
              <a:defRPr>
                <a:solidFill>
                  <a:schemeClr val="bg1"/>
                </a:solidFill>
              </a:defRPr>
            </a:lvl1pPr>
          </a:lstStyle>
          <a:p>
            <a:r>
              <a:rPr lang="en-US" dirty="0"/>
              <a:t>Colliers</a:t>
            </a:r>
            <a:endParaRPr lang="en-US"/>
          </a:p>
        </p:txBody>
      </p:sp>
      <p:sp>
        <p:nvSpPr>
          <p:cNvPr id="10" name="Slide Number Placeholder 9">
            <a:extLst>
              <a:ext uri="{FF2B5EF4-FFF2-40B4-BE49-F238E27FC236}">
                <a16:creationId xmlns:a16="http://schemas.microsoft.com/office/drawing/2014/main" id="{5CEA3045-B02B-4FCB-A6C4-5E06780D8376}"/>
              </a:ext>
            </a:extLst>
          </p:cNvPr>
          <p:cNvSpPr>
            <a:spLocks noGrp="1"/>
          </p:cNvSpPr>
          <p:nvPr>
            <p:ph type="sldNum" sz="quarter" idx="12"/>
          </p:nvPr>
        </p:nvSpPr>
        <p:spPr/>
        <p:txBody>
          <a:bodyPr/>
          <a:lstStyle>
            <a:lvl1pPr>
              <a:defRPr>
                <a:solidFill>
                  <a:schemeClr val="bg1"/>
                </a:solidFill>
              </a:defRPr>
            </a:lvl1pPr>
          </a:lstStyle>
          <a:p>
            <a:fld id="{23AA811B-2EBD-4900-905E-5BE206449611}" type="slidenum">
              <a:rPr lang="en-US" smtClean="0"/>
              <a:pPr/>
              <a:t>‹#›</a:t>
            </a:fld>
            <a:endParaRPr lang="en-US" dirty="0"/>
          </a:p>
        </p:txBody>
      </p:sp>
      <p:sp>
        <p:nvSpPr>
          <p:cNvPr id="18" name="Text Placeholder 17">
            <a:extLst>
              <a:ext uri="{FF2B5EF4-FFF2-40B4-BE49-F238E27FC236}">
                <a16:creationId xmlns:a16="http://schemas.microsoft.com/office/drawing/2014/main" id="{7784F74E-8E93-4629-AC06-D4D90AE2C84C}"/>
              </a:ext>
            </a:extLst>
          </p:cNvPr>
          <p:cNvSpPr>
            <a:spLocks noGrp="1"/>
          </p:cNvSpPr>
          <p:nvPr>
            <p:ph type="body" sz="quarter" idx="15"/>
          </p:nvPr>
        </p:nvSpPr>
        <p:spPr>
          <a:xfrm>
            <a:off x="11119238" y="274014"/>
            <a:ext cx="10800" cy="126000"/>
          </a:xfrm>
          <a:solidFill>
            <a:schemeClr val="bg1"/>
          </a:solidFill>
        </p:spPr>
        <p:txBody>
          <a:bodyPr/>
          <a:lstStyle>
            <a:lvl1pPr marL="0" indent="0">
              <a:buNone/>
              <a:defRPr sz="100">
                <a:noFill/>
              </a:defRPr>
            </a:lvl1pPr>
          </a:lstStyle>
          <a:p>
            <a:pPr lvl="0"/>
            <a:r>
              <a:rPr lang="en-US" dirty="0"/>
              <a:t>Click to edit Master text styles</a:t>
            </a:r>
            <a:endParaRPr lang="en-US"/>
          </a:p>
        </p:txBody>
      </p:sp>
    </p:spTree>
    <p:extLst>
      <p:ext uri="{BB962C8B-B14F-4D97-AF65-F5344CB8AC3E}">
        <p14:creationId xmlns:p14="http://schemas.microsoft.com/office/powerpoint/2010/main" val="1971382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reaker B">
    <p:bg>
      <p:bgPr>
        <a:solidFill>
          <a:schemeClr val="accent1"/>
        </a:solidFill>
        <a:effectLst/>
      </p:bgPr>
    </p:bg>
    <p:spTree>
      <p:nvGrpSpPr>
        <p:cNvPr id="1" name=""/>
        <p:cNvGrpSpPr/>
        <p:nvPr/>
      </p:nvGrpSpPr>
      <p:grpSpPr>
        <a:xfrm>
          <a:off x="0" y="0"/>
          <a:ext cx="0" cy="0"/>
          <a:chOff x="0" y="0"/>
          <a:chExt cx="0" cy="0"/>
        </a:xfrm>
      </p:grpSpPr>
      <p:sp>
        <p:nvSpPr>
          <p:cNvPr id="2" name="Title 1" descr="{&quot;templafy&quot;:{&quot;id&quot;:&quot;d8220779-5fff-49e5-b90a-6779fb6e9d4e&quot;}}"/>
          <p:cNvSpPr>
            <a:spLocks noGrp="1"/>
          </p:cNvSpPr>
          <p:nvPr>
            <p:ph type="ctrTitle" hasCustomPrompt="1"/>
          </p:nvPr>
        </p:nvSpPr>
        <p:spPr>
          <a:xfrm>
            <a:off x="0" y="4266000"/>
            <a:ext cx="5986800" cy="1292400"/>
          </a:xfrm>
          <a:solidFill>
            <a:schemeClr val="bg1">
              <a:alpha val="95000"/>
            </a:schemeClr>
          </a:solidFill>
        </p:spPr>
        <p:txBody>
          <a:bodyPr lIns="648000" tIns="144000" rIns="144000" bIns="216000" anchor="b"/>
          <a:lstStyle>
            <a:lvl1pPr algn="l">
              <a:defRPr sz="4400">
                <a:solidFill>
                  <a:schemeClr val="tx2"/>
                </a:solidFill>
              </a:defRPr>
            </a:lvl1pPr>
          </a:lstStyle>
          <a:p>
            <a:r>
              <a:rPr lang="en-US" dirty="0"/>
              <a:t>Click to add title</a:t>
            </a:r>
            <a:endParaRPr lang="en-US"/>
          </a:p>
        </p:txBody>
      </p:sp>
      <p:sp>
        <p:nvSpPr>
          <p:cNvPr id="15" name="Text Placeholder 14" descr="{&quot;templafy&quot;:{&quot;id&quot;:&quot;ed2e0fd2-4044-42f8-a757-b39c8f026690&quot;}}">
            <a:extLst>
              <a:ext uri="{FF2B5EF4-FFF2-40B4-BE49-F238E27FC236}">
                <a16:creationId xmlns:a16="http://schemas.microsoft.com/office/drawing/2014/main" id="{25C68F50-FCCF-405F-AEDF-6043594B6AAF}"/>
              </a:ext>
            </a:extLst>
          </p:cNvPr>
          <p:cNvSpPr>
            <a:spLocks noGrp="1"/>
          </p:cNvSpPr>
          <p:nvPr>
            <p:ph type="body" sz="quarter" idx="14" hasCustomPrompt="1"/>
          </p:nvPr>
        </p:nvSpPr>
        <p:spPr>
          <a:xfrm>
            <a:off x="0" y="3837600"/>
            <a:ext cx="2282825" cy="648000"/>
          </a:xfrm>
          <a:solidFill>
            <a:schemeClr val="accent3">
              <a:alpha val="95000"/>
            </a:schemeClr>
          </a:solidFill>
        </p:spPr>
        <p:txBody>
          <a:bodyPr lIns="648000" anchor="ctr"/>
          <a:lstStyle>
            <a:lvl1pPr marL="0" indent="0">
              <a:spcBef>
                <a:spcPts val="0"/>
              </a:spcBef>
              <a:spcAft>
                <a:spcPts val="0"/>
              </a:spcAft>
              <a:buNone/>
              <a:defRPr sz="2800">
                <a:solidFill>
                  <a:schemeClr val="tx2"/>
                </a:solidFill>
                <a:latin typeface="+mj-lt"/>
              </a:defRPr>
            </a:lvl1pPr>
          </a:lstStyle>
          <a:p>
            <a:pPr lvl="0"/>
            <a:r>
              <a:rPr lang="en-US" dirty="0"/>
              <a:t>Add 01</a:t>
            </a:r>
            <a:endParaRPr lang="en-US"/>
          </a:p>
        </p:txBody>
      </p:sp>
      <p:sp>
        <p:nvSpPr>
          <p:cNvPr id="9" name="Footer Placeholder 8">
            <a:extLst>
              <a:ext uri="{FF2B5EF4-FFF2-40B4-BE49-F238E27FC236}">
                <a16:creationId xmlns:a16="http://schemas.microsoft.com/office/drawing/2014/main" id="{4B588E55-B015-4690-9557-AB6B13D669B1}"/>
              </a:ext>
            </a:extLst>
          </p:cNvPr>
          <p:cNvSpPr>
            <a:spLocks noGrp="1"/>
          </p:cNvSpPr>
          <p:nvPr>
            <p:ph type="ftr" sz="quarter" idx="11"/>
          </p:nvPr>
        </p:nvSpPr>
        <p:spPr/>
        <p:txBody>
          <a:bodyPr/>
          <a:lstStyle>
            <a:lvl1pPr>
              <a:defRPr>
                <a:solidFill>
                  <a:schemeClr val="bg1"/>
                </a:solidFill>
              </a:defRPr>
            </a:lvl1pPr>
          </a:lstStyle>
          <a:p>
            <a:r>
              <a:rPr lang="en-US" dirty="0"/>
              <a:t>Colliers</a:t>
            </a:r>
            <a:endParaRPr lang="en-US"/>
          </a:p>
        </p:txBody>
      </p:sp>
      <p:sp>
        <p:nvSpPr>
          <p:cNvPr id="10" name="Slide Number Placeholder 9">
            <a:extLst>
              <a:ext uri="{FF2B5EF4-FFF2-40B4-BE49-F238E27FC236}">
                <a16:creationId xmlns:a16="http://schemas.microsoft.com/office/drawing/2014/main" id="{5CEA3045-B02B-4FCB-A6C4-5E06780D8376}"/>
              </a:ext>
            </a:extLst>
          </p:cNvPr>
          <p:cNvSpPr>
            <a:spLocks noGrp="1"/>
          </p:cNvSpPr>
          <p:nvPr>
            <p:ph type="sldNum" sz="quarter" idx="12"/>
          </p:nvPr>
        </p:nvSpPr>
        <p:spPr/>
        <p:txBody>
          <a:bodyPr/>
          <a:lstStyle>
            <a:lvl1pPr>
              <a:defRPr>
                <a:solidFill>
                  <a:schemeClr val="bg1"/>
                </a:solidFill>
              </a:defRPr>
            </a:lvl1pPr>
          </a:lstStyle>
          <a:p>
            <a:fld id="{23AA811B-2EBD-4900-905E-5BE206449611}" type="slidenum">
              <a:rPr lang="en-US" smtClean="0"/>
              <a:pPr/>
              <a:t>‹#›</a:t>
            </a:fld>
            <a:endParaRPr lang="en-US" dirty="0"/>
          </a:p>
        </p:txBody>
      </p:sp>
      <p:cxnSp>
        <p:nvCxnSpPr>
          <p:cNvPr id="11" name="Straight Connector 10">
            <a:extLst>
              <a:ext uri="{FF2B5EF4-FFF2-40B4-BE49-F238E27FC236}">
                <a16:creationId xmlns:a16="http://schemas.microsoft.com/office/drawing/2014/main" id="{E4833C63-54B4-45EB-8D7A-EE7EB966CB8E}"/>
              </a:ext>
            </a:extLst>
          </p:cNvPr>
          <p:cNvCxnSpPr/>
          <p:nvPr userDrawn="1"/>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973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A">
    <p:spTree>
      <p:nvGrpSpPr>
        <p:cNvPr id="1" name=""/>
        <p:cNvGrpSpPr/>
        <p:nvPr/>
      </p:nvGrpSpPr>
      <p:grpSpPr>
        <a:xfrm>
          <a:off x="0" y="0"/>
          <a:ext cx="0" cy="0"/>
          <a:chOff x="0" y="0"/>
          <a:chExt cx="0" cy="0"/>
        </a:xfrm>
      </p:grpSpPr>
      <p:sp>
        <p:nvSpPr>
          <p:cNvPr id="11" name="Text Placeholder 10" descr="{&quot;templafy&quot;:{&quot;id&quot;:&quot;c92a3ac1-ea2a-4d49-89bb-c4337b983dee&quot;}}">
            <a:extLst>
              <a:ext uri="{FF2B5EF4-FFF2-40B4-BE49-F238E27FC236}">
                <a16:creationId xmlns:a16="http://schemas.microsoft.com/office/drawing/2014/main" id="{5CD8FAEA-9859-4AF5-90CE-712350B0DB51}"/>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5"/>
                </a:solidFill>
                <a:latin typeface="+mn-lt"/>
              </a:defRPr>
            </a:lvl1pPr>
          </a:lstStyle>
          <a:p>
            <a:pPr lvl="0"/>
            <a:r>
              <a:rPr lang="en-US" dirty="0"/>
              <a:t>Click to add header</a:t>
            </a:r>
            <a:endParaRPr lang="en-US"/>
          </a:p>
        </p:txBody>
      </p:sp>
      <p:sp>
        <p:nvSpPr>
          <p:cNvPr id="2" name="Title 1" descr="{&quot;templafy&quot;:{&quot;id&quot;:&quot;b81cb26c-a3c8-489d-b34f-1ca59472dbda&quot;}}"/>
          <p:cNvSpPr>
            <a:spLocks noGrp="1"/>
          </p:cNvSpPr>
          <p:nvPr>
            <p:ph type="title" hasCustomPrompt="1"/>
          </p:nvPr>
        </p:nvSpPr>
        <p:spPr/>
        <p:txBody>
          <a:bodyPr/>
          <a:lstStyle>
            <a:lvl1pPr>
              <a:defRPr>
                <a:solidFill>
                  <a:schemeClr val="accent1"/>
                </a:solidFill>
              </a:defRPr>
            </a:lvl1pPr>
          </a:lstStyle>
          <a:p>
            <a:r>
              <a:rPr lang="en-US" noProof="0" dirty="0"/>
              <a:t>Click to add title</a:t>
            </a:r>
            <a:endParaRPr lang="en-US"/>
          </a:p>
        </p:txBody>
      </p:sp>
      <p:sp>
        <p:nvSpPr>
          <p:cNvPr id="3" name="Content Placeholder 2" descr="{&quot;templafy&quot;:{&quot;id&quot;:&quot;ba130c26-82c0-4674-b14a-46e13f999d13&quot;}}"/>
          <p:cNvSpPr>
            <a:spLocks noGrp="1"/>
          </p:cNvSpPr>
          <p:nvPr>
            <p:ph idx="1" hasCustomPrompt="1"/>
          </p:nvPr>
        </p:nvSpPr>
        <p:spPr/>
        <p:txBody>
          <a:bodyPr/>
          <a:lstStyle>
            <a:lvl1pPr>
              <a:defRPr/>
            </a:lvl1pPr>
          </a:lstStyle>
          <a:p>
            <a:pPr lvl="0"/>
            <a:r>
              <a:rPr lang="en-US" noProof="0" dirty="0"/>
              <a:t>Click to add text</a:t>
            </a:r>
            <a:endParaRPr lang="en-US"/>
          </a:p>
        </p:txBody>
      </p:sp>
      <p:sp>
        <p:nvSpPr>
          <p:cNvPr id="14" name="Text Placeholder 13" descr="{&quot;templafy&quot;:{&quot;id&quot;:&quot;fa482eca-cba1-4cba-ac7f-147e355c1276&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731011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A Negative">
    <p:bg>
      <p:bgPr>
        <a:solidFill>
          <a:schemeClr val="tx2"/>
        </a:solidFill>
        <a:effectLst/>
      </p:bgPr>
    </p:bg>
    <p:spTree>
      <p:nvGrpSpPr>
        <p:cNvPr id="1" name=""/>
        <p:cNvGrpSpPr/>
        <p:nvPr/>
      </p:nvGrpSpPr>
      <p:grpSpPr>
        <a:xfrm>
          <a:off x="0" y="0"/>
          <a:ext cx="0" cy="0"/>
          <a:chOff x="0" y="0"/>
          <a:chExt cx="0" cy="0"/>
        </a:xfrm>
      </p:grpSpPr>
      <p:sp>
        <p:nvSpPr>
          <p:cNvPr id="2" name="Title 1" descr="{&quot;templafy&quot;:{&quot;id&quot;:&quot;bc703edb-7798-462b-9f86-6cb494f90400&quot;}}"/>
          <p:cNvSpPr>
            <a:spLocks noGrp="1"/>
          </p:cNvSpPr>
          <p:nvPr>
            <p:ph type="title" hasCustomPrompt="1"/>
          </p:nvPr>
        </p:nvSpPr>
        <p:spPr/>
        <p:txBody>
          <a:bodyPr/>
          <a:lstStyle>
            <a:lvl1pPr>
              <a:defRPr>
                <a:solidFill>
                  <a:schemeClr val="tx1"/>
                </a:solidFill>
              </a:defRPr>
            </a:lvl1pPr>
          </a:lstStyle>
          <a:p>
            <a:r>
              <a:rPr lang="en-US" noProof="0" dirty="0"/>
              <a:t>Click to add title</a:t>
            </a:r>
            <a:endParaRPr lang="en-US"/>
          </a:p>
        </p:txBody>
      </p:sp>
      <p:sp>
        <p:nvSpPr>
          <p:cNvPr id="3" name="Content Placeholder 2" descr="{&quot;templafy&quot;:{&quot;id&quot;:&quot;c9b88fb0-f8c4-4510-b3a2-1fb00878f2a3&quot;}}"/>
          <p:cNvSpPr>
            <a:spLocks noGrp="1"/>
          </p:cNvSpPr>
          <p:nvPr>
            <p:ph idx="1"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US" noProof="0" dirty="0"/>
              <a:t>Click to add text</a:t>
            </a:r>
            <a:endParaRPr lang="en-US"/>
          </a:p>
        </p:txBody>
      </p:sp>
      <p:sp>
        <p:nvSpPr>
          <p:cNvPr id="14" name="Text Placeholder 13" descr="{&quot;templafy&quot;:{&quot;id&quot;:&quot;7334ba1c-9e33-4184-9548-f80eddb20c4b&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1"/>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1"/>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US" smtClean="0"/>
              <a:pPr/>
              <a:t>‹#›</a:t>
            </a:fld>
            <a:endParaRPr lang="en-US" dirty="0"/>
          </a:p>
        </p:txBody>
      </p:sp>
      <p:cxnSp>
        <p:nvCxnSpPr>
          <p:cNvPr id="10" name="Straight Connector 9">
            <a:extLst>
              <a:ext uri="{FF2B5EF4-FFF2-40B4-BE49-F238E27FC236}">
                <a16:creationId xmlns:a16="http://schemas.microsoft.com/office/drawing/2014/main" id="{C3157DD5-F1F7-4633-B8ED-02F06F859D3A}"/>
              </a:ext>
            </a:extLst>
          </p:cNvPr>
          <p:cNvCxnSpPr/>
          <p:nvPr userDrawn="1"/>
        </p:nvCxnSpPr>
        <p:spPr>
          <a:xfrm>
            <a:off x="11124763" y="274014"/>
            <a:ext cx="0" cy="1255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10" descr="{&quot;templafy&quot;:{&quot;id&quot;:&quot;b0954cc1-d6f0-451f-a668-e212fee0dae7&quot;}}">
            <a:extLst>
              <a:ext uri="{FF2B5EF4-FFF2-40B4-BE49-F238E27FC236}">
                <a16:creationId xmlns:a16="http://schemas.microsoft.com/office/drawing/2014/main" id="{39E92019-0519-F15F-A842-0BC7CC9F205B}"/>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3"/>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3827251153"/>
      </p:ext>
    </p:extLst>
  </p:cSld>
  <p:clrMapOvr>
    <a:overrideClrMapping bg1="dk1" tx1="lt1" bg2="accent1" tx2="accent1" accent1="lt2"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B">
    <p:spTree>
      <p:nvGrpSpPr>
        <p:cNvPr id="1" name=""/>
        <p:cNvGrpSpPr/>
        <p:nvPr/>
      </p:nvGrpSpPr>
      <p:grpSpPr>
        <a:xfrm>
          <a:off x="0" y="0"/>
          <a:ext cx="0" cy="0"/>
          <a:chOff x="0" y="0"/>
          <a:chExt cx="0" cy="0"/>
        </a:xfrm>
      </p:grpSpPr>
      <p:sp>
        <p:nvSpPr>
          <p:cNvPr id="2" name="Title 1" descr="{&quot;templafy&quot;:{&quot;id&quot;:&quot;a7a56e54-4084-473d-a166-abe51c78eb56&quot;}}"/>
          <p:cNvSpPr>
            <a:spLocks noGrp="1"/>
          </p:cNvSpPr>
          <p:nvPr>
            <p:ph type="title" hasCustomPrompt="1"/>
          </p:nvPr>
        </p:nvSpPr>
        <p:spPr/>
        <p:txBody>
          <a:bodyPr/>
          <a:lstStyle>
            <a:lvl1pPr>
              <a:defRPr>
                <a:solidFill>
                  <a:schemeClr val="accent1"/>
                </a:solidFill>
              </a:defRPr>
            </a:lvl1pPr>
          </a:lstStyle>
          <a:p>
            <a:r>
              <a:rPr lang="en-US" noProof="0" dirty="0"/>
              <a:t>Click to add title</a:t>
            </a:r>
            <a:endParaRPr lang="en-US"/>
          </a:p>
        </p:txBody>
      </p:sp>
      <p:sp>
        <p:nvSpPr>
          <p:cNvPr id="3" name="Content Placeholder 2" descr="{&quot;templafy&quot;:{&quot;id&quot;:&quot;0d71bd70-b5c7-4c9b-b4ee-52f21729d1db&quot;}}"/>
          <p:cNvSpPr>
            <a:spLocks noGrp="1"/>
          </p:cNvSpPr>
          <p:nvPr>
            <p:ph idx="1" hasCustomPrompt="1"/>
          </p:nvPr>
        </p:nvSpPr>
        <p:spPr>
          <a:xfrm>
            <a:off x="648000" y="2044800"/>
            <a:ext cx="6267600" cy="4161600"/>
          </a:xfrm>
        </p:spPr>
        <p:txBody>
          <a:bodyPr/>
          <a:lstStyle>
            <a:lvl1pPr>
              <a:defRPr/>
            </a:lvl1pPr>
          </a:lstStyle>
          <a:p>
            <a:pPr lvl="0"/>
            <a:r>
              <a:rPr lang="en-US" noProof="0" dirty="0"/>
              <a:t>Click to add text</a:t>
            </a:r>
            <a:endParaRPr lang="en-US"/>
          </a:p>
        </p:txBody>
      </p:sp>
      <p:sp>
        <p:nvSpPr>
          <p:cNvPr id="14" name="Text Placeholder 13" descr="{&quot;templafy&quot;:{&quot;id&quot;:&quot;90800124-5357-4476-8105-43aafd5b34af&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dirty="0"/>
          </a:p>
        </p:txBody>
      </p:sp>
      <p:sp>
        <p:nvSpPr>
          <p:cNvPr id="5" name="Content Placeholder 4" descr="{&quot;templafy&quot;:{&quot;id&quot;:&quot;c90fe34d-de1c-40de-b033-b9463ccfb2cd&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7129463" y="2046288"/>
            <a:ext cx="4413250" cy="4162425"/>
          </a:xfrm>
        </p:spPr>
        <p:txBody>
          <a:bodyPr/>
          <a:lstStyle>
            <a:lvl1pPr>
              <a:defRPr/>
            </a:lvl1pPr>
          </a:lstStyle>
          <a:p>
            <a:pPr lvl="0"/>
            <a:r>
              <a:rPr lang="en-US" dirty="0"/>
              <a:t>Click to add text</a:t>
            </a:r>
            <a:endParaRPr lang="en-US"/>
          </a:p>
        </p:txBody>
      </p:sp>
      <p:sp>
        <p:nvSpPr>
          <p:cNvPr id="4" name="Text Placeholder 10" descr="{&quot;templafy&quot;:{&quot;id&quot;:&quot;8da4af15-ac71-46ec-b4ab-c3b911a5c4d1&quot;}}">
            <a:extLst>
              <a:ext uri="{FF2B5EF4-FFF2-40B4-BE49-F238E27FC236}">
                <a16:creationId xmlns:a16="http://schemas.microsoft.com/office/drawing/2014/main" id="{7046B99C-4E01-8028-F575-4225792D0CB0}"/>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5"/>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4147324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B Negative">
    <p:bg>
      <p:bgPr>
        <a:solidFill>
          <a:schemeClr val="tx2"/>
        </a:solidFill>
        <a:effectLst/>
      </p:bgPr>
    </p:bg>
    <p:spTree>
      <p:nvGrpSpPr>
        <p:cNvPr id="1" name=""/>
        <p:cNvGrpSpPr/>
        <p:nvPr/>
      </p:nvGrpSpPr>
      <p:grpSpPr>
        <a:xfrm>
          <a:off x="0" y="0"/>
          <a:ext cx="0" cy="0"/>
          <a:chOff x="0" y="0"/>
          <a:chExt cx="0" cy="0"/>
        </a:xfrm>
      </p:grpSpPr>
      <p:sp>
        <p:nvSpPr>
          <p:cNvPr id="2" name="Title 1" descr="{&quot;templafy&quot;:{&quot;id&quot;:&quot;a2c07f3d-2de7-4f6a-8893-d0e7393783a2&quot;}}"/>
          <p:cNvSpPr>
            <a:spLocks noGrp="1"/>
          </p:cNvSpPr>
          <p:nvPr>
            <p:ph type="title" hasCustomPrompt="1"/>
          </p:nvPr>
        </p:nvSpPr>
        <p:spPr/>
        <p:txBody>
          <a:bodyPr/>
          <a:lstStyle>
            <a:lvl1pPr>
              <a:defRPr>
                <a:solidFill>
                  <a:schemeClr val="tx1"/>
                </a:solidFill>
              </a:defRPr>
            </a:lvl1pPr>
          </a:lstStyle>
          <a:p>
            <a:r>
              <a:rPr lang="en-US" noProof="0" dirty="0"/>
              <a:t>Click to add title</a:t>
            </a:r>
            <a:endParaRPr lang="en-US"/>
          </a:p>
        </p:txBody>
      </p:sp>
      <p:sp>
        <p:nvSpPr>
          <p:cNvPr id="3" name="Content Placeholder 2" descr="{&quot;templafy&quot;:{&quot;id&quot;:&quot;a3f83041-cfdc-47a7-8124-ef9543283615&quot;}}"/>
          <p:cNvSpPr>
            <a:spLocks noGrp="1"/>
          </p:cNvSpPr>
          <p:nvPr>
            <p:ph idx="1" hasCustomPrompt="1"/>
          </p:nvPr>
        </p:nvSpPr>
        <p:spPr>
          <a:xfrm>
            <a:off x="648000" y="2044800"/>
            <a:ext cx="6267600" cy="4161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US" noProof="0" dirty="0"/>
              <a:t>Click to add text</a:t>
            </a:r>
            <a:endParaRPr lang="en-US"/>
          </a:p>
        </p:txBody>
      </p:sp>
      <p:sp>
        <p:nvSpPr>
          <p:cNvPr id="14" name="Text Placeholder 13" descr="{&quot;templafy&quot;:{&quot;id&quot;:&quot;fee01643-41d9-4647-ad47-ca43031ae5e9&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1"/>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1"/>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US" smtClean="0"/>
              <a:pPr/>
              <a:t>‹#›</a:t>
            </a:fld>
            <a:endParaRPr lang="en-US" dirty="0"/>
          </a:p>
        </p:txBody>
      </p:sp>
      <p:sp>
        <p:nvSpPr>
          <p:cNvPr id="5" name="Content Placeholder 4" descr="{&quot;templafy&quot;:{&quot;id&quot;:&quot;86581922-5b47-4f05-b454-6dc979b44576&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7129463" y="2046288"/>
            <a:ext cx="4413250" cy="41624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US" dirty="0"/>
              <a:t>Click to add text</a:t>
            </a:r>
            <a:endParaRPr lang="en-US"/>
          </a:p>
        </p:txBody>
      </p:sp>
      <p:cxnSp>
        <p:nvCxnSpPr>
          <p:cNvPr id="10" name="Straight Connector 9">
            <a:extLst>
              <a:ext uri="{FF2B5EF4-FFF2-40B4-BE49-F238E27FC236}">
                <a16:creationId xmlns:a16="http://schemas.microsoft.com/office/drawing/2014/main" id="{0038BA6A-37B6-4569-A9D9-C40169CA408E}"/>
              </a:ext>
            </a:extLst>
          </p:cNvPr>
          <p:cNvCxnSpPr/>
          <p:nvPr userDrawn="1"/>
        </p:nvCxnSpPr>
        <p:spPr>
          <a:xfrm>
            <a:off x="11124763" y="274014"/>
            <a:ext cx="0" cy="1255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10" descr="{&quot;templafy&quot;:{&quot;id&quot;:&quot;f042fc9e-96be-4488-a05c-1a2011c63d34&quot;}}">
            <a:extLst>
              <a:ext uri="{FF2B5EF4-FFF2-40B4-BE49-F238E27FC236}">
                <a16:creationId xmlns:a16="http://schemas.microsoft.com/office/drawing/2014/main" id="{AAC3E594-6C8B-EA45-9053-FB52D46E0CCA}"/>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3"/>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4035935488"/>
      </p:ext>
    </p:extLst>
  </p:cSld>
  <p:clrMapOvr>
    <a:overrideClrMapping bg1="dk1" tx1="lt1" bg2="accent1" tx2="accent1" accent1="lt2"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C">
    <p:spTree>
      <p:nvGrpSpPr>
        <p:cNvPr id="1" name=""/>
        <p:cNvGrpSpPr/>
        <p:nvPr/>
      </p:nvGrpSpPr>
      <p:grpSpPr>
        <a:xfrm>
          <a:off x="0" y="0"/>
          <a:ext cx="0" cy="0"/>
          <a:chOff x="0" y="0"/>
          <a:chExt cx="0" cy="0"/>
        </a:xfrm>
      </p:grpSpPr>
      <p:sp>
        <p:nvSpPr>
          <p:cNvPr id="2" name="Title 1" descr="{&quot;templafy&quot;:{&quot;id&quot;:&quot;bd9a3a00-8e60-4fd2-88d5-e33b34cee8ff&quot;}}"/>
          <p:cNvSpPr>
            <a:spLocks noGrp="1"/>
          </p:cNvSpPr>
          <p:nvPr>
            <p:ph type="title" hasCustomPrompt="1"/>
          </p:nvPr>
        </p:nvSpPr>
        <p:spPr/>
        <p:txBody>
          <a:bodyPr/>
          <a:lstStyle>
            <a:lvl1pPr>
              <a:defRPr>
                <a:solidFill>
                  <a:schemeClr val="accent1"/>
                </a:solidFill>
              </a:defRPr>
            </a:lvl1pPr>
          </a:lstStyle>
          <a:p>
            <a:r>
              <a:rPr lang="en-US" noProof="0" dirty="0"/>
              <a:t>Click to add title</a:t>
            </a:r>
            <a:endParaRPr lang="en-US"/>
          </a:p>
        </p:txBody>
      </p:sp>
      <p:sp>
        <p:nvSpPr>
          <p:cNvPr id="3" name="Content Placeholder 2" descr="{&quot;templafy&quot;:{&quot;id&quot;:&quot;d70b2ff4-1ba8-4b02-b9bc-9f7cef926153&quot;}}"/>
          <p:cNvSpPr>
            <a:spLocks noGrp="1"/>
          </p:cNvSpPr>
          <p:nvPr>
            <p:ph idx="1" hasCustomPrompt="1"/>
          </p:nvPr>
        </p:nvSpPr>
        <p:spPr>
          <a:xfrm>
            <a:off x="648000" y="2044800"/>
            <a:ext cx="3488400" cy="4161600"/>
          </a:xfrm>
        </p:spPr>
        <p:txBody>
          <a:bodyPr/>
          <a:lstStyle>
            <a:lvl1pPr>
              <a:defRPr/>
            </a:lvl1pPr>
          </a:lstStyle>
          <a:p>
            <a:pPr lvl="0"/>
            <a:r>
              <a:rPr lang="en-US" noProof="0" dirty="0"/>
              <a:t>Click to add text</a:t>
            </a:r>
            <a:endParaRPr lang="en-US"/>
          </a:p>
        </p:txBody>
      </p:sp>
      <p:sp>
        <p:nvSpPr>
          <p:cNvPr id="14" name="Text Placeholder 13" descr="{&quot;templafy&quot;:{&quot;id&quot;:&quot;97092e92-bb8b-4daa-9b16-cdb079c98fdf&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dirty="0"/>
          </a:p>
        </p:txBody>
      </p:sp>
      <p:sp>
        <p:nvSpPr>
          <p:cNvPr id="5" name="Content Placeholder 4" descr="{&quot;templafy&quot;:{&quot;id&quot;:&quot;130e8ab6-d2d7-4d8e-9dd5-74e3e5ad7bc8&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5276850" y="2046288"/>
            <a:ext cx="6265863" cy="4162425"/>
          </a:xfrm>
        </p:spPr>
        <p:txBody>
          <a:bodyPr/>
          <a:lstStyle>
            <a:lvl1pPr>
              <a:defRPr/>
            </a:lvl1pPr>
          </a:lstStyle>
          <a:p>
            <a:pPr lvl="0"/>
            <a:r>
              <a:rPr lang="en-US" dirty="0"/>
              <a:t>Click to add text</a:t>
            </a:r>
            <a:endParaRPr lang="en-US"/>
          </a:p>
        </p:txBody>
      </p:sp>
      <p:sp>
        <p:nvSpPr>
          <p:cNvPr id="4" name="Text Placeholder 10" descr="{&quot;templafy&quot;:{&quot;id&quot;:&quot;9a5e3812-e30f-47c4-8ff4-e7b91f844b11&quot;}}">
            <a:extLst>
              <a:ext uri="{FF2B5EF4-FFF2-40B4-BE49-F238E27FC236}">
                <a16:creationId xmlns:a16="http://schemas.microsoft.com/office/drawing/2014/main" id="{63729058-E21A-D717-2AAD-82FDE8CF93B4}"/>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5"/>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1515567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C Negative">
    <p:bg>
      <p:bgPr>
        <a:solidFill>
          <a:schemeClr val="tx2"/>
        </a:solidFill>
        <a:effectLst/>
      </p:bgPr>
    </p:bg>
    <p:spTree>
      <p:nvGrpSpPr>
        <p:cNvPr id="1" name=""/>
        <p:cNvGrpSpPr/>
        <p:nvPr/>
      </p:nvGrpSpPr>
      <p:grpSpPr>
        <a:xfrm>
          <a:off x="0" y="0"/>
          <a:ext cx="0" cy="0"/>
          <a:chOff x="0" y="0"/>
          <a:chExt cx="0" cy="0"/>
        </a:xfrm>
      </p:grpSpPr>
      <p:sp>
        <p:nvSpPr>
          <p:cNvPr id="2" name="Title 1" descr="{&quot;templafy&quot;:{&quot;id&quot;:&quot;eaa4d149-e293-440b-a607-59192bc46bd5&quot;}}"/>
          <p:cNvSpPr>
            <a:spLocks noGrp="1"/>
          </p:cNvSpPr>
          <p:nvPr>
            <p:ph type="title" hasCustomPrompt="1"/>
          </p:nvPr>
        </p:nvSpPr>
        <p:spPr/>
        <p:txBody>
          <a:bodyPr/>
          <a:lstStyle>
            <a:lvl1pPr>
              <a:defRPr>
                <a:solidFill>
                  <a:schemeClr val="tx1"/>
                </a:solidFill>
              </a:defRPr>
            </a:lvl1pPr>
          </a:lstStyle>
          <a:p>
            <a:r>
              <a:rPr lang="en-US" noProof="0" dirty="0"/>
              <a:t>Click to add title</a:t>
            </a:r>
            <a:endParaRPr lang="en-US"/>
          </a:p>
        </p:txBody>
      </p:sp>
      <p:sp>
        <p:nvSpPr>
          <p:cNvPr id="3" name="Content Placeholder 2" descr="{&quot;templafy&quot;:{&quot;id&quot;:&quot;94741ead-f256-408d-b4ce-7dd6e4143971&quot;}}"/>
          <p:cNvSpPr>
            <a:spLocks noGrp="1"/>
          </p:cNvSpPr>
          <p:nvPr>
            <p:ph idx="1" hasCustomPrompt="1"/>
          </p:nvPr>
        </p:nvSpPr>
        <p:spPr>
          <a:xfrm>
            <a:off x="648000" y="2044800"/>
            <a:ext cx="3488400" cy="4161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US" noProof="0" dirty="0"/>
              <a:t>Click to add text</a:t>
            </a:r>
            <a:endParaRPr lang="en-US"/>
          </a:p>
        </p:txBody>
      </p:sp>
      <p:sp>
        <p:nvSpPr>
          <p:cNvPr id="14" name="Text Placeholder 13" descr="{&quot;templafy&quot;:{&quot;id&quot;:&quot;3614d1cf-8d71-4ea3-b19f-e5e00c526499&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1"/>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1"/>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US" smtClean="0"/>
              <a:pPr/>
              <a:t>‹#›</a:t>
            </a:fld>
            <a:endParaRPr lang="en-US" dirty="0"/>
          </a:p>
        </p:txBody>
      </p:sp>
      <p:sp>
        <p:nvSpPr>
          <p:cNvPr id="5" name="Content Placeholder 4" descr="{&quot;templafy&quot;:{&quot;id&quot;:&quot;25ae8873-6255-48f1-b0d3-81f816d681f3&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5276850" y="2046288"/>
            <a:ext cx="6265863" cy="41624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7pPr>
              <a:defRPr>
                <a:solidFill>
                  <a:schemeClr val="accent3"/>
                </a:solidFill>
              </a:defRPr>
            </a:lvl7pPr>
            <a:lvl9pPr>
              <a:defRPr>
                <a:solidFill>
                  <a:schemeClr val="accent3"/>
                </a:solidFill>
              </a:defRPr>
            </a:lvl9pPr>
          </a:lstStyle>
          <a:p>
            <a:pPr lvl="0"/>
            <a:r>
              <a:rPr lang="en-US" dirty="0"/>
              <a:t>Click to add text</a:t>
            </a:r>
            <a:endParaRPr lang="en-US"/>
          </a:p>
        </p:txBody>
      </p:sp>
      <p:cxnSp>
        <p:nvCxnSpPr>
          <p:cNvPr id="10" name="Straight Connector 9">
            <a:extLst>
              <a:ext uri="{FF2B5EF4-FFF2-40B4-BE49-F238E27FC236}">
                <a16:creationId xmlns:a16="http://schemas.microsoft.com/office/drawing/2014/main" id="{792ECD9F-BC02-4C8A-839F-9AC4F4BD0167}"/>
              </a:ext>
            </a:extLst>
          </p:cNvPr>
          <p:cNvCxnSpPr/>
          <p:nvPr userDrawn="1"/>
        </p:nvCxnSpPr>
        <p:spPr>
          <a:xfrm>
            <a:off x="11124763" y="274014"/>
            <a:ext cx="0" cy="1255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10" descr="{&quot;templafy&quot;:{&quot;id&quot;:&quot;5b45c042-aa73-4e9d-94e9-f4068273a417&quot;}}">
            <a:extLst>
              <a:ext uri="{FF2B5EF4-FFF2-40B4-BE49-F238E27FC236}">
                <a16:creationId xmlns:a16="http://schemas.microsoft.com/office/drawing/2014/main" id="{787F32AE-7206-8331-C9BA-CC8DD124C502}"/>
              </a:ext>
            </a:extLst>
          </p:cNvPr>
          <p:cNvSpPr>
            <a:spLocks noGrp="1"/>
          </p:cNvSpPr>
          <p:nvPr>
            <p:ph type="body" sz="quarter" idx="13" hasCustomPrompt="1"/>
          </p:nvPr>
        </p:nvSpPr>
        <p:spPr>
          <a:xfrm>
            <a:off x="647525" y="669600"/>
            <a:ext cx="10893425" cy="392400"/>
          </a:xfrm>
        </p:spPr>
        <p:txBody>
          <a:bodyPr/>
          <a:lstStyle>
            <a:lvl1pPr marL="0" indent="0">
              <a:buNone/>
              <a:defRPr sz="1400" spc="300">
                <a:solidFill>
                  <a:schemeClr val="accent3"/>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2735182509"/>
      </p:ext>
    </p:extLst>
  </p:cSld>
  <p:clrMapOvr>
    <a:overrideClrMapping bg1="dk1" tx1="lt1" bg2="accent1" tx2="accent1" accent1="lt2"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A">
    <p:spTree>
      <p:nvGrpSpPr>
        <p:cNvPr id="1" name=""/>
        <p:cNvGrpSpPr/>
        <p:nvPr/>
      </p:nvGrpSpPr>
      <p:grpSpPr>
        <a:xfrm>
          <a:off x="0" y="0"/>
          <a:ext cx="0" cy="0"/>
          <a:chOff x="0" y="0"/>
          <a:chExt cx="0" cy="0"/>
        </a:xfrm>
      </p:grpSpPr>
      <p:sp>
        <p:nvSpPr>
          <p:cNvPr id="6" name="Picture Placeholder 5" descr="{&quot;templafy&quot;:{&quot;id&quot;:&quot;8f894e25-a3cc-492d-bc85-584e575f568a&quot;}}">
            <a:extLst>
              <a:ext uri="{FF2B5EF4-FFF2-40B4-BE49-F238E27FC236}">
                <a16:creationId xmlns:a16="http://schemas.microsoft.com/office/drawing/2014/main" id="{10ABF3D8-B17A-48A6-B75D-E2CFABE31CDB}"/>
              </a:ext>
            </a:extLst>
          </p:cNvPr>
          <p:cNvSpPr>
            <a:spLocks noGrp="1"/>
          </p:cNvSpPr>
          <p:nvPr>
            <p:ph type="pic" sz="quarter" idx="16" hasCustomPrompt="1"/>
          </p:nvPr>
        </p:nvSpPr>
        <p:spPr>
          <a:xfrm>
            <a:off x="6203950" y="0"/>
            <a:ext cx="5988050" cy="6858000"/>
          </a:xfrm>
        </p:spPr>
        <p:txBody>
          <a:bodyPr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US" dirty="0"/>
              <a:t>Click here and add image from Templafy</a:t>
            </a:r>
            <a:endParaRPr lang="en-US"/>
          </a:p>
        </p:txBody>
      </p:sp>
      <p:sp>
        <p:nvSpPr>
          <p:cNvPr id="2" name="Title 1" descr="{&quot;templafy&quot;:{&quot;id&quot;:&quot;a031b989-c722-431d-bd2f-0f17ab92ddfa&quot;}}"/>
          <p:cNvSpPr>
            <a:spLocks noGrp="1"/>
          </p:cNvSpPr>
          <p:nvPr>
            <p:ph type="title" hasCustomPrompt="1"/>
          </p:nvPr>
        </p:nvSpPr>
        <p:spPr>
          <a:xfrm>
            <a:off x="648000" y="1062000"/>
            <a:ext cx="5338463" cy="835200"/>
          </a:xfrm>
        </p:spPr>
        <p:txBody>
          <a:bodyPr/>
          <a:lstStyle>
            <a:lvl1pPr>
              <a:defRPr>
                <a:solidFill>
                  <a:schemeClr val="accent1"/>
                </a:solidFill>
              </a:defRPr>
            </a:lvl1pPr>
          </a:lstStyle>
          <a:p>
            <a:r>
              <a:rPr lang="en-US" noProof="0" dirty="0"/>
              <a:t>Click to add title</a:t>
            </a:r>
            <a:endParaRPr lang="en-US"/>
          </a:p>
        </p:txBody>
      </p:sp>
      <p:sp>
        <p:nvSpPr>
          <p:cNvPr id="3" name="Content Placeholder 2" descr="{&quot;templafy&quot;:{&quot;id&quot;:&quot;afab03a9-1a76-49d8-b4e9-6fddbcf4cbb3&quot;}}"/>
          <p:cNvSpPr>
            <a:spLocks noGrp="1"/>
          </p:cNvSpPr>
          <p:nvPr>
            <p:ph idx="1" hasCustomPrompt="1"/>
          </p:nvPr>
        </p:nvSpPr>
        <p:spPr>
          <a:xfrm>
            <a:off x="648000" y="2044800"/>
            <a:ext cx="4413600" cy="4161600"/>
          </a:xfrm>
        </p:spPr>
        <p:txBody>
          <a:bodyPr/>
          <a:lstStyle>
            <a:lvl1pPr>
              <a:defRPr/>
            </a:lvl1pPr>
          </a:lstStyle>
          <a:p>
            <a:pPr lvl="0"/>
            <a:r>
              <a:rPr lang="en-US" noProof="0" dirty="0"/>
              <a:t>Click to add text</a:t>
            </a:r>
            <a:endParaRPr lang="en-US"/>
          </a:p>
        </p:txBody>
      </p:sp>
      <p:sp>
        <p:nvSpPr>
          <p:cNvPr id="14" name="Text Placeholder 13" descr="{&quot;templafy&quot;:{&quot;id&quot;:&quot;d2ca1048-41c0-486d-85af-817d2c64f57f&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US" dirty="0"/>
              <a:t>Click to add text</a:t>
            </a:r>
            <a:endParaRPr lang="en-US"/>
          </a:p>
        </p:txBody>
      </p:sp>
      <p:sp>
        <p:nvSpPr>
          <p:cNvPr id="10" name="Text Placeholder 9" descr="{&quot;templafy&quot;:{&quot;id&quot;:&quot;263ab7cd-4cb6-4ca9-8a21-e403af0554c9&quot;}}">
            <a:extLst>
              <a:ext uri="{FF2B5EF4-FFF2-40B4-BE49-F238E27FC236}">
                <a16:creationId xmlns:a16="http://schemas.microsoft.com/office/drawing/2014/main" id="{6C7EFB78-A8A0-425B-909A-78358980B831}"/>
              </a:ext>
            </a:extLst>
          </p:cNvPr>
          <p:cNvSpPr>
            <a:spLocks noGrp="1"/>
          </p:cNvSpPr>
          <p:nvPr>
            <p:ph type="body" sz="quarter" idx="17"/>
          </p:nvPr>
        </p:nvSpPr>
        <p:spPr>
          <a:xfrm>
            <a:off x="5986462" y="4251600"/>
            <a:ext cx="6206400" cy="1954800"/>
          </a:xfrm>
          <a:solidFill>
            <a:srgbClr val="1C54F3"/>
          </a:solidFill>
        </p:spPr>
        <p:txBody>
          <a:bodyPr lIns="432000" tIns="396000" rIns="648000" bIns="360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dirty="0"/>
          </a:p>
        </p:txBody>
      </p:sp>
      <p:sp>
        <p:nvSpPr>
          <p:cNvPr id="4" name="Text Placeholder 10" descr="{&quot;templafy&quot;:{&quot;id&quot;:&quot;1c7e959a-6bd0-4284-b8c7-f48d2ba42c52&quot;}}">
            <a:extLst>
              <a:ext uri="{FF2B5EF4-FFF2-40B4-BE49-F238E27FC236}">
                <a16:creationId xmlns:a16="http://schemas.microsoft.com/office/drawing/2014/main" id="{CF768D87-86A5-808E-3DB8-9F1263A6A104}"/>
              </a:ext>
            </a:extLst>
          </p:cNvPr>
          <p:cNvSpPr>
            <a:spLocks noGrp="1"/>
          </p:cNvSpPr>
          <p:nvPr>
            <p:ph type="body" sz="quarter" idx="13" hasCustomPrompt="1"/>
          </p:nvPr>
        </p:nvSpPr>
        <p:spPr>
          <a:xfrm>
            <a:off x="647525" y="669600"/>
            <a:ext cx="5338463" cy="392400"/>
          </a:xfrm>
        </p:spPr>
        <p:txBody>
          <a:bodyPr/>
          <a:lstStyle>
            <a:lvl1pPr marL="0" indent="0">
              <a:buNone/>
              <a:defRPr sz="1400" spc="300">
                <a:solidFill>
                  <a:schemeClr val="accent5"/>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30056755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image B">
    <p:spTree>
      <p:nvGrpSpPr>
        <p:cNvPr id="1" name=""/>
        <p:cNvGrpSpPr/>
        <p:nvPr/>
      </p:nvGrpSpPr>
      <p:grpSpPr>
        <a:xfrm>
          <a:off x="0" y="0"/>
          <a:ext cx="0" cy="0"/>
          <a:chOff x="0" y="0"/>
          <a:chExt cx="0" cy="0"/>
        </a:xfrm>
      </p:grpSpPr>
      <p:sp>
        <p:nvSpPr>
          <p:cNvPr id="6" name="Picture Placeholder 5" descr="{&quot;templafy&quot;:{&quot;id&quot;:&quot;1ba6eeed-8f85-46d9-bbc4-ba80cbe3648f&quot;}}">
            <a:extLst>
              <a:ext uri="{FF2B5EF4-FFF2-40B4-BE49-F238E27FC236}">
                <a16:creationId xmlns:a16="http://schemas.microsoft.com/office/drawing/2014/main" id="{10ABF3D8-B17A-48A6-B75D-E2CFABE31CDB}"/>
              </a:ext>
            </a:extLst>
          </p:cNvPr>
          <p:cNvSpPr>
            <a:spLocks noGrp="1"/>
          </p:cNvSpPr>
          <p:nvPr>
            <p:ph type="pic" sz="quarter" idx="16" hasCustomPrompt="1"/>
          </p:nvPr>
        </p:nvSpPr>
        <p:spPr>
          <a:xfrm>
            <a:off x="8055600" y="0"/>
            <a:ext cx="4136400" cy="6858000"/>
          </a:xfrm>
        </p:spPr>
        <p:txBody>
          <a:bodyPr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US" dirty="0"/>
              <a:t>Click here and add image from Templafy</a:t>
            </a:r>
            <a:endParaRPr lang="en-US"/>
          </a:p>
        </p:txBody>
      </p:sp>
      <p:sp>
        <p:nvSpPr>
          <p:cNvPr id="2" name="Title 1" descr="{&quot;templafy&quot;:{&quot;id&quot;:&quot;1c5fb993-b781-4a3c-ae12-b108de977d46&quot;}}"/>
          <p:cNvSpPr>
            <a:spLocks noGrp="1"/>
          </p:cNvSpPr>
          <p:nvPr>
            <p:ph type="title" hasCustomPrompt="1"/>
          </p:nvPr>
        </p:nvSpPr>
        <p:spPr>
          <a:xfrm>
            <a:off x="647999" y="1062000"/>
            <a:ext cx="6264000" cy="835200"/>
          </a:xfrm>
        </p:spPr>
        <p:txBody>
          <a:bodyPr/>
          <a:lstStyle>
            <a:lvl1pPr>
              <a:defRPr>
                <a:solidFill>
                  <a:schemeClr val="accent1"/>
                </a:solidFill>
              </a:defRPr>
            </a:lvl1pPr>
          </a:lstStyle>
          <a:p>
            <a:r>
              <a:rPr lang="en-US" noProof="0" dirty="0"/>
              <a:t>Click to add title</a:t>
            </a:r>
            <a:endParaRPr lang="en-US"/>
          </a:p>
        </p:txBody>
      </p:sp>
      <p:sp>
        <p:nvSpPr>
          <p:cNvPr id="3" name="Content Placeholder 2" descr="{&quot;templafy&quot;:{&quot;id&quot;:&quot;75a09f34-7057-472f-b717-8eae06f278f4&quot;}}"/>
          <p:cNvSpPr>
            <a:spLocks noGrp="1"/>
          </p:cNvSpPr>
          <p:nvPr>
            <p:ph idx="1" hasCustomPrompt="1"/>
          </p:nvPr>
        </p:nvSpPr>
        <p:spPr>
          <a:xfrm>
            <a:off x="648000" y="2044800"/>
            <a:ext cx="6264000" cy="4161600"/>
          </a:xfrm>
        </p:spPr>
        <p:txBody>
          <a:bodyPr/>
          <a:lstStyle>
            <a:lvl1pPr>
              <a:defRPr/>
            </a:lvl1pPr>
          </a:lstStyle>
          <a:p>
            <a:pPr lvl="0"/>
            <a:r>
              <a:rPr lang="en-US" noProof="0" dirty="0"/>
              <a:t>Click to add text</a:t>
            </a:r>
            <a:endParaRPr lang="en-US"/>
          </a:p>
        </p:txBody>
      </p:sp>
      <p:sp>
        <p:nvSpPr>
          <p:cNvPr id="14" name="Text Placeholder 13" descr="{&quot;templafy&quot;:{&quot;id&quot;:&quot;9ce4c3c1-2b18-4828-9baa-776901d4abeb&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6267600" cy="244800"/>
          </a:xfrm>
        </p:spPr>
        <p:txBody>
          <a:bodyPr/>
          <a:lstStyle>
            <a:lvl1pPr marL="0" indent="0">
              <a:buNone/>
              <a:defRPr sz="800" i="1">
                <a:solidFill>
                  <a:schemeClr val="tx2"/>
                </a:solidFill>
                <a:latin typeface="+mj-lt"/>
              </a:defRPr>
            </a:lvl1pPr>
          </a:lstStyle>
          <a:p>
            <a:pPr lvl="0"/>
            <a:r>
              <a:rPr lang="en-US" dirty="0"/>
              <a:t>Click to add text</a:t>
            </a:r>
            <a:endParaRPr lang="en-US"/>
          </a:p>
        </p:txBody>
      </p:sp>
      <p:sp>
        <p:nvSpPr>
          <p:cNvPr id="12" name="Text Placeholder 9" descr="{&quot;templafy&quot;:{&quot;id&quot;:&quot;bff144de-a7d7-4cfe-9e63-a6c5db556241&quot;}}">
            <a:extLst>
              <a:ext uri="{FF2B5EF4-FFF2-40B4-BE49-F238E27FC236}">
                <a16:creationId xmlns:a16="http://schemas.microsoft.com/office/drawing/2014/main" id="{3A346A15-371C-41B0-A096-79CCC3E99BE4}"/>
              </a:ext>
            </a:extLst>
          </p:cNvPr>
          <p:cNvSpPr>
            <a:spLocks noGrp="1"/>
          </p:cNvSpPr>
          <p:nvPr>
            <p:ph type="body" sz="quarter" idx="17"/>
          </p:nvPr>
        </p:nvSpPr>
        <p:spPr>
          <a:xfrm>
            <a:off x="7839074" y="4251600"/>
            <a:ext cx="4352926" cy="1954800"/>
          </a:xfrm>
          <a:solidFill>
            <a:srgbClr val="1C54F3"/>
          </a:solidFill>
        </p:spPr>
        <p:txBody>
          <a:bodyPr lIns="432000" tIns="396000" rIns="648000" bIns="360000" anchor="ctr"/>
          <a:lstStyle>
            <a:lvl1pPr algn="l">
              <a:defRPr>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dirty="0"/>
          </a:p>
        </p:txBody>
      </p:sp>
      <p:sp>
        <p:nvSpPr>
          <p:cNvPr id="4" name="Text Placeholder 10" descr="{&quot;templafy&quot;:{&quot;id&quot;:&quot;fc77fe9a-d3e5-4a13-a234-0e86bcb46446&quot;}}">
            <a:extLst>
              <a:ext uri="{FF2B5EF4-FFF2-40B4-BE49-F238E27FC236}">
                <a16:creationId xmlns:a16="http://schemas.microsoft.com/office/drawing/2014/main" id="{A3AB0BCC-06CC-A902-57FE-CB7734106362}"/>
              </a:ext>
            </a:extLst>
          </p:cNvPr>
          <p:cNvSpPr>
            <a:spLocks noGrp="1"/>
          </p:cNvSpPr>
          <p:nvPr>
            <p:ph type="body" sz="quarter" idx="13" hasCustomPrompt="1"/>
          </p:nvPr>
        </p:nvSpPr>
        <p:spPr>
          <a:xfrm>
            <a:off x="647525" y="669600"/>
            <a:ext cx="6264000" cy="392400"/>
          </a:xfrm>
        </p:spPr>
        <p:txBody>
          <a:bodyPr/>
          <a:lstStyle>
            <a:lvl1pPr marL="0" indent="0">
              <a:buNone/>
              <a:defRPr sz="1400" spc="300">
                <a:solidFill>
                  <a:schemeClr val="accent5"/>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4171991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image C">
    <p:spTree>
      <p:nvGrpSpPr>
        <p:cNvPr id="1" name=""/>
        <p:cNvGrpSpPr/>
        <p:nvPr/>
      </p:nvGrpSpPr>
      <p:grpSpPr>
        <a:xfrm>
          <a:off x="0" y="0"/>
          <a:ext cx="0" cy="0"/>
          <a:chOff x="0" y="0"/>
          <a:chExt cx="0" cy="0"/>
        </a:xfrm>
      </p:grpSpPr>
      <p:sp>
        <p:nvSpPr>
          <p:cNvPr id="6" name="Picture Placeholder 5" descr="{&quot;templafy&quot;:{&quot;id&quot;:&quot;f3ddaea8-9c8b-43ff-83e7-d21782be530d&quot;}}">
            <a:extLst>
              <a:ext uri="{FF2B5EF4-FFF2-40B4-BE49-F238E27FC236}">
                <a16:creationId xmlns:a16="http://schemas.microsoft.com/office/drawing/2014/main" id="{10ABF3D8-B17A-48A6-B75D-E2CFABE31CDB}"/>
              </a:ext>
            </a:extLst>
          </p:cNvPr>
          <p:cNvSpPr>
            <a:spLocks noGrp="1"/>
          </p:cNvSpPr>
          <p:nvPr>
            <p:ph type="pic" sz="quarter" idx="16" hasCustomPrompt="1"/>
          </p:nvPr>
        </p:nvSpPr>
        <p:spPr>
          <a:xfrm>
            <a:off x="0" y="0"/>
            <a:ext cx="5061600" cy="6858000"/>
          </a:xfrm>
        </p:spPr>
        <p:txBody>
          <a:bodyPr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US" dirty="0"/>
              <a:t>Click here and add image from Templafy</a:t>
            </a:r>
            <a:endParaRPr lang="en-US"/>
          </a:p>
        </p:txBody>
      </p:sp>
      <p:sp>
        <p:nvSpPr>
          <p:cNvPr id="2" name="Title 1" descr="{&quot;templafy&quot;:{&quot;id&quot;:&quot;d122fd71-c9fc-4bd5-b653-191087e58e85&quot;}}"/>
          <p:cNvSpPr>
            <a:spLocks noGrp="1"/>
          </p:cNvSpPr>
          <p:nvPr>
            <p:ph type="title" hasCustomPrompt="1"/>
          </p:nvPr>
        </p:nvSpPr>
        <p:spPr>
          <a:xfrm>
            <a:off x="6202799" y="1062000"/>
            <a:ext cx="5338800" cy="835200"/>
          </a:xfrm>
        </p:spPr>
        <p:txBody>
          <a:bodyPr/>
          <a:lstStyle>
            <a:lvl1pPr>
              <a:defRPr>
                <a:solidFill>
                  <a:schemeClr val="accent1"/>
                </a:solidFill>
              </a:defRPr>
            </a:lvl1pPr>
          </a:lstStyle>
          <a:p>
            <a:r>
              <a:rPr lang="en-US" noProof="0" dirty="0"/>
              <a:t>Click to add title</a:t>
            </a:r>
            <a:endParaRPr lang="en-US"/>
          </a:p>
        </p:txBody>
      </p:sp>
      <p:sp>
        <p:nvSpPr>
          <p:cNvPr id="3" name="Content Placeholder 2" descr="{&quot;templafy&quot;:{&quot;id&quot;:&quot;e22a5f6f-c995-44cc-aeb2-e3dafdbba931&quot;}}"/>
          <p:cNvSpPr>
            <a:spLocks noGrp="1"/>
          </p:cNvSpPr>
          <p:nvPr>
            <p:ph idx="1" hasCustomPrompt="1"/>
          </p:nvPr>
        </p:nvSpPr>
        <p:spPr>
          <a:xfrm>
            <a:off x="6202800" y="2044800"/>
            <a:ext cx="5338800" cy="4161600"/>
          </a:xfrm>
        </p:spPr>
        <p:txBody>
          <a:bodyPr/>
          <a:lstStyle>
            <a:lvl1pPr>
              <a:defRPr/>
            </a:lvl1pPr>
          </a:lstStyle>
          <a:p>
            <a:pPr lvl="0"/>
            <a:r>
              <a:rPr lang="en-US" noProof="0" dirty="0"/>
              <a:t>Click to add text</a:t>
            </a:r>
            <a:endParaRPr lang="en-US"/>
          </a:p>
        </p:txBody>
      </p:sp>
      <p:sp>
        <p:nvSpPr>
          <p:cNvPr id="14" name="Text Placeholder 13" descr="{&quot;templafy&quot;:{&quot;id&quot;:&quot;612afcc3-901e-4b80-92a1-678bc11d86e9&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3487438" cy="244800"/>
          </a:xfrm>
        </p:spPr>
        <p:txBody>
          <a:bodyPr/>
          <a:lstStyle>
            <a:lvl1pPr marL="0" indent="0">
              <a:buNone/>
              <a:defRPr sz="800" i="1">
                <a:solidFill>
                  <a:schemeClr val="tx2"/>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p>
            <a:fld id="{23AA811B-2EBD-4900-905E-5BE206449611}" type="slidenum">
              <a:rPr lang="en-US" smtClean="0"/>
              <a:pPr/>
              <a:t>‹#›</a:t>
            </a:fld>
            <a:endParaRPr lang="en-US" dirty="0"/>
          </a:p>
        </p:txBody>
      </p:sp>
      <p:sp>
        <p:nvSpPr>
          <p:cNvPr id="5" name="Content Placeholder 4" descr="{&quot;templafy&quot;:{&quot;id&quot;:&quot;48cd1fc2-e2b9-4b86-8268-c31a6f94ad0e&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0" y="658800"/>
            <a:ext cx="5277600" cy="1962000"/>
          </a:xfrm>
          <a:solidFill>
            <a:srgbClr val="1C54F3"/>
          </a:solidFill>
        </p:spPr>
        <p:txBody>
          <a:bodyPr lIns="432000" tIns="396000" rIns="648000" bIns="360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en-US"/>
          </a:p>
        </p:txBody>
      </p:sp>
      <p:sp>
        <p:nvSpPr>
          <p:cNvPr id="4" name="Text Placeholder 10" descr="{&quot;templafy&quot;:{&quot;id&quot;:&quot;16758982-ddbb-44cb-a25e-b1bdd20b65cc&quot;}}">
            <a:extLst>
              <a:ext uri="{FF2B5EF4-FFF2-40B4-BE49-F238E27FC236}">
                <a16:creationId xmlns:a16="http://schemas.microsoft.com/office/drawing/2014/main" id="{B13578B4-3C69-9BC8-F3F1-CEE5FE4828E6}"/>
              </a:ext>
            </a:extLst>
          </p:cNvPr>
          <p:cNvSpPr>
            <a:spLocks noGrp="1"/>
          </p:cNvSpPr>
          <p:nvPr>
            <p:ph type="body" sz="quarter" idx="13" hasCustomPrompt="1"/>
          </p:nvPr>
        </p:nvSpPr>
        <p:spPr>
          <a:xfrm>
            <a:off x="6203136" y="669600"/>
            <a:ext cx="5338463" cy="392400"/>
          </a:xfrm>
        </p:spPr>
        <p:txBody>
          <a:bodyPr/>
          <a:lstStyle>
            <a:lvl1pPr marL="0" indent="0">
              <a:buNone/>
              <a:defRPr sz="1400" spc="300">
                <a:solidFill>
                  <a:schemeClr val="accent5"/>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4113927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image D">
    <p:spTree>
      <p:nvGrpSpPr>
        <p:cNvPr id="1" name=""/>
        <p:cNvGrpSpPr/>
        <p:nvPr/>
      </p:nvGrpSpPr>
      <p:grpSpPr>
        <a:xfrm>
          <a:off x="0" y="0"/>
          <a:ext cx="0" cy="0"/>
          <a:chOff x="0" y="0"/>
          <a:chExt cx="0" cy="0"/>
        </a:xfrm>
      </p:grpSpPr>
      <p:sp>
        <p:nvSpPr>
          <p:cNvPr id="6" name="Picture Placeholder 5" descr="{&quot;templafy&quot;:{&quot;id&quot;:&quot;7c669f64-e257-4976-8dbc-1775b0892afe&quot;}}">
            <a:extLst>
              <a:ext uri="{FF2B5EF4-FFF2-40B4-BE49-F238E27FC236}">
                <a16:creationId xmlns:a16="http://schemas.microsoft.com/office/drawing/2014/main" id="{10ABF3D8-B17A-48A6-B75D-E2CFABE31CDB}"/>
              </a:ext>
            </a:extLst>
          </p:cNvPr>
          <p:cNvSpPr>
            <a:spLocks noGrp="1"/>
          </p:cNvSpPr>
          <p:nvPr>
            <p:ph type="pic" sz="quarter" idx="16" hasCustomPrompt="1"/>
          </p:nvPr>
        </p:nvSpPr>
        <p:spPr>
          <a:xfrm>
            <a:off x="0" y="0"/>
            <a:ext cx="5990400" cy="6858000"/>
          </a:xfrm>
        </p:spPr>
        <p:txBody>
          <a:bodyPr bIns="720000" anchor="ct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US" dirty="0"/>
              <a:t>Click here and add image from Templafy</a:t>
            </a:r>
            <a:endParaRPr lang="en-US"/>
          </a:p>
        </p:txBody>
      </p:sp>
      <p:sp>
        <p:nvSpPr>
          <p:cNvPr id="2" name="Title 1" descr="{&quot;templafy&quot;:{&quot;id&quot;:&quot;b659fb1c-ce26-4481-a73e-38de94df4364&quot;}}"/>
          <p:cNvSpPr>
            <a:spLocks noGrp="1"/>
          </p:cNvSpPr>
          <p:nvPr>
            <p:ph type="title" hasCustomPrompt="1"/>
          </p:nvPr>
        </p:nvSpPr>
        <p:spPr>
          <a:xfrm>
            <a:off x="7128000" y="1062000"/>
            <a:ext cx="4413600" cy="835200"/>
          </a:xfrm>
        </p:spPr>
        <p:txBody>
          <a:bodyPr/>
          <a:lstStyle>
            <a:lvl1pPr>
              <a:defRPr>
                <a:solidFill>
                  <a:schemeClr val="accent1"/>
                </a:solidFill>
              </a:defRPr>
            </a:lvl1pPr>
          </a:lstStyle>
          <a:p>
            <a:r>
              <a:rPr lang="en-US" noProof="0" dirty="0"/>
              <a:t>Click to add title</a:t>
            </a:r>
            <a:endParaRPr lang="en-US"/>
          </a:p>
        </p:txBody>
      </p:sp>
      <p:sp>
        <p:nvSpPr>
          <p:cNvPr id="3" name="Content Placeholder 2" descr="{&quot;templafy&quot;:{&quot;id&quot;:&quot;f6f3b093-29e0-4c0e-990f-584c6e767ec2&quot;}}"/>
          <p:cNvSpPr>
            <a:spLocks noGrp="1"/>
          </p:cNvSpPr>
          <p:nvPr>
            <p:ph idx="1" hasCustomPrompt="1"/>
          </p:nvPr>
        </p:nvSpPr>
        <p:spPr>
          <a:xfrm>
            <a:off x="7128000" y="2044800"/>
            <a:ext cx="4413600" cy="4161600"/>
          </a:xfrm>
        </p:spPr>
        <p:txBody>
          <a:bodyPr/>
          <a:lstStyle>
            <a:lvl1pPr>
              <a:defRPr/>
            </a:lvl1pPr>
          </a:lstStyle>
          <a:p>
            <a:pPr lvl="0"/>
            <a:r>
              <a:rPr lang="en-US" noProof="0" dirty="0"/>
              <a:t>Click to add text</a:t>
            </a:r>
            <a:endParaRPr lang="en-US"/>
          </a:p>
        </p:txBody>
      </p:sp>
      <p:sp>
        <p:nvSpPr>
          <p:cNvPr id="14" name="Text Placeholder 13" descr="{&quot;templafy&quot;:{&quot;id&quot;:&quot;35ac9aca-9342-42c6-bc6f-3042dd7a599a&quot;}}">
            <a:extLst>
              <a:ext uri="{FF2B5EF4-FFF2-40B4-BE49-F238E27FC236}">
                <a16:creationId xmlns:a16="http://schemas.microsoft.com/office/drawing/2014/main" id="{CD24C3BD-6B68-455D-8BAB-E59F02BA3355}"/>
              </a:ext>
            </a:extLst>
          </p:cNvPr>
          <p:cNvSpPr>
            <a:spLocks noGrp="1"/>
          </p:cNvSpPr>
          <p:nvPr>
            <p:ph type="body" sz="quarter" idx="14" hasCustomPrompt="1"/>
          </p:nvPr>
        </p:nvSpPr>
        <p:spPr>
          <a:xfrm>
            <a:off x="648000" y="6408000"/>
            <a:ext cx="3487438" cy="244800"/>
          </a:xfrm>
        </p:spPr>
        <p:txBody>
          <a:bodyPr/>
          <a:lstStyle>
            <a:lvl1pPr marL="0" indent="0">
              <a:buNone/>
              <a:defRPr sz="800" i="1">
                <a:solidFill>
                  <a:schemeClr val="tx2"/>
                </a:solidFill>
                <a:latin typeface="+mj-lt"/>
              </a:defRPr>
            </a:lvl1pPr>
          </a:lstStyle>
          <a:p>
            <a:pPr lvl="0"/>
            <a:r>
              <a:rPr lang="en-US" dirty="0"/>
              <a:t>Click to add text</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a:xfrm>
            <a:off x="11167200" y="248400"/>
            <a:ext cx="374400" cy="180000"/>
          </a:xfrm>
        </p:spPr>
        <p:txBody>
          <a:bodyPr/>
          <a:lstStyle/>
          <a:p>
            <a:fld id="{23AA811B-2EBD-4900-905E-5BE206449611}" type="slidenum">
              <a:rPr lang="en-US" smtClean="0"/>
              <a:pPr/>
              <a:t>‹#›</a:t>
            </a:fld>
            <a:endParaRPr lang="en-US" dirty="0"/>
          </a:p>
        </p:txBody>
      </p:sp>
      <p:sp>
        <p:nvSpPr>
          <p:cNvPr id="5" name="Content Placeholder 4" descr="{&quot;templafy&quot;:{&quot;id&quot;:&quot;9b924f8b-0b9b-45d4-a73a-d26f27f768ce&quot;}}">
            <a:extLst>
              <a:ext uri="{FF2B5EF4-FFF2-40B4-BE49-F238E27FC236}">
                <a16:creationId xmlns:a16="http://schemas.microsoft.com/office/drawing/2014/main" id="{DD9AB3A2-4DAB-4225-9E04-C68302BDBFE1}"/>
              </a:ext>
            </a:extLst>
          </p:cNvPr>
          <p:cNvSpPr>
            <a:spLocks noGrp="1"/>
          </p:cNvSpPr>
          <p:nvPr>
            <p:ph sz="quarter" idx="15" hasCustomPrompt="1"/>
          </p:nvPr>
        </p:nvSpPr>
        <p:spPr>
          <a:xfrm>
            <a:off x="0" y="658800"/>
            <a:ext cx="6202800" cy="1962000"/>
          </a:xfrm>
          <a:solidFill>
            <a:srgbClr val="1C54F3"/>
          </a:solidFill>
        </p:spPr>
        <p:txBody>
          <a:bodyPr lIns="432000" tIns="396000" rIns="648000" bIns="360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en-US"/>
          </a:p>
        </p:txBody>
      </p:sp>
      <p:sp>
        <p:nvSpPr>
          <p:cNvPr id="4" name="Text Placeholder 10" descr="{&quot;templafy&quot;:{&quot;id&quot;:&quot;2cea1c6d-4d63-452d-af95-12b88f635e8f&quot;}}">
            <a:extLst>
              <a:ext uri="{FF2B5EF4-FFF2-40B4-BE49-F238E27FC236}">
                <a16:creationId xmlns:a16="http://schemas.microsoft.com/office/drawing/2014/main" id="{1178C311-7959-C15D-7735-C3AB836F4133}"/>
              </a:ext>
            </a:extLst>
          </p:cNvPr>
          <p:cNvSpPr>
            <a:spLocks noGrp="1"/>
          </p:cNvSpPr>
          <p:nvPr>
            <p:ph type="body" sz="quarter" idx="13" hasCustomPrompt="1"/>
          </p:nvPr>
        </p:nvSpPr>
        <p:spPr>
          <a:xfrm>
            <a:off x="7127999" y="669600"/>
            <a:ext cx="4413600" cy="392400"/>
          </a:xfrm>
        </p:spPr>
        <p:txBody>
          <a:bodyPr/>
          <a:lstStyle>
            <a:lvl1pPr marL="0" indent="0">
              <a:buNone/>
              <a:defRPr sz="1400" spc="300">
                <a:solidFill>
                  <a:schemeClr val="accent5"/>
                </a:solidFill>
                <a:latin typeface="+mn-lt"/>
              </a:defRPr>
            </a:lvl1pPr>
          </a:lstStyle>
          <a:p>
            <a:pPr lvl="0"/>
            <a:r>
              <a:rPr lang="en-US" dirty="0"/>
              <a:t>Click to add header</a:t>
            </a:r>
            <a:endParaRPr lang="en-US"/>
          </a:p>
        </p:txBody>
      </p:sp>
    </p:spTree>
    <p:extLst>
      <p:ext uri="{BB962C8B-B14F-4D97-AF65-F5344CB8AC3E}">
        <p14:creationId xmlns:p14="http://schemas.microsoft.com/office/powerpoint/2010/main" val="2727334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A">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8C45125-9950-48C5-BE2B-5A54D7E1387B}"/>
              </a:ext>
            </a:extLst>
          </p:cNvPr>
          <p:cNvSpPr txBox="1"/>
          <p:nvPr userDrawn="1"/>
        </p:nvSpPr>
        <p:spPr>
          <a:xfrm>
            <a:off x="647700" y="89982"/>
            <a:ext cx="3868254" cy="3062377"/>
          </a:xfrm>
          <a:prstGeom prst="rect">
            <a:avLst/>
          </a:prstGeom>
          <a:noFill/>
        </p:spPr>
        <p:txBody>
          <a:bodyPr wrap="square" lIns="0" tIns="0" rIns="0" bIns="0" rtlCol="0">
            <a:spAutoFit/>
          </a:bodyPr>
          <a:lstStyle/>
          <a:p>
            <a:r>
              <a:rPr lang="en-US" sz="19900" dirty="0">
                <a:solidFill>
                  <a:schemeClr val="accent1"/>
                </a:solidFill>
              </a:rPr>
              <a:t>“</a:t>
            </a:r>
            <a:endParaRPr lang="en-US"/>
          </a:p>
        </p:txBody>
      </p:sp>
      <p:sp>
        <p:nvSpPr>
          <p:cNvPr id="2" name="Title 1" descr="{&quot;templafy&quot;:{&quot;id&quot;:&quot;d318290c-71fc-43f6-b145-6378f7ecda29&quot;}}"/>
          <p:cNvSpPr>
            <a:spLocks noGrp="1"/>
          </p:cNvSpPr>
          <p:nvPr>
            <p:ph type="title" hasCustomPrompt="1"/>
          </p:nvPr>
        </p:nvSpPr>
        <p:spPr>
          <a:xfrm>
            <a:off x="648000" y="1576800"/>
            <a:ext cx="9039600" cy="2847600"/>
          </a:xfrm>
        </p:spPr>
        <p:txBody>
          <a:bodyPr/>
          <a:lstStyle>
            <a:lvl1pPr>
              <a:defRPr>
                <a:solidFill>
                  <a:schemeClr val="tx1"/>
                </a:solidFill>
              </a:defRPr>
            </a:lvl1pPr>
          </a:lstStyle>
          <a:p>
            <a:r>
              <a:rPr lang="en-US" noProof="0" dirty="0"/>
              <a:t>Click to add quote</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2"/>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2"/>
                </a:solidFill>
              </a:defRPr>
            </a:lvl1pPr>
          </a:lstStyle>
          <a:p>
            <a:fld id="{23AA811B-2EBD-4900-905E-5BE206449611}" type="slidenum">
              <a:rPr lang="en-US" smtClean="0"/>
              <a:pPr/>
              <a:t>‹#›</a:t>
            </a:fld>
            <a:endParaRPr lang="en-US" dirty="0"/>
          </a:p>
        </p:txBody>
      </p:sp>
      <p:sp>
        <p:nvSpPr>
          <p:cNvPr id="5" name="Text Placeholder 4" descr="{&quot;templafy&quot;:{&quot;id&quot;:&quot;20bc8772-d908-4500-8e62-715fcfd8d112&quot;}}">
            <a:extLst>
              <a:ext uri="{FF2B5EF4-FFF2-40B4-BE49-F238E27FC236}">
                <a16:creationId xmlns:a16="http://schemas.microsoft.com/office/drawing/2014/main" id="{B77F94BD-6275-4D89-81F8-9C249242B260}"/>
              </a:ext>
            </a:extLst>
          </p:cNvPr>
          <p:cNvSpPr>
            <a:spLocks noGrp="1"/>
          </p:cNvSpPr>
          <p:nvPr>
            <p:ph type="body" sz="quarter" idx="15" hasCustomPrompt="1"/>
          </p:nvPr>
        </p:nvSpPr>
        <p:spPr>
          <a:xfrm>
            <a:off x="0" y="4910400"/>
            <a:ext cx="5781600" cy="648000"/>
          </a:xfrm>
          <a:solidFill>
            <a:schemeClr val="accent1"/>
          </a:solidFill>
        </p:spPr>
        <p:txBody>
          <a:bodyPr vert="horz" lIns="648000" tIns="0" rIns="0" bIns="0" rtlCol="0" anchor="ctr">
            <a:noAutofit/>
          </a:bodyPr>
          <a:lstStyle>
            <a:lvl1pPr marL="0" indent="0">
              <a:buFont typeface="Arial" panose="020B0604020202020204" pitchFamily="34" charset="0"/>
              <a:buChar char="​"/>
              <a:defRPr lang="en-US" sz="2800" dirty="0" smtClean="0">
                <a:solidFill>
                  <a:schemeClr val="bg1"/>
                </a:solidFill>
                <a:latin typeface="+mj-lt"/>
              </a:defRPr>
            </a:lvl1pPr>
            <a:lvl2pPr marL="216000" indent="0">
              <a:buNone/>
              <a:defRPr lang="en-US" dirty="0" smtClean="0">
                <a:solidFill>
                  <a:schemeClr val="tx2"/>
                </a:solidFill>
              </a:defRPr>
            </a:lvl2pPr>
            <a:lvl3pPr>
              <a:defRPr lang="en-US" dirty="0" smtClean="0">
                <a:solidFill>
                  <a:schemeClr val="tx2"/>
                </a:solidFill>
              </a:defRPr>
            </a:lvl3pPr>
            <a:lvl4pPr>
              <a:defRPr lang="en-US" dirty="0" smtClean="0"/>
            </a:lvl4pPr>
            <a:lvl5pPr>
              <a:defRPr lang="en-GB" dirty="0">
                <a:solidFill>
                  <a:schemeClr val="tx2"/>
                </a:solidFill>
              </a:defRPr>
            </a:lvl5pPr>
          </a:lstStyle>
          <a:p>
            <a:pPr marL="216000" lvl="0" indent="-216000"/>
            <a:r>
              <a:rPr lang="en-US" dirty="0"/>
              <a:t>Click to add name</a:t>
            </a:r>
            <a:endParaRPr lang="en-US"/>
          </a:p>
        </p:txBody>
      </p:sp>
    </p:spTree>
    <p:extLst>
      <p:ext uri="{BB962C8B-B14F-4D97-AF65-F5344CB8AC3E}">
        <p14:creationId xmlns:p14="http://schemas.microsoft.com/office/powerpoint/2010/main" val="21532524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Negative">
    <p:bg>
      <p:bgPr>
        <a:solidFill>
          <a:schemeClr val="accent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8C45125-9950-48C5-BE2B-5A54D7E1387B}"/>
              </a:ext>
            </a:extLst>
          </p:cNvPr>
          <p:cNvSpPr txBox="1"/>
          <p:nvPr userDrawn="1"/>
        </p:nvSpPr>
        <p:spPr>
          <a:xfrm>
            <a:off x="647700" y="89982"/>
            <a:ext cx="3868254" cy="3062377"/>
          </a:xfrm>
          <a:prstGeom prst="rect">
            <a:avLst/>
          </a:prstGeom>
          <a:noFill/>
        </p:spPr>
        <p:txBody>
          <a:bodyPr wrap="square" lIns="0" tIns="0" rIns="0" bIns="0" rtlCol="0">
            <a:spAutoFit/>
          </a:bodyPr>
          <a:lstStyle/>
          <a:p>
            <a:r>
              <a:rPr lang="en-US" sz="19900" dirty="0">
                <a:solidFill>
                  <a:schemeClr val="bg1"/>
                </a:solidFill>
              </a:rPr>
              <a:t>“</a:t>
            </a:r>
            <a:endParaRPr lang="en-US"/>
          </a:p>
        </p:txBody>
      </p:sp>
      <p:sp>
        <p:nvSpPr>
          <p:cNvPr id="2" name="Title 1" descr="{&quot;templafy&quot;:{&quot;id&quot;:&quot;9d5f2d91-4ad5-4e1b-9e5e-a4e12951ffb5&quot;}}"/>
          <p:cNvSpPr>
            <a:spLocks noGrp="1"/>
          </p:cNvSpPr>
          <p:nvPr>
            <p:ph type="title" hasCustomPrompt="1"/>
          </p:nvPr>
        </p:nvSpPr>
        <p:spPr>
          <a:xfrm>
            <a:off x="648000" y="1576800"/>
            <a:ext cx="9039600" cy="2847600"/>
          </a:xfrm>
        </p:spPr>
        <p:txBody>
          <a:bodyPr/>
          <a:lstStyle>
            <a:lvl1pPr>
              <a:defRPr>
                <a:solidFill>
                  <a:schemeClr val="bg1"/>
                </a:solidFill>
              </a:defRPr>
            </a:lvl1pPr>
          </a:lstStyle>
          <a:p>
            <a:r>
              <a:rPr lang="en-US" noProof="0" dirty="0"/>
              <a:t>Click to add quote</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bg1"/>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bg1"/>
                </a:solidFill>
              </a:defRPr>
            </a:lvl1pPr>
          </a:lstStyle>
          <a:p>
            <a:fld id="{23AA811B-2EBD-4900-905E-5BE206449611}" type="slidenum">
              <a:rPr lang="en-US" smtClean="0"/>
              <a:pPr/>
              <a:t>‹#›</a:t>
            </a:fld>
            <a:endParaRPr lang="en-US" dirty="0"/>
          </a:p>
        </p:txBody>
      </p:sp>
      <p:sp>
        <p:nvSpPr>
          <p:cNvPr id="5" name="Text Placeholder 4" descr="{&quot;templafy&quot;:{&quot;id&quot;:&quot;ac60e998-5aa9-4ade-9cd5-6ea327b51dfd&quot;}}">
            <a:extLst>
              <a:ext uri="{FF2B5EF4-FFF2-40B4-BE49-F238E27FC236}">
                <a16:creationId xmlns:a16="http://schemas.microsoft.com/office/drawing/2014/main" id="{B77F94BD-6275-4D89-81F8-9C249242B260}"/>
              </a:ext>
            </a:extLst>
          </p:cNvPr>
          <p:cNvSpPr>
            <a:spLocks noGrp="1"/>
          </p:cNvSpPr>
          <p:nvPr>
            <p:ph type="body" sz="quarter" idx="15" hasCustomPrompt="1"/>
          </p:nvPr>
        </p:nvSpPr>
        <p:spPr>
          <a:xfrm>
            <a:off x="0" y="4910400"/>
            <a:ext cx="5781600" cy="648000"/>
          </a:xfrm>
          <a:solidFill>
            <a:schemeClr val="accent3"/>
          </a:solidFill>
        </p:spPr>
        <p:txBody>
          <a:bodyPr vert="horz" lIns="648000" tIns="0" rIns="0" bIns="0" rtlCol="0" anchor="ctr">
            <a:noAutofit/>
          </a:bodyPr>
          <a:lstStyle>
            <a:lvl1pPr marL="0" indent="0">
              <a:buFont typeface="Arial" panose="020B0604020202020204" pitchFamily="34" charset="0"/>
              <a:buChar char="​"/>
              <a:defRPr lang="en-US" sz="2800" dirty="0" smtClean="0">
                <a:solidFill>
                  <a:schemeClr val="tx2"/>
                </a:solidFill>
                <a:latin typeface="+mj-lt"/>
              </a:defRPr>
            </a:lvl1pPr>
            <a:lvl2pPr marL="216000" indent="0">
              <a:buNone/>
              <a:defRPr lang="en-US" dirty="0" smtClean="0">
                <a:solidFill>
                  <a:schemeClr val="tx2"/>
                </a:solidFill>
              </a:defRPr>
            </a:lvl2pPr>
            <a:lvl3pPr>
              <a:defRPr lang="en-US" dirty="0" smtClean="0">
                <a:solidFill>
                  <a:schemeClr val="tx2"/>
                </a:solidFill>
              </a:defRPr>
            </a:lvl3pPr>
            <a:lvl4pPr>
              <a:defRPr lang="en-US" dirty="0" smtClean="0"/>
            </a:lvl4pPr>
            <a:lvl5pPr>
              <a:defRPr lang="en-GB" dirty="0">
                <a:solidFill>
                  <a:schemeClr val="tx2"/>
                </a:solidFill>
              </a:defRPr>
            </a:lvl5pPr>
          </a:lstStyle>
          <a:p>
            <a:pPr marL="216000" lvl="0" indent="-216000"/>
            <a:r>
              <a:rPr lang="en-US" dirty="0"/>
              <a:t>Click to add name</a:t>
            </a:r>
            <a:endParaRPr lang="en-US"/>
          </a:p>
        </p:txBody>
      </p:sp>
      <p:cxnSp>
        <p:nvCxnSpPr>
          <p:cNvPr id="12" name="Straight Connector 11">
            <a:extLst>
              <a:ext uri="{FF2B5EF4-FFF2-40B4-BE49-F238E27FC236}">
                <a16:creationId xmlns:a16="http://schemas.microsoft.com/office/drawing/2014/main" id="{DD0E7878-9FDC-49B7-8852-D4754F87880A}"/>
              </a:ext>
            </a:extLst>
          </p:cNvPr>
          <p:cNvCxnSpPr/>
          <p:nvPr userDrawn="1"/>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0533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B">
    <p:spTree>
      <p:nvGrpSpPr>
        <p:cNvPr id="1" name=""/>
        <p:cNvGrpSpPr/>
        <p:nvPr/>
      </p:nvGrpSpPr>
      <p:grpSpPr>
        <a:xfrm>
          <a:off x="0" y="0"/>
          <a:ext cx="0" cy="0"/>
          <a:chOff x="0" y="0"/>
          <a:chExt cx="0" cy="0"/>
        </a:xfrm>
      </p:grpSpPr>
      <p:sp>
        <p:nvSpPr>
          <p:cNvPr id="2" name="Title 1" descr="{&quot;templafy&quot;:{&quot;id&quot;:&quot;40514eb1-b0dd-442c-b96e-54957c0d6692&quot;}}"/>
          <p:cNvSpPr>
            <a:spLocks noGrp="1"/>
          </p:cNvSpPr>
          <p:nvPr>
            <p:ph type="title" hasCustomPrompt="1"/>
          </p:nvPr>
        </p:nvSpPr>
        <p:spPr>
          <a:xfrm>
            <a:off x="717700" y="1693647"/>
            <a:ext cx="9048600" cy="2995263"/>
          </a:xfrm>
        </p:spPr>
        <p:txBody>
          <a:bodyPr anchor="ctr"/>
          <a:lstStyle>
            <a:lvl1pPr>
              <a:lnSpc>
                <a:spcPct val="100000"/>
              </a:lnSpc>
              <a:defRPr>
                <a:solidFill>
                  <a:schemeClr val="tx2"/>
                </a:solidFill>
              </a:defRPr>
            </a:lvl1pPr>
          </a:lstStyle>
          <a:p>
            <a:r>
              <a:rPr lang="en-US" noProof="0" dirty="0"/>
              <a:t>Click to add quote</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2"/>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2"/>
                </a:solidFill>
              </a:defRPr>
            </a:lvl1pPr>
          </a:lstStyle>
          <a:p>
            <a:fld id="{23AA811B-2EBD-4900-905E-5BE206449611}" type="slidenum">
              <a:rPr lang="en-US" smtClean="0"/>
              <a:pPr/>
              <a:t>‹#›</a:t>
            </a:fld>
            <a:endParaRPr lang="en-US" dirty="0"/>
          </a:p>
        </p:txBody>
      </p:sp>
      <p:sp>
        <p:nvSpPr>
          <p:cNvPr id="5" name="Text Placeholder 4" descr="{&quot;templafy&quot;:{&quot;id&quot;:&quot;db21ff3e-b595-404c-ab09-96e29a8f1044&quot;}}">
            <a:extLst>
              <a:ext uri="{FF2B5EF4-FFF2-40B4-BE49-F238E27FC236}">
                <a16:creationId xmlns:a16="http://schemas.microsoft.com/office/drawing/2014/main" id="{B77F94BD-6275-4D89-81F8-9C249242B260}"/>
              </a:ext>
            </a:extLst>
          </p:cNvPr>
          <p:cNvSpPr>
            <a:spLocks noGrp="1"/>
          </p:cNvSpPr>
          <p:nvPr>
            <p:ph type="body" sz="quarter" idx="15" hasCustomPrompt="1"/>
          </p:nvPr>
        </p:nvSpPr>
        <p:spPr>
          <a:xfrm>
            <a:off x="1041400" y="5559706"/>
            <a:ext cx="4508500" cy="648000"/>
          </a:xfrm>
          <a:noFill/>
        </p:spPr>
        <p:txBody>
          <a:bodyPr vert="horz" lIns="0" tIns="0" rIns="0" bIns="0" rtlCol="0" anchor="ctr">
            <a:noAutofit/>
          </a:bodyPr>
          <a:lstStyle>
            <a:lvl1pPr marL="0" indent="0">
              <a:buFont typeface="Arial" panose="020B0604020202020204" pitchFamily="34" charset="0"/>
              <a:buChar char="​"/>
              <a:defRPr lang="en-US" sz="2000" dirty="0" smtClean="0">
                <a:solidFill>
                  <a:schemeClr val="tx2"/>
                </a:solidFill>
                <a:latin typeface="+mj-lt"/>
              </a:defRPr>
            </a:lvl1pPr>
            <a:lvl2pPr marL="216000" indent="0">
              <a:buNone/>
              <a:defRPr lang="en-US" dirty="0" smtClean="0">
                <a:solidFill>
                  <a:schemeClr val="tx2"/>
                </a:solidFill>
              </a:defRPr>
            </a:lvl2pPr>
            <a:lvl3pPr>
              <a:defRPr lang="en-US" dirty="0" smtClean="0">
                <a:solidFill>
                  <a:schemeClr val="tx2"/>
                </a:solidFill>
              </a:defRPr>
            </a:lvl3pPr>
            <a:lvl4pPr>
              <a:defRPr lang="en-US" dirty="0" smtClean="0"/>
            </a:lvl4pPr>
            <a:lvl5pPr>
              <a:defRPr lang="en-GB" dirty="0">
                <a:solidFill>
                  <a:schemeClr val="tx2"/>
                </a:solidFill>
              </a:defRPr>
            </a:lvl5pPr>
          </a:lstStyle>
          <a:p>
            <a:pPr marL="216000" lvl="0" indent="-216000"/>
            <a:r>
              <a:rPr lang="en-US" dirty="0"/>
              <a:t>Click to add name</a:t>
            </a:r>
            <a:endParaRPr lang="en-US"/>
          </a:p>
        </p:txBody>
      </p:sp>
      <p:cxnSp>
        <p:nvCxnSpPr>
          <p:cNvPr id="4" name="Straight Connector 3">
            <a:extLst>
              <a:ext uri="{FF2B5EF4-FFF2-40B4-BE49-F238E27FC236}">
                <a16:creationId xmlns:a16="http://schemas.microsoft.com/office/drawing/2014/main" id="{B97D9B37-6798-476C-19F7-6F7C9950D5DD}"/>
              </a:ext>
            </a:extLst>
          </p:cNvPr>
          <p:cNvCxnSpPr>
            <a:cxnSpLocks/>
          </p:cNvCxnSpPr>
          <p:nvPr userDrawn="1"/>
        </p:nvCxnSpPr>
        <p:spPr>
          <a:xfrm>
            <a:off x="717700" y="5181315"/>
            <a:ext cx="62292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1E859C3-8A7F-3763-DC2A-AFC68401F3BD}"/>
              </a:ext>
            </a:extLst>
          </p:cNvPr>
          <p:cNvSpPr txBox="1"/>
          <p:nvPr userDrawn="1"/>
        </p:nvSpPr>
        <p:spPr>
          <a:xfrm>
            <a:off x="717700" y="5729817"/>
            <a:ext cx="323700" cy="307777"/>
          </a:xfrm>
          <a:prstGeom prst="rect">
            <a:avLst/>
          </a:prstGeom>
          <a:noFill/>
        </p:spPr>
        <p:txBody>
          <a:bodyPr wrap="square" lIns="0" tIns="0" rIns="0" bIns="0" rtlCol="0">
            <a:spAutoFit/>
          </a:bodyPr>
          <a:lstStyle/>
          <a:p>
            <a:r>
              <a:rPr lang="en-US" sz="2000" dirty="0">
                <a:solidFill>
                  <a:schemeClr val="accent1"/>
                </a:solidFill>
              </a:rPr>
              <a:t>-</a:t>
            </a:r>
            <a:endParaRPr lang="en-US"/>
          </a:p>
        </p:txBody>
      </p:sp>
      <p:grpSp>
        <p:nvGrpSpPr>
          <p:cNvPr id="10" name="Group 9">
            <a:extLst>
              <a:ext uri="{FF2B5EF4-FFF2-40B4-BE49-F238E27FC236}">
                <a16:creationId xmlns:a16="http://schemas.microsoft.com/office/drawing/2014/main" id="{05ED8C1B-A7BB-0F6C-F663-D65EE01F054B}"/>
              </a:ext>
            </a:extLst>
          </p:cNvPr>
          <p:cNvGrpSpPr/>
          <p:nvPr userDrawn="1"/>
        </p:nvGrpSpPr>
        <p:grpSpPr>
          <a:xfrm rot="10800000">
            <a:off x="7954000" y="3437066"/>
            <a:ext cx="2076300" cy="1731548"/>
            <a:chOff x="4083050" y="1847850"/>
            <a:chExt cx="3796483" cy="3166109"/>
          </a:xfrm>
          <a:solidFill>
            <a:schemeClr val="tx2">
              <a:alpha val="6405"/>
            </a:schemeClr>
          </a:solidFill>
        </p:grpSpPr>
        <p:sp>
          <p:nvSpPr>
            <p:cNvPr id="13" name="Freeform 12">
              <a:extLst>
                <a:ext uri="{FF2B5EF4-FFF2-40B4-BE49-F238E27FC236}">
                  <a16:creationId xmlns:a16="http://schemas.microsoft.com/office/drawing/2014/main" id="{60425043-8AE4-13F9-6FB3-E3BA18177BEA}"/>
                </a:ext>
              </a:extLst>
            </p:cNvPr>
            <p:cNvSpPr/>
            <p:nvPr/>
          </p:nvSpPr>
          <p:spPr>
            <a:xfrm>
              <a:off x="6173046" y="1847850"/>
              <a:ext cx="1706487"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74C07EFF-B85C-8032-FE24-45A60893150B}"/>
                </a:ext>
              </a:extLst>
            </p:cNvPr>
            <p:cNvSpPr/>
            <p:nvPr/>
          </p:nvSpPr>
          <p:spPr>
            <a:xfrm>
              <a:off x="4083050" y="1847850"/>
              <a:ext cx="1706486"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US"/>
            </a:p>
          </p:txBody>
        </p:sp>
      </p:grpSp>
      <p:grpSp>
        <p:nvGrpSpPr>
          <p:cNvPr id="16" name="Group 15">
            <a:extLst>
              <a:ext uri="{FF2B5EF4-FFF2-40B4-BE49-F238E27FC236}">
                <a16:creationId xmlns:a16="http://schemas.microsoft.com/office/drawing/2014/main" id="{23F05E6E-D0AB-DC56-5B1E-7C4D608E8FA4}"/>
              </a:ext>
            </a:extLst>
          </p:cNvPr>
          <p:cNvGrpSpPr/>
          <p:nvPr userDrawn="1"/>
        </p:nvGrpSpPr>
        <p:grpSpPr>
          <a:xfrm>
            <a:off x="514500" y="1059558"/>
            <a:ext cx="2076300" cy="1731548"/>
            <a:chOff x="4083050" y="1847850"/>
            <a:chExt cx="3796483" cy="3166109"/>
          </a:xfrm>
          <a:solidFill>
            <a:schemeClr val="tx2">
              <a:alpha val="6405"/>
            </a:schemeClr>
          </a:solidFill>
        </p:grpSpPr>
        <p:sp>
          <p:nvSpPr>
            <p:cNvPr id="17" name="Freeform 16">
              <a:extLst>
                <a:ext uri="{FF2B5EF4-FFF2-40B4-BE49-F238E27FC236}">
                  <a16:creationId xmlns:a16="http://schemas.microsoft.com/office/drawing/2014/main" id="{59612DA8-BB91-9656-4B95-5C842B4E8887}"/>
                </a:ext>
              </a:extLst>
            </p:cNvPr>
            <p:cNvSpPr/>
            <p:nvPr/>
          </p:nvSpPr>
          <p:spPr>
            <a:xfrm>
              <a:off x="6173046" y="1847850"/>
              <a:ext cx="1706487"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345DFC9-810A-141B-A802-DFDBD9436C6A}"/>
                </a:ext>
              </a:extLst>
            </p:cNvPr>
            <p:cNvSpPr/>
            <p:nvPr/>
          </p:nvSpPr>
          <p:spPr>
            <a:xfrm>
              <a:off x="4083050" y="1847850"/>
              <a:ext cx="1706486"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US"/>
            </a:p>
          </p:txBody>
        </p:sp>
      </p:grpSp>
    </p:spTree>
    <p:extLst>
      <p:ext uri="{BB962C8B-B14F-4D97-AF65-F5344CB8AC3E}">
        <p14:creationId xmlns:p14="http://schemas.microsoft.com/office/powerpoint/2010/main" val="30430108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Quote Negative">
    <p:bg>
      <p:bgPr>
        <a:solidFill>
          <a:schemeClr val="accent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330D7FE-34D1-FB43-5165-8FB437A39519}"/>
              </a:ext>
            </a:extLst>
          </p:cNvPr>
          <p:cNvGrpSpPr/>
          <p:nvPr userDrawn="1"/>
        </p:nvGrpSpPr>
        <p:grpSpPr>
          <a:xfrm>
            <a:off x="1338100" y="1222072"/>
            <a:ext cx="9515800" cy="4109056"/>
            <a:chOff x="514500" y="1059558"/>
            <a:chExt cx="9515800" cy="4109056"/>
          </a:xfrm>
        </p:grpSpPr>
        <p:grpSp>
          <p:nvGrpSpPr>
            <p:cNvPr id="3" name="Group 2">
              <a:extLst>
                <a:ext uri="{FF2B5EF4-FFF2-40B4-BE49-F238E27FC236}">
                  <a16:creationId xmlns:a16="http://schemas.microsoft.com/office/drawing/2014/main" id="{2AA7B16C-A409-81C7-B28B-8AF29448DC86}"/>
                </a:ext>
              </a:extLst>
            </p:cNvPr>
            <p:cNvGrpSpPr/>
            <p:nvPr userDrawn="1"/>
          </p:nvGrpSpPr>
          <p:grpSpPr>
            <a:xfrm rot="10800000">
              <a:off x="7954000" y="3437066"/>
              <a:ext cx="2076300" cy="1731548"/>
              <a:chOff x="4083050" y="1847850"/>
              <a:chExt cx="3796483" cy="3166109"/>
            </a:xfrm>
            <a:solidFill>
              <a:schemeClr val="bg1">
                <a:alpha val="6405"/>
              </a:schemeClr>
            </a:solidFill>
          </p:grpSpPr>
          <p:sp>
            <p:nvSpPr>
              <p:cNvPr id="4" name="Freeform 3">
                <a:extLst>
                  <a:ext uri="{FF2B5EF4-FFF2-40B4-BE49-F238E27FC236}">
                    <a16:creationId xmlns:a16="http://schemas.microsoft.com/office/drawing/2014/main" id="{EC1BA4F8-76BC-2E55-4198-1C6F7305EE41}"/>
                  </a:ext>
                </a:extLst>
              </p:cNvPr>
              <p:cNvSpPr/>
              <p:nvPr/>
            </p:nvSpPr>
            <p:spPr>
              <a:xfrm>
                <a:off x="6173046" y="1847850"/>
                <a:ext cx="1706487"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US" dirty="0"/>
              </a:p>
            </p:txBody>
          </p:sp>
          <p:sp>
            <p:nvSpPr>
              <p:cNvPr id="6" name="Freeform 5">
                <a:extLst>
                  <a:ext uri="{FF2B5EF4-FFF2-40B4-BE49-F238E27FC236}">
                    <a16:creationId xmlns:a16="http://schemas.microsoft.com/office/drawing/2014/main" id="{D2E42CEF-D02A-49B5-E6BB-1F65D72C056C}"/>
                  </a:ext>
                </a:extLst>
              </p:cNvPr>
              <p:cNvSpPr/>
              <p:nvPr/>
            </p:nvSpPr>
            <p:spPr>
              <a:xfrm>
                <a:off x="4083050" y="1847850"/>
                <a:ext cx="1706486"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0FDF3708-8F91-21AB-98BE-B0EB83017487}"/>
                </a:ext>
              </a:extLst>
            </p:cNvPr>
            <p:cNvGrpSpPr/>
            <p:nvPr userDrawn="1"/>
          </p:nvGrpSpPr>
          <p:grpSpPr>
            <a:xfrm>
              <a:off x="514500" y="1059558"/>
              <a:ext cx="2076300" cy="1731548"/>
              <a:chOff x="4083050" y="1847850"/>
              <a:chExt cx="3796483" cy="3166109"/>
            </a:xfrm>
            <a:solidFill>
              <a:schemeClr val="bg1">
                <a:alpha val="6405"/>
              </a:schemeClr>
            </a:solidFill>
          </p:grpSpPr>
          <p:sp>
            <p:nvSpPr>
              <p:cNvPr id="11" name="Freeform 10">
                <a:extLst>
                  <a:ext uri="{FF2B5EF4-FFF2-40B4-BE49-F238E27FC236}">
                    <a16:creationId xmlns:a16="http://schemas.microsoft.com/office/drawing/2014/main" id="{3981CFFB-DFDD-91F7-F8D6-C1985C77510C}"/>
                  </a:ext>
                </a:extLst>
              </p:cNvPr>
              <p:cNvSpPr/>
              <p:nvPr/>
            </p:nvSpPr>
            <p:spPr>
              <a:xfrm>
                <a:off x="6173046" y="1847850"/>
                <a:ext cx="1706487"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1ED70587-B333-E2A0-023A-736EF5700E6F}"/>
                  </a:ext>
                </a:extLst>
              </p:cNvPr>
              <p:cNvSpPr/>
              <p:nvPr/>
            </p:nvSpPr>
            <p:spPr>
              <a:xfrm>
                <a:off x="4083050" y="1847850"/>
                <a:ext cx="1706486" cy="3166109"/>
              </a:xfrm>
              <a:custGeom>
                <a:avLst/>
                <a:gdLst>
                  <a:gd name="connsiteX0" fmla="*/ 1457128 w 1706486"/>
                  <a:gd name="connsiteY0" fmla="*/ 0 h 3166109"/>
                  <a:gd name="connsiteX1" fmla="*/ 0 w 1706486"/>
                  <a:gd name="connsiteY1" fmla="*/ 2099310 h 3166109"/>
                  <a:gd name="connsiteX2" fmla="*/ 900355 w 1706486"/>
                  <a:gd name="connsiteY2" fmla="*/ 3166110 h 3166109"/>
                  <a:gd name="connsiteX3" fmla="*/ 1706487 w 1706486"/>
                  <a:gd name="connsiteY3" fmla="*/ 2395538 h 3166109"/>
                  <a:gd name="connsiteX4" fmla="*/ 1173507 w 1706486"/>
                  <a:gd name="connsiteY4" fmla="*/ 1707833 h 3166109"/>
                  <a:gd name="connsiteX5" fmla="*/ 794711 w 1706486"/>
                  <a:gd name="connsiteY5" fmla="*/ 1423035 h 3166109"/>
                  <a:gd name="connsiteX6" fmla="*/ 1695066 w 1706486"/>
                  <a:gd name="connsiteY6" fmla="*/ 284798 h 3166109"/>
                  <a:gd name="connsiteX7" fmla="*/ 1457128 w 1706486"/>
                  <a:gd name="connsiteY7" fmla="*/ 0 h 316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486" h="3166109">
                    <a:moveTo>
                      <a:pt x="1457128" y="0"/>
                    </a:moveTo>
                    <a:cubicBezTo>
                      <a:pt x="545352" y="426720"/>
                      <a:pt x="0" y="1221105"/>
                      <a:pt x="0" y="2099310"/>
                    </a:cubicBezTo>
                    <a:cubicBezTo>
                      <a:pt x="0" y="2715578"/>
                      <a:pt x="378796" y="3166110"/>
                      <a:pt x="900355" y="3166110"/>
                    </a:cubicBezTo>
                    <a:cubicBezTo>
                      <a:pt x="1350532" y="3166110"/>
                      <a:pt x="1706487" y="2833688"/>
                      <a:pt x="1706487" y="2395538"/>
                    </a:cubicBezTo>
                    <a:cubicBezTo>
                      <a:pt x="1706487" y="2063115"/>
                      <a:pt x="1493295" y="1790700"/>
                      <a:pt x="1173507" y="1707833"/>
                    </a:cubicBezTo>
                    <a:cubicBezTo>
                      <a:pt x="806132" y="1624965"/>
                      <a:pt x="794711" y="1612583"/>
                      <a:pt x="794711" y="1423035"/>
                    </a:cubicBezTo>
                    <a:cubicBezTo>
                      <a:pt x="794711" y="1007745"/>
                      <a:pt x="1103078" y="616268"/>
                      <a:pt x="1695066" y="284798"/>
                    </a:cubicBezTo>
                    <a:lnTo>
                      <a:pt x="1457128" y="0"/>
                    </a:lnTo>
                    <a:close/>
                  </a:path>
                </a:pathLst>
              </a:custGeom>
              <a:grpFill/>
              <a:ln w="9502" cap="flat">
                <a:noFill/>
                <a:prstDash val="solid"/>
                <a:miter/>
              </a:ln>
            </p:spPr>
            <p:txBody>
              <a:bodyPr rtlCol="0" anchor="ctr"/>
              <a:lstStyle/>
              <a:p>
                <a:endParaRPr lang="en-US"/>
              </a:p>
            </p:txBody>
          </p:sp>
        </p:grpSp>
      </p:grpSp>
      <p:sp>
        <p:nvSpPr>
          <p:cNvPr id="2" name="Title 1" descr="{&quot;templafy&quot;:{&quot;id&quot;:&quot;2634db7a-a8f3-4be9-9fb3-e62776729ff9&quot;}}"/>
          <p:cNvSpPr>
            <a:spLocks noGrp="1"/>
          </p:cNvSpPr>
          <p:nvPr>
            <p:ph type="title" hasCustomPrompt="1"/>
          </p:nvPr>
        </p:nvSpPr>
        <p:spPr>
          <a:xfrm>
            <a:off x="1576200" y="1852800"/>
            <a:ext cx="9039600" cy="2847600"/>
          </a:xfrm>
        </p:spPr>
        <p:txBody>
          <a:bodyPr anchor="ctr"/>
          <a:lstStyle>
            <a:lvl1pPr algn="ctr">
              <a:defRPr sz="4000" b="0" i="0">
                <a:solidFill>
                  <a:schemeClr val="bg1"/>
                </a:solidFill>
                <a:latin typeface="+mj-lt"/>
              </a:defRPr>
            </a:lvl1pPr>
          </a:lstStyle>
          <a:p>
            <a:r>
              <a:rPr lang="en-US" noProof="0" dirty="0"/>
              <a:t>Click to add quote</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bg1"/>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bg1"/>
                </a:solidFill>
              </a:defRPr>
            </a:lvl1pPr>
          </a:lstStyle>
          <a:p>
            <a:fld id="{23AA811B-2EBD-4900-905E-5BE206449611}" type="slidenum">
              <a:rPr lang="en-US" smtClean="0"/>
              <a:pPr/>
              <a:t>‹#›</a:t>
            </a:fld>
            <a:endParaRPr lang="en-US" dirty="0"/>
          </a:p>
        </p:txBody>
      </p:sp>
      <p:sp>
        <p:nvSpPr>
          <p:cNvPr id="5" name="Text Placeholder 4" descr="{&quot;templafy&quot;:{&quot;id&quot;:&quot;6dcf1df2-4c2a-4e88-ae7e-a72494e7e258&quot;}}">
            <a:extLst>
              <a:ext uri="{FF2B5EF4-FFF2-40B4-BE49-F238E27FC236}">
                <a16:creationId xmlns:a16="http://schemas.microsoft.com/office/drawing/2014/main" id="{B77F94BD-6275-4D89-81F8-9C249242B260}"/>
              </a:ext>
            </a:extLst>
          </p:cNvPr>
          <p:cNvSpPr>
            <a:spLocks noGrp="1"/>
          </p:cNvSpPr>
          <p:nvPr>
            <p:ph type="body" sz="quarter" idx="15" hasCustomPrompt="1"/>
          </p:nvPr>
        </p:nvSpPr>
        <p:spPr>
          <a:xfrm>
            <a:off x="3205200" y="5587218"/>
            <a:ext cx="5781600" cy="648000"/>
          </a:xfrm>
          <a:noFill/>
        </p:spPr>
        <p:txBody>
          <a:bodyPr vert="horz" lIns="0" tIns="0" rIns="0" bIns="0" rtlCol="0" anchor="ctr">
            <a:noAutofit/>
          </a:bodyPr>
          <a:lstStyle>
            <a:lvl1pPr marL="0" indent="0" algn="ctr">
              <a:buFont typeface="Arial" panose="020B0604020202020204" pitchFamily="34" charset="0"/>
              <a:buChar char="​"/>
              <a:defRPr lang="en-US" sz="2000" dirty="0" smtClean="0">
                <a:solidFill>
                  <a:schemeClr val="bg1"/>
                </a:solidFill>
                <a:latin typeface="+mj-lt"/>
              </a:defRPr>
            </a:lvl1pPr>
            <a:lvl2pPr marL="216000" indent="0">
              <a:buNone/>
              <a:defRPr lang="en-US" dirty="0" smtClean="0">
                <a:solidFill>
                  <a:schemeClr val="tx2"/>
                </a:solidFill>
              </a:defRPr>
            </a:lvl2pPr>
            <a:lvl3pPr>
              <a:defRPr lang="en-US" dirty="0" smtClean="0">
                <a:solidFill>
                  <a:schemeClr val="tx2"/>
                </a:solidFill>
              </a:defRPr>
            </a:lvl3pPr>
            <a:lvl4pPr>
              <a:defRPr lang="en-US" dirty="0" smtClean="0"/>
            </a:lvl4pPr>
            <a:lvl5pPr>
              <a:defRPr lang="en-GB" dirty="0">
                <a:solidFill>
                  <a:schemeClr val="tx2"/>
                </a:solidFill>
              </a:defRPr>
            </a:lvl5pPr>
          </a:lstStyle>
          <a:p>
            <a:pPr marL="216000" lvl="0" indent="-216000"/>
            <a:r>
              <a:rPr lang="en-US" dirty="0"/>
              <a:t>Click to add name</a:t>
            </a:r>
            <a:endParaRPr lang="en-US"/>
          </a:p>
        </p:txBody>
      </p:sp>
      <p:cxnSp>
        <p:nvCxnSpPr>
          <p:cNvPr id="12" name="Straight Connector 11">
            <a:extLst>
              <a:ext uri="{FF2B5EF4-FFF2-40B4-BE49-F238E27FC236}">
                <a16:creationId xmlns:a16="http://schemas.microsoft.com/office/drawing/2014/main" id="{DD0E7878-9FDC-49B7-8852-D4754F87880A}"/>
              </a:ext>
            </a:extLst>
          </p:cNvPr>
          <p:cNvCxnSpPr/>
          <p:nvPr userDrawn="1"/>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14484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C Negative">
    <p:bg>
      <p:bgPr>
        <a:solidFill>
          <a:schemeClr val="bg1">
            <a:alpha val="0"/>
          </a:schemeClr>
        </a:solidFill>
        <a:effectLst/>
      </p:bgPr>
    </p:bg>
    <p:spTree>
      <p:nvGrpSpPr>
        <p:cNvPr id="1" name=""/>
        <p:cNvGrpSpPr/>
        <p:nvPr/>
      </p:nvGrpSpPr>
      <p:grpSpPr>
        <a:xfrm>
          <a:off x="0" y="0"/>
          <a:ext cx="0" cy="0"/>
          <a:chOff x="0" y="0"/>
          <a:chExt cx="0" cy="0"/>
        </a:xfrm>
      </p:grpSpPr>
      <p:sp>
        <p:nvSpPr>
          <p:cNvPr id="20" name="Picture Placeholder 10" descr="{&quot;templafy&quot;:{&quot;id&quot;:&quot;66ce9d5c-0755-45ac-a2ac-f71893f0f469&quot;}}">
            <a:extLst>
              <a:ext uri="{FF2B5EF4-FFF2-40B4-BE49-F238E27FC236}">
                <a16:creationId xmlns:a16="http://schemas.microsoft.com/office/drawing/2014/main" id="{E02989E5-A20B-4518-A570-D2C3A65B2F79}"/>
              </a:ext>
            </a:extLst>
          </p:cNvPr>
          <p:cNvSpPr>
            <a:spLocks noGrp="1"/>
          </p:cNvSpPr>
          <p:nvPr>
            <p:ph type="pic" sz="quarter" idx="13" hasCustomPrompt="1"/>
          </p:nvPr>
        </p:nvSpPr>
        <p:spPr>
          <a:xfrm>
            <a:off x="2" y="0"/>
            <a:ext cx="12193199" cy="6861600"/>
          </a:xfrm>
          <a:custGeom>
            <a:avLst/>
            <a:gdLst>
              <a:gd name="connsiteX0" fmla="*/ 11860224 w 12193199"/>
              <a:gd name="connsiteY0" fmla="*/ 5768019 h 6861600"/>
              <a:gd name="connsiteX1" fmla="*/ 11860224 w 12193199"/>
              <a:gd name="connsiteY1" fmla="*/ 6526743 h 6861600"/>
              <a:gd name="connsiteX2" fmla="*/ 11583393 w 12193199"/>
              <a:gd name="connsiteY2" fmla="*/ 6526743 h 6861600"/>
              <a:gd name="connsiteX3" fmla="*/ 11583393 w 12193199"/>
              <a:gd name="connsiteY3" fmla="*/ 6541143 h 6861600"/>
              <a:gd name="connsiteX4" fmla="*/ 11860224 w 12193199"/>
              <a:gd name="connsiteY4" fmla="*/ 6541143 h 6861600"/>
              <a:gd name="connsiteX5" fmla="*/ 11860224 w 12193199"/>
              <a:gd name="connsiteY5" fmla="*/ 6542019 h 6861600"/>
              <a:gd name="connsiteX6" fmla="*/ 11874624 w 12193199"/>
              <a:gd name="connsiteY6" fmla="*/ 6542019 h 6861600"/>
              <a:gd name="connsiteX7" fmla="*/ 11874624 w 12193199"/>
              <a:gd name="connsiteY7" fmla="*/ 5768019 h 6861600"/>
              <a:gd name="connsiteX8" fmla="*/ 6206398 w 12193199"/>
              <a:gd name="connsiteY8" fmla="*/ 2246400 h 6861600"/>
              <a:gd name="connsiteX9" fmla="*/ 6206398 w 12193199"/>
              <a:gd name="connsiteY9" fmla="*/ 5342400 h 6861600"/>
              <a:gd name="connsiteX10" fmla="*/ 6411598 w 12193199"/>
              <a:gd name="connsiteY10" fmla="*/ 5342400 h 6861600"/>
              <a:gd name="connsiteX11" fmla="*/ 6411598 w 12193199"/>
              <a:gd name="connsiteY11" fmla="*/ 5556637 h 6861600"/>
              <a:gd name="connsiteX12" fmla="*/ 12193198 w 12193199"/>
              <a:gd name="connsiteY12" fmla="*/ 5556637 h 6861600"/>
              <a:gd name="connsiteX13" fmla="*/ 12193198 w 12193199"/>
              <a:gd name="connsiteY13" fmla="*/ 5342400 h 6861600"/>
              <a:gd name="connsiteX14" fmla="*/ 12193198 w 12193199"/>
              <a:gd name="connsiteY14" fmla="*/ 4266000 h 6861600"/>
              <a:gd name="connsiteX15" fmla="*/ 12193198 w 12193199"/>
              <a:gd name="connsiteY15" fmla="*/ 2246400 h 6861600"/>
              <a:gd name="connsiteX16" fmla="*/ 376999 w 12193199"/>
              <a:gd name="connsiteY16" fmla="*/ 311072 h 6861600"/>
              <a:gd name="connsiteX17" fmla="*/ 301430 w 12193199"/>
              <a:gd name="connsiteY17" fmla="*/ 386641 h 6861600"/>
              <a:gd name="connsiteX18" fmla="*/ 301430 w 12193199"/>
              <a:gd name="connsiteY18" fmla="*/ 960386 h 6861600"/>
              <a:gd name="connsiteX19" fmla="*/ 376999 w 12193199"/>
              <a:gd name="connsiteY19" fmla="*/ 1035955 h 6861600"/>
              <a:gd name="connsiteX20" fmla="*/ 1497644 w 12193199"/>
              <a:gd name="connsiteY20" fmla="*/ 1035955 h 6861600"/>
              <a:gd name="connsiteX21" fmla="*/ 1573213 w 12193199"/>
              <a:gd name="connsiteY21" fmla="*/ 960386 h 6861600"/>
              <a:gd name="connsiteX22" fmla="*/ 1573213 w 12193199"/>
              <a:gd name="connsiteY22" fmla="*/ 386641 h 6861600"/>
              <a:gd name="connsiteX23" fmla="*/ 1497644 w 12193199"/>
              <a:gd name="connsiteY23" fmla="*/ 311072 h 6861600"/>
              <a:gd name="connsiteX24" fmla="*/ 0 w 12193199"/>
              <a:gd name="connsiteY24" fmla="*/ 0 h 6861600"/>
              <a:gd name="connsiteX25" fmla="*/ 11867253 w 12193199"/>
              <a:gd name="connsiteY25" fmla="*/ 0 h 6861600"/>
              <a:gd name="connsiteX26" fmla="*/ 11867253 w 12193199"/>
              <a:gd name="connsiteY26" fmla="*/ 2037600 h 6861600"/>
              <a:gd name="connsiteX27" fmla="*/ 11881653 w 12193199"/>
              <a:gd name="connsiteY27" fmla="*/ 2037600 h 6861600"/>
              <a:gd name="connsiteX28" fmla="*/ 11881653 w 12193199"/>
              <a:gd name="connsiteY28" fmla="*/ 0 h 6861600"/>
              <a:gd name="connsiteX29" fmla="*/ 12193199 w 12193199"/>
              <a:gd name="connsiteY29" fmla="*/ 0 h 6861600"/>
              <a:gd name="connsiteX30" fmla="*/ 12193199 w 12193199"/>
              <a:gd name="connsiteY30" fmla="*/ 6861600 h 6861600"/>
              <a:gd name="connsiteX31" fmla="*/ 0 w 12193199"/>
              <a:gd name="connsiteY31" fmla="*/ 6861600 h 6861600"/>
              <a:gd name="connsiteX32" fmla="*/ 0 w 12193199"/>
              <a:gd name="connsiteY32" fmla="*/ 6541143 h 6861600"/>
              <a:gd name="connsiteX33" fmla="*/ 9709196 w 12193199"/>
              <a:gd name="connsiteY33" fmla="*/ 6541143 h 6861600"/>
              <a:gd name="connsiteX34" fmla="*/ 9709196 w 12193199"/>
              <a:gd name="connsiteY34" fmla="*/ 6526743 h 6861600"/>
              <a:gd name="connsiteX35" fmla="*/ 0 w 12193199"/>
              <a:gd name="connsiteY35" fmla="*/ 6526743 h 686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3199" h="6861600">
                <a:moveTo>
                  <a:pt x="11860224" y="5768019"/>
                </a:moveTo>
                <a:lnTo>
                  <a:pt x="11860224" y="6526743"/>
                </a:lnTo>
                <a:lnTo>
                  <a:pt x="11583393" y="6526743"/>
                </a:lnTo>
                <a:lnTo>
                  <a:pt x="11583393" y="6541143"/>
                </a:lnTo>
                <a:lnTo>
                  <a:pt x="11860224" y="6541143"/>
                </a:lnTo>
                <a:lnTo>
                  <a:pt x="11860224" y="6542019"/>
                </a:lnTo>
                <a:lnTo>
                  <a:pt x="11874624" y="6542019"/>
                </a:lnTo>
                <a:lnTo>
                  <a:pt x="11874624" y="5768019"/>
                </a:lnTo>
                <a:close/>
                <a:moveTo>
                  <a:pt x="6206398" y="2246400"/>
                </a:moveTo>
                <a:lnTo>
                  <a:pt x="6206398" y="5342400"/>
                </a:lnTo>
                <a:lnTo>
                  <a:pt x="6411598" y="5342400"/>
                </a:lnTo>
                <a:lnTo>
                  <a:pt x="6411598" y="5556637"/>
                </a:lnTo>
                <a:lnTo>
                  <a:pt x="12193198" y="5556637"/>
                </a:lnTo>
                <a:lnTo>
                  <a:pt x="12193198" y="5342400"/>
                </a:lnTo>
                <a:lnTo>
                  <a:pt x="12193198" y="4266000"/>
                </a:lnTo>
                <a:lnTo>
                  <a:pt x="12193198" y="2246400"/>
                </a:lnTo>
                <a:close/>
                <a:moveTo>
                  <a:pt x="376999" y="311072"/>
                </a:moveTo>
                <a:cubicBezTo>
                  <a:pt x="335263" y="311072"/>
                  <a:pt x="301430" y="344905"/>
                  <a:pt x="301430" y="386641"/>
                </a:cubicBezTo>
                <a:lnTo>
                  <a:pt x="301430" y="960386"/>
                </a:lnTo>
                <a:cubicBezTo>
                  <a:pt x="301430" y="1002122"/>
                  <a:pt x="335263" y="1035955"/>
                  <a:pt x="376999" y="1035955"/>
                </a:cubicBezTo>
                <a:lnTo>
                  <a:pt x="1497644" y="1035955"/>
                </a:lnTo>
                <a:cubicBezTo>
                  <a:pt x="1539380" y="1035955"/>
                  <a:pt x="1573213" y="1002122"/>
                  <a:pt x="1573213" y="960386"/>
                </a:cubicBezTo>
                <a:lnTo>
                  <a:pt x="1573213" y="386641"/>
                </a:lnTo>
                <a:cubicBezTo>
                  <a:pt x="1573213" y="344905"/>
                  <a:pt x="1539380" y="311072"/>
                  <a:pt x="1497644" y="311072"/>
                </a:cubicBezTo>
                <a:close/>
                <a:moveTo>
                  <a:pt x="0" y="0"/>
                </a:moveTo>
                <a:lnTo>
                  <a:pt x="11867253" y="0"/>
                </a:lnTo>
                <a:lnTo>
                  <a:pt x="11867253" y="2037600"/>
                </a:lnTo>
                <a:lnTo>
                  <a:pt x="11881653" y="2037600"/>
                </a:lnTo>
                <a:lnTo>
                  <a:pt x="11881653" y="0"/>
                </a:lnTo>
                <a:lnTo>
                  <a:pt x="12193199" y="0"/>
                </a:lnTo>
                <a:lnTo>
                  <a:pt x="12193199" y="6861600"/>
                </a:lnTo>
                <a:lnTo>
                  <a:pt x="0" y="6861600"/>
                </a:lnTo>
                <a:lnTo>
                  <a:pt x="0" y="6541143"/>
                </a:lnTo>
                <a:lnTo>
                  <a:pt x="9709196" y="6541143"/>
                </a:lnTo>
                <a:lnTo>
                  <a:pt x="9709196" y="6526743"/>
                </a:lnTo>
                <a:lnTo>
                  <a:pt x="0" y="6526743"/>
                </a:lnTo>
                <a:close/>
              </a:path>
            </a:pathLst>
          </a:custGeom>
          <a:solidFill>
            <a:schemeClr val="accent1"/>
          </a:solidFill>
        </p:spPr>
        <p:txBody>
          <a:bodyPr wrap="square" tIns="648000" bIns="0" anchor="t" anchorCtr="0">
            <a:noAutofit/>
          </a:bodyPr>
          <a:lstStyle>
            <a:lvl1pPr marL="0" marR="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sz="1600">
                <a:solidFill>
                  <a:schemeClr val="tx2"/>
                </a:solidFill>
              </a:defRPr>
            </a:lvl1pPr>
          </a:lstStyle>
          <a:p>
            <a:pPr marL="0" marR="0" lvl="0" indent="0" algn="ctr" defTabSz="914400" rtl="0" eaLnBrk="1" fontAlgn="auto" latinLnBrk="0" hangingPunct="1">
              <a:lnSpc>
                <a:spcPct val="100000"/>
              </a:lnSpc>
              <a:spcBef>
                <a:spcPts val="300"/>
              </a:spcBef>
              <a:spcAft>
                <a:spcPts val="600"/>
              </a:spcAft>
              <a:buClrTx/>
              <a:buSzTx/>
              <a:buFont typeface="Arial" panose="020B0604020202020204" pitchFamily="34" charset="0"/>
              <a:buNone/>
              <a:tabLst/>
              <a:defRPr/>
            </a:pPr>
            <a:r>
              <a:rPr lang="en-US" dirty="0"/>
              <a:t>Click here and add image from Templafy</a:t>
            </a:r>
            <a:endParaRPr lang="en-US"/>
          </a:p>
        </p:txBody>
      </p:sp>
      <p:sp>
        <p:nvSpPr>
          <p:cNvPr id="8" name="Footer Placeholder 7">
            <a:extLst>
              <a:ext uri="{FF2B5EF4-FFF2-40B4-BE49-F238E27FC236}">
                <a16:creationId xmlns:a16="http://schemas.microsoft.com/office/drawing/2014/main" id="{64EBE7A6-B567-41BB-8FC5-4D7E50C44BA8}"/>
              </a:ext>
            </a:extLst>
          </p:cNvPr>
          <p:cNvSpPr>
            <a:spLocks noGrp="1"/>
          </p:cNvSpPr>
          <p:nvPr>
            <p:ph type="ftr" sz="quarter" idx="11"/>
          </p:nvPr>
        </p:nvSpPr>
        <p:spPr/>
        <p:txBody>
          <a:bodyPr/>
          <a:lstStyle>
            <a:lvl1pPr>
              <a:defRPr>
                <a:solidFill>
                  <a:schemeClr val="tx1"/>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F4B48C20-C4DC-46ED-A7E0-2854CD88A8CD}"/>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US" smtClean="0"/>
              <a:pPr/>
              <a:t>‹#›</a:t>
            </a:fld>
            <a:endParaRPr lang="en-US" dirty="0"/>
          </a:p>
        </p:txBody>
      </p:sp>
      <p:cxnSp>
        <p:nvCxnSpPr>
          <p:cNvPr id="10" name="Straight Connector 9">
            <a:extLst>
              <a:ext uri="{FF2B5EF4-FFF2-40B4-BE49-F238E27FC236}">
                <a16:creationId xmlns:a16="http://schemas.microsoft.com/office/drawing/2014/main" id="{792ECD9F-BC02-4C8A-839F-9AC4F4BD0167}"/>
              </a:ext>
            </a:extLst>
          </p:cNvPr>
          <p:cNvCxnSpPr/>
          <p:nvPr userDrawn="1"/>
        </p:nvCxnSpPr>
        <p:spPr>
          <a:xfrm>
            <a:off x="11124763" y="274014"/>
            <a:ext cx="0" cy="1255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28">
            <a:extLst>
              <a:ext uri="{FF2B5EF4-FFF2-40B4-BE49-F238E27FC236}">
                <a16:creationId xmlns:a16="http://schemas.microsoft.com/office/drawing/2014/main" id="{DFD2EEFB-793B-451F-8877-3E8E71B6903D}"/>
              </a:ext>
            </a:extLst>
          </p:cNvPr>
          <p:cNvSpPr>
            <a:spLocks noGrp="1"/>
          </p:cNvSpPr>
          <p:nvPr>
            <p:ph type="body" sz="quarter" idx="14"/>
          </p:nvPr>
        </p:nvSpPr>
        <p:spPr>
          <a:xfrm>
            <a:off x="9708425" y="6367604"/>
            <a:ext cx="1848208" cy="362211"/>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stStyle>
          <a:p>
            <a:pPr lvl="0"/>
            <a:r>
              <a:rPr lang="en-US" dirty="0"/>
              <a:t>Click to edit Master text styles</a:t>
            </a:r>
            <a:endParaRPr lang="en-US"/>
          </a:p>
        </p:txBody>
      </p:sp>
      <p:pic>
        <p:nvPicPr>
          <p:cNvPr id="13" name="Picture 12" descr="A close up of a sign&#10;&#10;Description automatically generated">
            <a:extLst>
              <a:ext uri="{FF2B5EF4-FFF2-40B4-BE49-F238E27FC236}">
                <a16:creationId xmlns:a16="http://schemas.microsoft.com/office/drawing/2014/main" id="{9D5BC5C8-6D09-4570-97BE-22E1C6FDC8D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01430" y="311072"/>
            <a:ext cx="1271783" cy="724884"/>
          </a:xfrm>
          <a:prstGeom prst="rect">
            <a:avLst/>
          </a:prstGeom>
        </p:spPr>
      </p:pic>
      <p:sp>
        <p:nvSpPr>
          <p:cNvPr id="15" name="Content Placeholder 2" descr="{&quot;templafy&quot;:{&quot;id&quot;:&quot;447dc712-2f17-4038-86ae-3aa009d54eec&quot;}}">
            <a:extLst>
              <a:ext uri="{FF2B5EF4-FFF2-40B4-BE49-F238E27FC236}">
                <a16:creationId xmlns:a16="http://schemas.microsoft.com/office/drawing/2014/main" id="{E00471B0-86D5-4EE2-B299-40435BAA4FBE}"/>
              </a:ext>
            </a:extLst>
          </p:cNvPr>
          <p:cNvSpPr>
            <a:spLocks noGrp="1"/>
          </p:cNvSpPr>
          <p:nvPr>
            <p:ph idx="1" hasCustomPrompt="1"/>
          </p:nvPr>
        </p:nvSpPr>
        <p:spPr>
          <a:xfrm>
            <a:off x="6821663" y="4642143"/>
            <a:ext cx="4413600" cy="202827"/>
          </a:xfrm>
        </p:spPr>
        <p:txBody>
          <a:bodyPr/>
          <a:lstStyle>
            <a:lvl1pPr marL="0" indent="0">
              <a:buNone/>
              <a:defRPr>
                <a:solidFill>
                  <a:schemeClr val="bg1"/>
                </a:solidFill>
              </a:defRPr>
            </a:lvl1pPr>
          </a:lstStyle>
          <a:p>
            <a:pPr lvl="0"/>
            <a:r>
              <a:rPr lang="en-US" noProof="0" dirty="0"/>
              <a:t>Firstname Lastname</a:t>
            </a:r>
            <a:endParaRPr lang="en-US"/>
          </a:p>
        </p:txBody>
      </p:sp>
      <p:sp>
        <p:nvSpPr>
          <p:cNvPr id="16" name="Rectangle 15">
            <a:extLst>
              <a:ext uri="{FF2B5EF4-FFF2-40B4-BE49-F238E27FC236}">
                <a16:creationId xmlns:a16="http://schemas.microsoft.com/office/drawing/2014/main" id="{BB7BDE0D-20ED-4125-9615-FF47854DBE27}"/>
              </a:ext>
            </a:extLst>
          </p:cNvPr>
          <p:cNvSpPr/>
          <p:nvPr userDrawn="1"/>
        </p:nvSpPr>
        <p:spPr>
          <a:xfrm>
            <a:off x="6202800" y="2247626"/>
            <a:ext cx="214933" cy="3096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7" name="Title 1" descr="{&quot;templafy&quot;:{&quot;id&quot;:&quot;81a35577-aa8f-4af2-939c-4cf3ae22e5c9&quot;}}">
            <a:extLst>
              <a:ext uri="{FF2B5EF4-FFF2-40B4-BE49-F238E27FC236}">
                <a16:creationId xmlns:a16="http://schemas.microsoft.com/office/drawing/2014/main" id="{65BAB7C8-E936-4B2B-AD69-0FAEB9040719}"/>
              </a:ext>
            </a:extLst>
          </p:cNvPr>
          <p:cNvSpPr txBox="1">
            <a:spLocks/>
          </p:cNvSpPr>
          <p:nvPr userDrawn="1"/>
        </p:nvSpPr>
        <p:spPr>
          <a:xfrm>
            <a:off x="6204001" y="2247627"/>
            <a:ext cx="5987999" cy="2024580"/>
          </a:xfrm>
          <a:prstGeom prst="rect">
            <a:avLst/>
          </a:prstGeom>
          <a:solidFill>
            <a:schemeClr val="bg2"/>
          </a:solidFill>
        </p:spPr>
        <p:txBody>
          <a:bodyPr vert="horz" lIns="548640" tIns="457200" rIns="0" bIns="0" rtlCol="0" anchor="t" anchorCtr="0">
            <a:noAutofit/>
          </a:bodyPr>
          <a:lstStyle>
            <a:lvl1pPr algn="l" defTabSz="914400" rtl="0" eaLnBrk="1" latinLnBrk="0" hangingPunct="1">
              <a:lnSpc>
                <a:spcPct val="83000"/>
              </a:lnSpc>
              <a:spcBef>
                <a:spcPct val="0"/>
              </a:spcBef>
              <a:buNone/>
              <a:defRPr sz="4400" kern="1200">
                <a:solidFill>
                  <a:schemeClr val="tx1"/>
                </a:solidFill>
                <a:latin typeface="+mj-lt"/>
                <a:ea typeface="+mj-ea"/>
                <a:cs typeface="+mj-cs"/>
              </a:defRPr>
            </a:lvl1pPr>
          </a:lstStyle>
          <a:p>
            <a:r>
              <a:rPr lang="en-US" dirty="0">
                <a:solidFill>
                  <a:schemeClr val="tx1"/>
                </a:solidFill>
              </a:rPr>
              <a:t>Click to add title</a:t>
            </a:r>
            <a:endParaRPr lang="en-US"/>
          </a:p>
        </p:txBody>
      </p:sp>
      <p:sp>
        <p:nvSpPr>
          <p:cNvPr id="18" name="Content Placeholder 2" descr="{&quot;templafy&quot;:{&quot;id&quot;:&quot;aa76306a-8013-4c9a-9302-e7ca49f4ab56&quot;}}">
            <a:extLst>
              <a:ext uri="{FF2B5EF4-FFF2-40B4-BE49-F238E27FC236}">
                <a16:creationId xmlns:a16="http://schemas.microsoft.com/office/drawing/2014/main" id="{234D9244-72E1-4872-8ECD-366512186079}"/>
              </a:ext>
            </a:extLst>
          </p:cNvPr>
          <p:cNvSpPr>
            <a:spLocks noGrp="1"/>
          </p:cNvSpPr>
          <p:nvPr>
            <p:ph idx="18" hasCustomPrompt="1"/>
          </p:nvPr>
        </p:nvSpPr>
        <p:spPr>
          <a:xfrm>
            <a:off x="6821663" y="4975582"/>
            <a:ext cx="4413600" cy="202827"/>
          </a:xfrm>
        </p:spPr>
        <p:txBody>
          <a:bodyPr/>
          <a:lstStyle>
            <a:lvl1pPr marL="0" indent="0">
              <a:buNone/>
              <a:defRPr>
                <a:solidFill>
                  <a:schemeClr val="bg1"/>
                </a:solidFill>
              </a:defRPr>
            </a:lvl1pPr>
          </a:lstStyle>
          <a:p>
            <a:pPr lvl="0"/>
            <a:r>
              <a:rPr lang="en-US" noProof="0" dirty="0"/>
              <a:t>Contact information</a:t>
            </a:r>
            <a:endParaRPr lang="en-US"/>
          </a:p>
        </p:txBody>
      </p:sp>
    </p:spTree>
    <p:extLst>
      <p:ext uri="{BB962C8B-B14F-4D97-AF65-F5344CB8AC3E}">
        <p14:creationId xmlns:p14="http://schemas.microsoft.com/office/powerpoint/2010/main" val="3446788907"/>
      </p:ext>
    </p:extLst>
  </p:cSld>
  <p:clrMapOvr>
    <a:overrideClrMapping bg1="dk1" tx1="lt1" bg2="accent1" tx2="accent1" accent1="lt2"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 B">
    <p:bg>
      <p:bgPr>
        <a:solidFill>
          <a:schemeClr val="accent1"/>
        </a:solidFill>
        <a:effectLst/>
      </p:bgPr>
    </p:bg>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B450E4BA-AB0E-4E89-9112-52FFD31600AB}"/>
              </a:ext>
            </a:extLst>
          </p:cNvPr>
          <p:cNvSpPr>
            <a:spLocks noGrp="1"/>
          </p:cNvSpPr>
          <p:nvPr>
            <p:ph type="ftr" sz="quarter" idx="16"/>
          </p:nvPr>
        </p:nvSpPr>
        <p:spPr/>
        <p:txBody>
          <a:bodyPr/>
          <a:lstStyle>
            <a:lvl1pPr>
              <a:defRPr>
                <a:solidFill>
                  <a:schemeClr val="bg1"/>
                </a:solidFill>
              </a:defRPr>
            </a:lvl1pPr>
          </a:lstStyle>
          <a:p>
            <a:r>
              <a:rPr lang="en-US" dirty="0"/>
              <a:t>Colliers</a:t>
            </a:r>
            <a:endParaRPr lang="en-US"/>
          </a:p>
        </p:txBody>
      </p:sp>
      <p:sp>
        <p:nvSpPr>
          <p:cNvPr id="10" name="Slide Number Placeholder 9">
            <a:extLst>
              <a:ext uri="{FF2B5EF4-FFF2-40B4-BE49-F238E27FC236}">
                <a16:creationId xmlns:a16="http://schemas.microsoft.com/office/drawing/2014/main" id="{0DB949FF-9683-4C07-B8ED-57EEBCDAAF3F}"/>
              </a:ext>
            </a:extLst>
          </p:cNvPr>
          <p:cNvSpPr>
            <a:spLocks noGrp="1"/>
          </p:cNvSpPr>
          <p:nvPr>
            <p:ph type="sldNum" sz="quarter" idx="17"/>
          </p:nvPr>
        </p:nvSpPr>
        <p:spPr/>
        <p:txBody>
          <a:bodyPr/>
          <a:lstStyle>
            <a:lvl1pPr>
              <a:defRPr>
                <a:solidFill>
                  <a:schemeClr val="bg1"/>
                </a:solidFill>
              </a:defRPr>
            </a:lvl1pPr>
          </a:lstStyle>
          <a:p>
            <a:fld id="{23AA811B-2EBD-4900-905E-5BE206449611}" type="slidenum">
              <a:rPr lang="en-US" smtClean="0"/>
              <a:pPr/>
              <a:t>‹#›</a:t>
            </a:fld>
            <a:endParaRPr lang="en-US" dirty="0"/>
          </a:p>
        </p:txBody>
      </p:sp>
      <p:pic>
        <p:nvPicPr>
          <p:cNvPr id="24" name="Picture 23" descr="A close up of a sign&#10;&#10;Description automatically generated">
            <a:extLst>
              <a:ext uri="{FF2B5EF4-FFF2-40B4-BE49-F238E27FC236}">
                <a16:creationId xmlns:a16="http://schemas.microsoft.com/office/drawing/2014/main" id="{117E38B7-0ACF-416C-BBB7-3F5AD32B9E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430" y="311072"/>
            <a:ext cx="1271783" cy="724884"/>
          </a:xfrm>
          <a:prstGeom prst="rect">
            <a:avLst/>
          </a:prstGeom>
        </p:spPr>
      </p:pic>
      <p:sp>
        <p:nvSpPr>
          <p:cNvPr id="21" name="text" descr="{&quot;templafy&quot;:{&quot;id&quot;:&quot;10980f9b-a7cd-4f68-aa3c-ca49394c9a2d&quot;}}" title="UserProfile.DisplayName">
            <a:extLst>
              <a:ext uri="{FF2B5EF4-FFF2-40B4-BE49-F238E27FC236}">
                <a16:creationId xmlns:a16="http://schemas.microsoft.com/office/drawing/2014/main" id="{F00CF919-F1E7-4B22-810D-B5FF11DF199E}"/>
              </a:ext>
            </a:extLst>
          </p:cNvPr>
          <p:cNvSpPr txBox="1"/>
          <p:nvPr userDrawn="1"/>
        </p:nvSpPr>
        <p:spPr>
          <a:xfrm>
            <a:off x="7043738" y="4791620"/>
            <a:ext cx="3573462" cy="246221"/>
          </a:xfrm>
          <a:prstGeom prst="rect">
            <a:avLst/>
          </a:prstGeom>
          <a:noFill/>
        </p:spPr>
        <p:txBody>
          <a:bodyPr wrap="square" lIns="0" tIns="0" rIns="0" bIns="0" rtlCol="0">
            <a:spAutoFit/>
          </a:bodyPr>
          <a:lstStyle/>
          <a:p>
            <a:r>
              <a:rPr lang="en-US" sz="1600" b="0" dirty="0">
                <a:solidFill>
                  <a:schemeClr val="tx2"/>
                </a:solidFill>
              </a:rPr>
              <a:t>Amber Ryan</a:t>
            </a:r>
          </a:p>
        </p:txBody>
      </p:sp>
      <p:sp>
        <p:nvSpPr>
          <p:cNvPr id="22" name="text" descr="{&quot;templafy&quot;:{&quot;id&quot;:&quot;18c54d12-ce16-41c3-bc5a-8c55ad29742f&quot;}}" title="UserProfile.Email">
            <a:extLst>
              <a:ext uri="{FF2B5EF4-FFF2-40B4-BE49-F238E27FC236}">
                <a16:creationId xmlns:a16="http://schemas.microsoft.com/office/drawing/2014/main" id="{8424D9F1-11E3-4AA6-8A44-7DE70A57F0D8}"/>
              </a:ext>
            </a:extLst>
          </p:cNvPr>
          <p:cNvSpPr txBox="1"/>
          <p:nvPr userDrawn="1"/>
        </p:nvSpPr>
        <p:spPr>
          <a:xfrm>
            <a:off x="7043738" y="5052588"/>
            <a:ext cx="3573462" cy="246221"/>
          </a:xfrm>
          <a:prstGeom prst="rect">
            <a:avLst/>
          </a:prstGeom>
          <a:noFill/>
        </p:spPr>
        <p:txBody>
          <a:bodyPr wrap="square" lIns="0" tIns="0" rIns="0" bIns="0" rtlCol="0">
            <a:spAutoFit/>
          </a:bodyPr>
          <a:lstStyle/>
          <a:p>
            <a:r>
              <a:rPr lang="en-US" sz="1600" b="0" dirty="0">
                <a:solidFill>
                  <a:schemeClr val="tx2"/>
                </a:solidFill>
              </a:rPr>
              <a:t>amber.ryan@colliers.com</a:t>
            </a:r>
          </a:p>
        </p:txBody>
      </p:sp>
      <p:cxnSp>
        <p:nvCxnSpPr>
          <p:cNvPr id="12" name="Straight Connector 11">
            <a:extLst>
              <a:ext uri="{FF2B5EF4-FFF2-40B4-BE49-F238E27FC236}">
                <a16:creationId xmlns:a16="http://schemas.microsoft.com/office/drawing/2014/main" id="{22A2939A-00A0-4C21-9393-DADBB5BAC7BF}"/>
              </a:ext>
            </a:extLst>
          </p:cNvPr>
          <p:cNvCxnSpPr/>
          <p:nvPr userDrawn="1"/>
        </p:nvCxnSpPr>
        <p:spPr>
          <a:xfrm>
            <a:off x="11124763" y="274014"/>
            <a:ext cx="0" cy="12551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18A1C3A-8ED6-490F-A84D-1746F472289A}"/>
              </a:ext>
            </a:extLst>
          </p:cNvPr>
          <p:cNvCxnSpPr>
            <a:cxnSpLocks/>
          </p:cNvCxnSpPr>
          <p:nvPr userDrawn="1"/>
        </p:nvCxnSpPr>
        <p:spPr>
          <a:xfrm flipH="1">
            <a:off x="0" y="6538762"/>
            <a:ext cx="969169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8AE996-741F-42C6-B12A-16D74EE52D44}"/>
              </a:ext>
            </a:extLst>
          </p:cNvPr>
          <p:cNvCxnSpPr>
            <a:cxnSpLocks/>
          </p:cNvCxnSpPr>
          <p:nvPr userDrawn="1"/>
        </p:nvCxnSpPr>
        <p:spPr>
          <a:xfrm flipH="1">
            <a:off x="11577512" y="6534000"/>
            <a:ext cx="28899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AE0577-D8AA-4F8B-9F4B-0389680206C9}"/>
              </a:ext>
            </a:extLst>
          </p:cNvPr>
          <p:cNvCxnSpPr>
            <a:cxnSpLocks/>
          </p:cNvCxnSpPr>
          <p:nvPr userDrawn="1"/>
        </p:nvCxnSpPr>
        <p:spPr>
          <a:xfrm>
            <a:off x="11868952" y="0"/>
            <a:ext cx="0" cy="654137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5A65BBB4-30E9-4145-8860-C95F9F56AE4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91690" y="6364993"/>
            <a:ext cx="1871297" cy="372397"/>
          </a:xfrm>
          <a:prstGeom prst="rect">
            <a:avLst/>
          </a:prstGeom>
        </p:spPr>
      </p:pic>
    </p:spTree>
    <p:extLst>
      <p:ext uri="{BB962C8B-B14F-4D97-AF65-F5344CB8AC3E}">
        <p14:creationId xmlns:p14="http://schemas.microsoft.com/office/powerpoint/2010/main" val="39838123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C">
    <p:bg>
      <p:bgPr>
        <a:solidFill>
          <a:schemeClr val="accent1"/>
        </a:solidFill>
        <a:effectLst/>
      </p:bgPr>
    </p:bg>
    <p:spTree>
      <p:nvGrpSpPr>
        <p:cNvPr id="1" name=""/>
        <p:cNvGrpSpPr/>
        <p:nvPr/>
      </p:nvGrpSpPr>
      <p:grpSpPr>
        <a:xfrm>
          <a:off x="0" y="0"/>
          <a:ext cx="0" cy="0"/>
          <a:chOff x="0" y="0"/>
          <a:chExt cx="0" cy="0"/>
        </a:xfrm>
      </p:grpSpPr>
      <p:pic>
        <p:nvPicPr>
          <p:cNvPr id="24" name="Picture 23" descr="A close up of a sign&#10;&#10;Description automatically generated">
            <a:extLst>
              <a:ext uri="{FF2B5EF4-FFF2-40B4-BE49-F238E27FC236}">
                <a16:creationId xmlns:a16="http://schemas.microsoft.com/office/drawing/2014/main" id="{117E38B7-0ACF-416C-BBB7-3F5AD32B9E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890" y="2994617"/>
            <a:ext cx="1524220" cy="868767"/>
          </a:xfrm>
          <a:prstGeom prst="rect">
            <a:avLst/>
          </a:prstGeom>
        </p:spPr>
      </p:pic>
      <p:sp>
        <p:nvSpPr>
          <p:cNvPr id="21" name="text" descr="{&quot;templafy&quot;:{&quot;id&quot;:&quot;fa5d3160-188d-4bd4-b937-4f55ebcc51f9&quot;}}" title="UserProfile.DisplayName">
            <a:extLst>
              <a:ext uri="{FF2B5EF4-FFF2-40B4-BE49-F238E27FC236}">
                <a16:creationId xmlns:a16="http://schemas.microsoft.com/office/drawing/2014/main" id="{F00CF919-F1E7-4B22-810D-B5FF11DF199E}"/>
              </a:ext>
            </a:extLst>
          </p:cNvPr>
          <p:cNvSpPr txBox="1"/>
          <p:nvPr userDrawn="1"/>
        </p:nvSpPr>
        <p:spPr>
          <a:xfrm>
            <a:off x="7043738" y="4791620"/>
            <a:ext cx="3573462" cy="246221"/>
          </a:xfrm>
          <a:prstGeom prst="rect">
            <a:avLst/>
          </a:prstGeom>
          <a:noFill/>
        </p:spPr>
        <p:txBody>
          <a:bodyPr wrap="square" lIns="0" tIns="0" rIns="0" bIns="0" rtlCol="0">
            <a:spAutoFit/>
          </a:bodyPr>
          <a:lstStyle/>
          <a:p>
            <a:r>
              <a:rPr lang="en-US" sz="1600" b="0" dirty="0">
                <a:solidFill>
                  <a:schemeClr val="tx2"/>
                </a:solidFill>
              </a:rPr>
              <a:t>Amber Ryan</a:t>
            </a:r>
          </a:p>
        </p:txBody>
      </p:sp>
      <p:sp>
        <p:nvSpPr>
          <p:cNvPr id="22" name="text" descr="{&quot;templafy&quot;:{&quot;id&quot;:&quot;e3d6d458-763f-46d0-82ce-bbb42feebf8d&quot;}}" title="UserProfile.Email">
            <a:extLst>
              <a:ext uri="{FF2B5EF4-FFF2-40B4-BE49-F238E27FC236}">
                <a16:creationId xmlns:a16="http://schemas.microsoft.com/office/drawing/2014/main" id="{8424D9F1-11E3-4AA6-8A44-7DE70A57F0D8}"/>
              </a:ext>
            </a:extLst>
          </p:cNvPr>
          <p:cNvSpPr txBox="1"/>
          <p:nvPr userDrawn="1"/>
        </p:nvSpPr>
        <p:spPr>
          <a:xfrm>
            <a:off x="7043738" y="5052588"/>
            <a:ext cx="3573462" cy="246221"/>
          </a:xfrm>
          <a:prstGeom prst="rect">
            <a:avLst/>
          </a:prstGeom>
          <a:noFill/>
        </p:spPr>
        <p:txBody>
          <a:bodyPr wrap="square" lIns="0" tIns="0" rIns="0" bIns="0" rtlCol="0">
            <a:spAutoFit/>
          </a:bodyPr>
          <a:lstStyle/>
          <a:p>
            <a:r>
              <a:rPr lang="en-US" sz="1600" b="0" dirty="0">
                <a:solidFill>
                  <a:schemeClr val="tx2"/>
                </a:solidFill>
              </a:rPr>
              <a:t>amber.ryan@colliers.com</a:t>
            </a:r>
          </a:p>
        </p:txBody>
      </p:sp>
      <p:cxnSp>
        <p:nvCxnSpPr>
          <p:cNvPr id="14" name="Straight Connector 13">
            <a:extLst>
              <a:ext uri="{FF2B5EF4-FFF2-40B4-BE49-F238E27FC236}">
                <a16:creationId xmlns:a16="http://schemas.microsoft.com/office/drawing/2014/main" id="{318A1C3A-8ED6-490F-A84D-1746F472289A}"/>
              </a:ext>
            </a:extLst>
          </p:cNvPr>
          <p:cNvCxnSpPr>
            <a:cxnSpLocks/>
          </p:cNvCxnSpPr>
          <p:nvPr userDrawn="1"/>
        </p:nvCxnSpPr>
        <p:spPr>
          <a:xfrm flipH="1">
            <a:off x="301451" y="6538762"/>
            <a:ext cx="487213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8AE996-741F-42C6-B12A-16D74EE52D44}"/>
              </a:ext>
            </a:extLst>
          </p:cNvPr>
          <p:cNvCxnSpPr>
            <a:cxnSpLocks/>
          </p:cNvCxnSpPr>
          <p:nvPr userDrawn="1"/>
        </p:nvCxnSpPr>
        <p:spPr>
          <a:xfrm flipH="1">
            <a:off x="7043738" y="6534000"/>
            <a:ext cx="48227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AE0577-D8AA-4F8B-9F4B-0389680206C9}"/>
              </a:ext>
            </a:extLst>
          </p:cNvPr>
          <p:cNvCxnSpPr>
            <a:cxnSpLocks/>
          </p:cNvCxnSpPr>
          <p:nvPr userDrawn="1"/>
        </p:nvCxnSpPr>
        <p:spPr>
          <a:xfrm>
            <a:off x="11868952" y="308060"/>
            <a:ext cx="0" cy="623331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1ECA7DC6-4640-3BB2-548E-B8EB672AA8FF}"/>
              </a:ext>
            </a:extLst>
          </p:cNvPr>
          <p:cNvCxnSpPr>
            <a:cxnSpLocks/>
          </p:cNvCxnSpPr>
          <p:nvPr userDrawn="1"/>
        </p:nvCxnSpPr>
        <p:spPr>
          <a:xfrm>
            <a:off x="311312" y="308060"/>
            <a:ext cx="0" cy="623331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41F6EB7-6DB2-A708-A36D-176D208769B7}"/>
              </a:ext>
            </a:extLst>
          </p:cNvPr>
          <p:cNvCxnSpPr>
            <a:cxnSpLocks/>
          </p:cNvCxnSpPr>
          <p:nvPr userDrawn="1"/>
        </p:nvCxnSpPr>
        <p:spPr>
          <a:xfrm flipH="1">
            <a:off x="301451" y="310491"/>
            <a:ext cx="1157596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B15B1639-EB90-491C-9630-737D58D5AF7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60352" y="6364993"/>
            <a:ext cx="1871297" cy="372397"/>
          </a:xfrm>
          <a:prstGeom prst="rect">
            <a:avLst/>
          </a:prstGeom>
        </p:spPr>
      </p:pic>
    </p:spTree>
    <p:extLst>
      <p:ext uri="{BB962C8B-B14F-4D97-AF65-F5344CB8AC3E}">
        <p14:creationId xmlns:p14="http://schemas.microsoft.com/office/powerpoint/2010/main" val="41263532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 D">
    <p:bg>
      <p:bgPr>
        <a:solidFill>
          <a:schemeClr val="accent1"/>
        </a:solidFill>
        <a:effectLst/>
      </p:bgPr>
    </p:bg>
    <p:spTree>
      <p:nvGrpSpPr>
        <p:cNvPr id="1" name=""/>
        <p:cNvGrpSpPr/>
        <p:nvPr/>
      </p:nvGrpSpPr>
      <p:grpSpPr>
        <a:xfrm>
          <a:off x="0" y="0"/>
          <a:ext cx="0" cy="0"/>
          <a:chOff x="0" y="0"/>
          <a:chExt cx="0" cy="0"/>
        </a:xfrm>
      </p:grpSpPr>
      <p:pic>
        <p:nvPicPr>
          <p:cNvPr id="24" name="Picture 23" descr="A close up of a sign&#10;&#10;Description automatically generated">
            <a:extLst>
              <a:ext uri="{FF2B5EF4-FFF2-40B4-BE49-F238E27FC236}">
                <a16:creationId xmlns:a16="http://schemas.microsoft.com/office/drawing/2014/main" id="{117E38B7-0ACF-416C-BBB7-3F5AD32B9E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890" y="2247476"/>
            <a:ext cx="1524220" cy="868767"/>
          </a:xfrm>
          <a:prstGeom prst="rect">
            <a:avLst/>
          </a:prstGeom>
        </p:spPr>
      </p:pic>
      <p:sp>
        <p:nvSpPr>
          <p:cNvPr id="21" name="text" descr="{&quot;templafy&quot;:{&quot;id&quot;:&quot;c7a2fa0b-69b7-4668-b02e-5369156ffe1b&quot;}}" title="UserProfile.DisplayName">
            <a:extLst>
              <a:ext uri="{FF2B5EF4-FFF2-40B4-BE49-F238E27FC236}">
                <a16:creationId xmlns:a16="http://schemas.microsoft.com/office/drawing/2014/main" id="{F00CF919-F1E7-4B22-810D-B5FF11DF199E}"/>
              </a:ext>
            </a:extLst>
          </p:cNvPr>
          <p:cNvSpPr txBox="1"/>
          <p:nvPr userDrawn="1"/>
        </p:nvSpPr>
        <p:spPr>
          <a:xfrm>
            <a:off x="7043738" y="4791620"/>
            <a:ext cx="3573462" cy="246221"/>
          </a:xfrm>
          <a:prstGeom prst="rect">
            <a:avLst/>
          </a:prstGeom>
          <a:noFill/>
        </p:spPr>
        <p:txBody>
          <a:bodyPr wrap="square" lIns="0" tIns="0" rIns="0" bIns="0" rtlCol="0">
            <a:spAutoFit/>
          </a:bodyPr>
          <a:lstStyle/>
          <a:p>
            <a:r>
              <a:rPr lang="en-US" sz="1600" b="0" dirty="0">
                <a:solidFill>
                  <a:schemeClr val="tx2"/>
                </a:solidFill>
              </a:rPr>
              <a:t>Amber Ryan</a:t>
            </a:r>
          </a:p>
        </p:txBody>
      </p:sp>
      <p:sp>
        <p:nvSpPr>
          <p:cNvPr id="22" name="text" descr="{&quot;templafy&quot;:{&quot;id&quot;:&quot;a9c287d9-0c33-485b-a137-882bcdce8166&quot;}}" title="UserProfile.Email">
            <a:extLst>
              <a:ext uri="{FF2B5EF4-FFF2-40B4-BE49-F238E27FC236}">
                <a16:creationId xmlns:a16="http://schemas.microsoft.com/office/drawing/2014/main" id="{8424D9F1-11E3-4AA6-8A44-7DE70A57F0D8}"/>
              </a:ext>
            </a:extLst>
          </p:cNvPr>
          <p:cNvSpPr txBox="1"/>
          <p:nvPr userDrawn="1"/>
        </p:nvSpPr>
        <p:spPr>
          <a:xfrm>
            <a:off x="7043738" y="5052588"/>
            <a:ext cx="3573462" cy="246221"/>
          </a:xfrm>
          <a:prstGeom prst="rect">
            <a:avLst/>
          </a:prstGeom>
          <a:noFill/>
        </p:spPr>
        <p:txBody>
          <a:bodyPr wrap="square" lIns="0" tIns="0" rIns="0" bIns="0" rtlCol="0">
            <a:spAutoFit/>
          </a:bodyPr>
          <a:lstStyle/>
          <a:p>
            <a:r>
              <a:rPr lang="en-US" sz="1600" b="0" dirty="0">
                <a:solidFill>
                  <a:schemeClr val="tx2"/>
                </a:solidFill>
              </a:rPr>
              <a:t>amber.ryan@colliers.com</a:t>
            </a:r>
          </a:p>
        </p:txBody>
      </p:sp>
      <p:cxnSp>
        <p:nvCxnSpPr>
          <p:cNvPr id="14" name="Straight Connector 13">
            <a:extLst>
              <a:ext uri="{FF2B5EF4-FFF2-40B4-BE49-F238E27FC236}">
                <a16:creationId xmlns:a16="http://schemas.microsoft.com/office/drawing/2014/main" id="{318A1C3A-8ED6-490F-A84D-1746F472289A}"/>
              </a:ext>
            </a:extLst>
          </p:cNvPr>
          <p:cNvCxnSpPr>
            <a:cxnSpLocks/>
          </p:cNvCxnSpPr>
          <p:nvPr userDrawn="1"/>
        </p:nvCxnSpPr>
        <p:spPr>
          <a:xfrm flipH="1">
            <a:off x="301451" y="6538762"/>
            <a:ext cx="487213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8AE996-741F-42C6-B12A-16D74EE52D44}"/>
              </a:ext>
            </a:extLst>
          </p:cNvPr>
          <p:cNvCxnSpPr>
            <a:cxnSpLocks/>
          </p:cNvCxnSpPr>
          <p:nvPr userDrawn="1"/>
        </p:nvCxnSpPr>
        <p:spPr>
          <a:xfrm flipH="1">
            <a:off x="7043738" y="6534000"/>
            <a:ext cx="48227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4AE0577-D8AA-4F8B-9F4B-0389680206C9}"/>
              </a:ext>
            </a:extLst>
          </p:cNvPr>
          <p:cNvCxnSpPr>
            <a:cxnSpLocks/>
          </p:cNvCxnSpPr>
          <p:nvPr userDrawn="1"/>
        </p:nvCxnSpPr>
        <p:spPr>
          <a:xfrm>
            <a:off x="11868952" y="308060"/>
            <a:ext cx="0" cy="623331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1ECA7DC6-4640-3BB2-548E-B8EB672AA8FF}"/>
              </a:ext>
            </a:extLst>
          </p:cNvPr>
          <p:cNvCxnSpPr>
            <a:cxnSpLocks/>
          </p:cNvCxnSpPr>
          <p:nvPr userDrawn="1"/>
        </p:nvCxnSpPr>
        <p:spPr>
          <a:xfrm>
            <a:off x="311312" y="308060"/>
            <a:ext cx="0" cy="623331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41F6EB7-6DB2-A708-A36D-176D208769B7}"/>
              </a:ext>
            </a:extLst>
          </p:cNvPr>
          <p:cNvCxnSpPr>
            <a:cxnSpLocks/>
          </p:cNvCxnSpPr>
          <p:nvPr userDrawn="1"/>
        </p:nvCxnSpPr>
        <p:spPr>
          <a:xfrm flipH="1">
            <a:off x="301451" y="310491"/>
            <a:ext cx="1157596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B15B1639-EB90-491C-9630-737D58D5AF7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60352" y="6364993"/>
            <a:ext cx="1871297" cy="372397"/>
          </a:xfrm>
          <a:prstGeom prst="rect">
            <a:avLst/>
          </a:prstGeom>
        </p:spPr>
      </p:pic>
      <p:sp>
        <p:nvSpPr>
          <p:cNvPr id="2" name="Content Placeholder 2" descr="{&quot;templafy&quot;:{&quot;id&quot;:&quot;239baf06-b26a-44bb-ab9f-04f53228fa43&quot;}}">
            <a:extLst>
              <a:ext uri="{FF2B5EF4-FFF2-40B4-BE49-F238E27FC236}">
                <a16:creationId xmlns:a16="http://schemas.microsoft.com/office/drawing/2014/main" id="{48336C84-AE00-57DC-7D4F-2CEDB683F38D}"/>
              </a:ext>
            </a:extLst>
          </p:cNvPr>
          <p:cNvSpPr>
            <a:spLocks noGrp="1"/>
          </p:cNvSpPr>
          <p:nvPr>
            <p:ph idx="1" hasCustomPrompt="1"/>
          </p:nvPr>
        </p:nvSpPr>
        <p:spPr>
          <a:xfrm>
            <a:off x="2180169" y="4176140"/>
            <a:ext cx="2471094" cy="655358"/>
          </a:xfrm>
        </p:spPr>
        <p:txBody>
          <a:bodyPr/>
          <a:lstStyle>
            <a:lvl1pPr marL="0" indent="0" algn="ctr">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US" noProof="0" dirty="0"/>
              <a:t>Click to add text</a:t>
            </a:r>
          </a:p>
        </p:txBody>
      </p:sp>
      <p:sp>
        <p:nvSpPr>
          <p:cNvPr id="4" name="Content Placeholder 2" descr="{&quot;templafy&quot;:{&quot;id&quot;:&quot;7773ffde-c959-43ae-8406-6cecef6feb72&quot;}}">
            <a:extLst>
              <a:ext uri="{FF2B5EF4-FFF2-40B4-BE49-F238E27FC236}">
                <a16:creationId xmlns:a16="http://schemas.microsoft.com/office/drawing/2014/main" id="{5FFB0CC3-6189-6BB6-1B6C-612779A7C20F}"/>
              </a:ext>
            </a:extLst>
          </p:cNvPr>
          <p:cNvSpPr>
            <a:spLocks noGrp="1"/>
          </p:cNvSpPr>
          <p:nvPr>
            <p:ph idx="19" hasCustomPrompt="1"/>
          </p:nvPr>
        </p:nvSpPr>
        <p:spPr>
          <a:xfrm>
            <a:off x="4854358" y="4176140"/>
            <a:ext cx="2471094" cy="655358"/>
          </a:xfrm>
        </p:spPr>
        <p:txBody>
          <a:bodyPr/>
          <a:lstStyle>
            <a:lvl1pPr marL="0" indent="0" algn="ctr">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US" noProof="0" dirty="0"/>
              <a:t>Click to add text</a:t>
            </a:r>
            <a:endParaRPr lang="en-US"/>
          </a:p>
        </p:txBody>
      </p:sp>
      <p:sp>
        <p:nvSpPr>
          <p:cNvPr id="6" name="Content Placeholder 2" descr="{&quot;templafy&quot;:{&quot;id&quot;:&quot;6bd2d73e-21f3-4587-af78-0dd7c97413f0&quot;}}">
            <a:extLst>
              <a:ext uri="{FF2B5EF4-FFF2-40B4-BE49-F238E27FC236}">
                <a16:creationId xmlns:a16="http://schemas.microsoft.com/office/drawing/2014/main" id="{6DEE2856-6160-AB7F-3920-5D6B092FC0E6}"/>
              </a:ext>
            </a:extLst>
          </p:cNvPr>
          <p:cNvSpPr>
            <a:spLocks noGrp="1"/>
          </p:cNvSpPr>
          <p:nvPr>
            <p:ph idx="20" hasCustomPrompt="1"/>
          </p:nvPr>
        </p:nvSpPr>
        <p:spPr>
          <a:xfrm>
            <a:off x="7528547" y="4176140"/>
            <a:ext cx="2471094" cy="655358"/>
          </a:xfrm>
        </p:spPr>
        <p:txBody>
          <a:bodyPr/>
          <a:lstStyle>
            <a:lvl1pPr marL="0" indent="0" algn="ctr">
              <a:buNone/>
              <a:defRPr>
                <a:solidFill>
                  <a:schemeClr val="bg1"/>
                </a:solidFill>
              </a:defRPr>
            </a:lvl1pPr>
            <a:lvl2pPr marL="216000" indent="0">
              <a:buNone/>
              <a:defRPr>
                <a:solidFill>
                  <a:schemeClr val="bg1"/>
                </a:solidFill>
              </a:defRPr>
            </a:lvl2pPr>
            <a:lvl3pPr marL="432000" indent="0">
              <a:buNone/>
              <a:defRPr>
                <a:solidFill>
                  <a:schemeClr val="bg1"/>
                </a:solidFill>
              </a:defRPr>
            </a:lvl3pPr>
            <a:lvl4pPr>
              <a:buNone/>
              <a:defRPr>
                <a:solidFill>
                  <a:schemeClr val="bg1"/>
                </a:solidFill>
              </a:defRPr>
            </a:lvl4pPr>
            <a:lvl5pPr>
              <a:buNone/>
              <a:defRPr>
                <a:solidFill>
                  <a:schemeClr val="bg1"/>
                </a:solidFill>
              </a:defRPr>
            </a:lvl5pPr>
          </a:lstStyle>
          <a:p>
            <a:pPr lvl="0"/>
            <a:r>
              <a:rPr lang="en-US" noProof="0" dirty="0"/>
              <a:t>Click to add text</a:t>
            </a:r>
            <a:endParaRPr lang="en-US"/>
          </a:p>
        </p:txBody>
      </p:sp>
    </p:spTree>
    <p:extLst>
      <p:ext uri="{BB962C8B-B14F-4D97-AF65-F5344CB8AC3E}">
        <p14:creationId xmlns:p14="http://schemas.microsoft.com/office/powerpoint/2010/main" val="7057722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descr="{&quot;templafy&quot;:{&quot;id&quot;:&quot;61cf1117-3eb3-47b3-8256-fa08b95369c4&quot;}}"/>
          <p:cNvSpPr>
            <a:spLocks noGrp="1"/>
          </p:cNvSpPr>
          <p:nvPr>
            <p:ph type="title" hasCustomPrompt="1"/>
          </p:nvPr>
        </p:nvSpPr>
        <p:spPr/>
        <p:txBody>
          <a:bodyPr/>
          <a:lstStyle>
            <a:lvl1pPr>
              <a:defRPr>
                <a:solidFill>
                  <a:schemeClr val="tx2"/>
                </a:solidFill>
              </a:defRPr>
            </a:lvl1pPr>
          </a:lstStyle>
          <a:p>
            <a:r>
              <a:rPr lang="en-US" dirty="0"/>
              <a:t>Click to add title</a:t>
            </a:r>
            <a:endParaRPr lang="en-US"/>
          </a:p>
        </p:txBody>
      </p:sp>
      <p:sp>
        <p:nvSpPr>
          <p:cNvPr id="7" name="Footer Placeholder 6">
            <a:extLst>
              <a:ext uri="{FF2B5EF4-FFF2-40B4-BE49-F238E27FC236}">
                <a16:creationId xmlns:a16="http://schemas.microsoft.com/office/drawing/2014/main" id="{79E05B47-2799-4F24-BE0A-4FE972C0E03E}"/>
              </a:ext>
            </a:extLst>
          </p:cNvPr>
          <p:cNvSpPr>
            <a:spLocks noGrp="1"/>
          </p:cNvSpPr>
          <p:nvPr>
            <p:ph type="ftr" sz="quarter" idx="11"/>
          </p:nvPr>
        </p:nvSpPr>
        <p:spPr/>
        <p:txBody>
          <a:bodyPr/>
          <a:lstStyle/>
          <a:p>
            <a:r>
              <a:rPr lang="en-US" dirty="0"/>
              <a:t>Colliers</a:t>
            </a:r>
            <a:endParaRPr lang="en-US"/>
          </a:p>
        </p:txBody>
      </p:sp>
      <p:sp>
        <p:nvSpPr>
          <p:cNvPr id="8" name="Slide Number Placeholder 7">
            <a:extLst>
              <a:ext uri="{FF2B5EF4-FFF2-40B4-BE49-F238E27FC236}">
                <a16:creationId xmlns:a16="http://schemas.microsoft.com/office/drawing/2014/main" id="{41F7DC19-0DD8-4930-A227-ED70FE4E49D3}"/>
              </a:ext>
            </a:extLst>
          </p:cNvPr>
          <p:cNvSpPr>
            <a:spLocks noGrp="1"/>
          </p:cNvSpPr>
          <p:nvPr>
            <p:ph type="sldNum" sz="quarter" idx="12"/>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4508886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0BD0A6F2-33B9-468B-8C33-5C911B4BB8BE}"/>
              </a:ext>
            </a:extLst>
          </p:cNvPr>
          <p:cNvSpPr>
            <a:spLocks noGrp="1"/>
          </p:cNvSpPr>
          <p:nvPr>
            <p:ph type="ftr" sz="quarter" idx="11"/>
          </p:nvPr>
        </p:nvSpPr>
        <p:spPr/>
        <p:txBody>
          <a:bodyPr/>
          <a:lstStyle/>
          <a:p>
            <a:r>
              <a:rPr lang="en-US" dirty="0"/>
              <a:t>Colliers</a:t>
            </a:r>
            <a:endParaRPr lang="en-US"/>
          </a:p>
        </p:txBody>
      </p:sp>
      <p:sp>
        <p:nvSpPr>
          <p:cNvPr id="7" name="Slide Number Placeholder 6">
            <a:extLst>
              <a:ext uri="{FF2B5EF4-FFF2-40B4-BE49-F238E27FC236}">
                <a16:creationId xmlns:a16="http://schemas.microsoft.com/office/drawing/2014/main" id="{6B2FDCF0-F248-4239-8E0C-3CE19B47CBD3}"/>
              </a:ext>
            </a:extLst>
          </p:cNvPr>
          <p:cNvSpPr>
            <a:spLocks noGrp="1"/>
          </p:cNvSpPr>
          <p:nvPr>
            <p:ph type="sldNum" sz="quarter" idx="12"/>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8439488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 guide ">
    <p:spTree>
      <p:nvGrpSpPr>
        <p:cNvPr id="1" name=""/>
        <p:cNvGrpSpPr/>
        <p:nvPr/>
      </p:nvGrpSpPr>
      <p:grpSpPr>
        <a:xfrm>
          <a:off x="0" y="0"/>
          <a:ext cx="0" cy="0"/>
          <a:chOff x="0" y="0"/>
          <a:chExt cx="0" cy="0"/>
        </a:xfrm>
      </p:grpSpPr>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4467579" y="1608016"/>
            <a:ext cx="2786833" cy="4001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dirty="0">
                <a:latin typeface="Arial" panose="020B0604020202020204" pitchFamily="34" charset="0"/>
                <a:cs typeface="Arial" panose="020B0604020202020204" pitchFamily="34" charset="0"/>
              </a:rPr>
              <a:t>PICTURES</a:t>
            </a:r>
            <a:br>
              <a:rPr lang="en-US" sz="900" dirty="0">
                <a:latin typeface="Arial" panose="020B0604020202020204" pitchFamily="34" charset="0"/>
                <a:cs typeface="Arial" panose="020B0604020202020204" pitchFamily="34" charset="0"/>
              </a:rPr>
            </a:br>
            <a:r>
              <a:rPr lang="en-US" sz="900" b="1" noProof="1">
                <a:solidFill>
                  <a:schemeClr val="tx1"/>
                </a:solidFill>
                <a:latin typeface="Arial" panose="020B0604020202020204" pitchFamily="34" charset="0"/>
                <a:cs typeface="Arial" panose="020B0604020202020204" pitchFamily="34" charset="0"/>
              </a:rPr>
              <a:t>Insert corporate picture from Templafy</a:t>
            </a:r>
            <a:endParaRPr lang="en-US" altLang="da-DK" sz="900" b="0" noProof="1">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noProof="1">
                <a:solidFill>
                  <a:schemeClr val="tx1"/>
                </a:solidFill>
                <a:latin typeface="Arial" panose="020B0604020202020204" pitchFamily="34" charset="0"/>
                <a:cs typeface="Arial" panose="020B0604020202020204" pitchFamily="34" charset="0"/>
              </a:rPr>
              <a:t>1.</a:t>
            </a:r>
            <a:r>
              <a:rPr lang="en-US" altLang="da-DK" sz="900" b="0" noProof="1">
                <a:solidFill>
                  <a:schemeClr val="tx1"/>
                </a:solidFill>
                <a:latin typeface="Arial" panose="020B0604020202020204" pitchFamily="34" charset="0"/>
                <a:cs typeface="Arial" panose="020B0604020202020204" pitchFamily="34" charset="0"/>
              </a:rPr>
              <a:t> Click the blue </a:t>
            </a:r>
            <a:r>
              <a:rPr lang="en-US" altLang="da-DK" sz="900" b="1" baseline="0" noProof="1">
                <a:solidFill>
                  <a:schemeClr val="tx1"/>
                </a:solidFill>
                <a:latin typeface="Arial" panose="020B0604020202020204" pitchFamily="34" charset="0"/>
                <a:cs typeface="Arial" panose="020B0604020202020204" pitchFamily="34" charset="0"/>
              </a:rPr>
              <a:t>Templafy </a:t>
            </a:r>
            <a:r>
              <a:rPr lang="en-US" altLang="da-DK" sz="900" b="0" baseline="0" noProof="1">
                <a:solidFill>
                  <a:schemeClr val="tx1"/>
                </a:solidFill>
                <a:latin typeface="Arial" panose="020B0604020202020204" pitchFamily="34" charset="0"/>
                <a:cs typeface="Arial" panose="020B0604020202020204" pitchFamily="34" charset="0"/>
              </a:rPr>
              <a:t>button</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Arial" panose="020B0604020202020204" pitchFamily="34" charset="0"/>
                <a:cs typeface="Arial" panose="020B0604020202020204" pitchFamily="34" charset="0"/>
              </a:rPr>
              <a:t>2. </a:t>
            </a:r>
            <a:r>
              <a:rPr lang="en-US" altLang="da-DK" sz="900" b="0" baseline="0" noProof="1">
                <a:solidFill>
                  <a:schemeClr val="tx1"/>
                </a:solidFill>
                <a:latin typeface="Arial" panose="020B0604020202020204" pitchFamily="34" charset="0"/>
                <a:cs typeface="Arial" panose="020B0604020202020204" pitchFamily="34" charset="0"/>
              </a:rPr>
              <a:t>In the dropdown, click </a:t>
            </a:r>
            <a:r>
              <a:rPr lang="en-US" altLang="da-DK" sz="900" b="1" baseline="0" noProof="1">
                <a:solidFill>
                  <a:schemeClr val="tx1"/>
                </a:solidFill>
                <a:latin typeface="Arial" panose="020B0604020202020204" pitchFamily="34" charset="0"/>
                <a:cs typeface="Arial" panose="020B0604020202020204" pitchFamily="34" charset="0"/>
              </a:rPr>
              <a:t>Images</a:t>
            </a:r>
            <a:r>
              <a:rPr lang="en-US" altLang="da-DK" sz="900" b="0" baseline="0" noProof="1">
                <a:solidFill>
                  <a:schemeClr val="tx1"/>
                </a:solidFill>
                <a:latin typeface="Arial" panose="020B0604020202020204" pitchFamily="34" charset="0"/>
                <a:cs typeface="Arial" panose="020B0604020202020204" pitchFamily="34" charset="0"/>
              </a:rPr>
              <a:t>, </a:t>
            </a:r>
            <a:br>
              <a:rPr lang="en-US" altLang="da-DK" sz="900" b="0" baseline="0" noProof="1">
                <a:solidFill>
                  <a:schemeClr val="tx1"/>
                </a:solidFill>
                <a:latin typeface="Arial" panose="020B0604020202020204" pitchFamily="34" charset="0"/>
                <a:cs typeface="Arial" panose="020B0604020202020204" pitchFamily="34" charset="0"/>
              </a:rPr>
            </a:br>
            <a:r>
              <a:rPr lang="en-US" altLang="da-DK" sz="900" b="0" baseline="0" noProof="1">
                <a:solidFill>
                  <a:schemeClr val="tx1"/>
                </a:solidFill>
                <a:latin typeface="Arial" panose="020B0604020202020204" pitchFamily="34" charset="0"/>
                <a:cs typeface="Arial" panose="020B0604020202020204" pitchFamily="34" charset="0"/>
              </a:rPr>
              <a:t>or click the </a:t>
            </a:r>
            <a:r>
              <a:rPr lang="en-US" altLang="da-DK" sz="900" b="1" baseline="0" noProof="1">
                <a:solidFill>
                  <a:schemeClr val="tx1"/>
                </a:solidFill>
                <a:latin typeface="Arial" panose="020B0604020202020204" pitchFamily="34" charset="0"/>
                <a:cs typeface="Arial" panose="020B0604020202020204" pitchFamily="34" charset="0"/>
              </a:rPr>
              <a:t>Images </a:t>
            </a:r>
            <a:r>
              <a:rPr lang="en-US" altLang="da-DK" sz="900" b="0" i="0" baseline="0" noProof="1">
                <a:solidFill>
                  <a:schemeClr val="tx1"/>
                </a:solidFill>
                <a:latin typeface="Arial" panose="020B0604020202020204" pitchFamily="34" charset="0"/>
                <a:cs typeface="Arial" panose="020B0604020202020204" pitchFamily="34" charset="0"/>
              </a:rPr>
              <a:t>button</a:t>
            </a:r>
            <a:r>
              <a:rPr lang="en-US" altLang="da-DK" sz="900" b="0" baseline="0" noProof="1">
                <a:solidFill>
                  <a:schemeClr val="tx1"/>
                </a:solidFill>
                <a:latin typeface="Arial" panose="020B0604020202020204" pitchFamily="34" charset="0"/>
                <a:cs typeface="Arial" panose="020B0604020202020204" pitchFamily="34" charset="0"/>
              </a:rPr>
              <a:t> in the Templafy pane on the right side of the screen</a:t>
            </a:r>
            <a:endParaRPr lang="en-US" altLang="da-DK" sz="900" noProof="1">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lang="en-US" altLang="da-DK" sz="900" b="0" baseline="0" noProof="1">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Arial" panose="020B0604020202020204" pitchFamily="34" charset="0"/>
                <a:cs typeface="Arial" panose="020B0604020202020204" pitchFamily="34" charset="0"/>
              </a:rPr>
              <a:t>Insert picture</a:t>
            </a:r>
            <a:endParaRPr lang="en-US"/>
          </a:p>
          <a:p>
            <a:pPr eaLnBrk="1" hangingPunct="1">
              <a:spcAft>
                <a:spcPts val="600"/>
              </a:spcAft>
              <a:defRPr/>
            </a:pPr>
            <a:r>
              <a:rPr lang="en-US" altLang="da-DK" sz="900" b="0" noProof="1">
                <a:solidFill>
                  <a:schemeClr val="tx1"/>
                </a:solidFill>
                <a:latin typeface="Arial" panose="020B0604020202020204" pitchFamily="34" charset="0"/>
                <a:cs typeface="Arial" panose="020B0604020202020204" pitchFamily="34" charset="0"/>
              </a:rPr>
              <a:t>On slides with pictureplaceholder, click on the icon and choose </a:t>
            </a:r>
            <a:r>
              <a:rPr lang="en-US" altLang="da-DK" sz="900" b="1" noProof="1">
                <a:solidFill>
                  <a:schemeClr val="tx1"/>
                </a:solidFill>
                <a:latin typeface="Arial" panose="020B0604020202020204" pitchFamily="34" charset="0"/>
                <a:cs typeface="Arial" panose="020B0604020202020204" pitchFamily="34" charset="0"/>
              </a:rPr>
              <a:t>Insert</a:t>
            </a:r>
            <a:endParaRPr lang="en-US"/>
          </a:p>
          <a:p>
            <a:pPr eaLnBrk="1" hangingPunct="1">
              <a:spcBef>
                <a:spcPts val="1200"/>
              </a:spcBef>
              <a:spcAft>
                <a:spcPts val="600"/>
              </a:spcAft>
              <a:defRPr/>
            </a:pPr>
            <a:r>
              <a:rPr lang="en-US" sz="900" b="1" noProof="1">
                <a:solidFill>
                  <a:schemeClr val="tx1"/>
                </a:solidFill>
                <a:latin typeface="Arial" panose="020B0604020202020204" pitchFamily="34" charset="0"/>
                <a:cs typeface="Arial" panose="020B0604020202020204" pitchFamily="34" charset="0"/>
              </a:rPr>
              <a:t>Crop picture</a:t>
            </a:r>
            <a:endParaRPr lang="en-US"/>
          </a:p>
          <a:p>
            <a:pPr eaLnBrk="1" hangingPunct="1">
              <a:spcAft>
                <a:spcPts val="600"/>
              </a:spcAft>
              <a:defRPr/>
            </a:pPr>
            <a:r>
              <a:rPr lang="en-US" altLang="da-DK" sz="900" b="1" noProof="1">
                <a:solidFill>
                  <a:schemeClr val="tx1"/>
                </a:solidFill>
                <a:latin typeface="Arial" panose="020B0604020202020204" pitchFamily="34" charset="0"/>
                <a:cs typeface="Arial" panose="020B0604020202020204" pitchFamily="34" charset="0"/>
              </a:rPr>
              <a:t>1. </a:t>
            </a:r>
            <a:r>
              <a:rPr lang="en-US" altLang="da-DK" sz="900" b="0" noProof="1">
                <a:solidFill>
                  <a:schemeClr val="tx1"/>
                </a:solidFill>
                <a:latin typeface="Arial" panose="020B0604020202020204" pitchFamily="34" charset="0"/>
                <a:cs typeface="Arial" panose="020B0604020202020204" pitchFamily="34" charset="0"/>
              </a:rPr>
              <a:t>Click </a:t>
            </a:r>
            <a:r>
              <a:rPr lang="en-US" altLang="da-DK" sz="900" b="1" noProof="1">
                <a:solidFill>
                  <a:schemeClr val="tx1"/>
                </a:solidFill>
                <a:latin typeface="Arial" panose="020B0604020202020204" pitchFamily="34" charset="0"/>
                <a:cs typeface="Arial" panose="020B0604020202020204" pitchFamily="34" charset="0"/>
              </a:rPr>
              <a:t>Crop</a:t>
            </a:r>
            <a:r>
              <a:rPr lang="en-US" altLang="da-DK" sz="900" b="0" noProof="1">
                <a:solidFill>
                  <a:schemeClr val="tx1"/>
                </a:solidFill>
                <a:latin typeface="Arial" panose="020B0604020202020204" pitchFamily="34" charset="0"/>
                <a:cs typeface="Arial" panose="020B0604020202020204" pitchFamily="34" charset="0"/>
              </a:rPr>
              <a:t> to change size or </a:t>
            </a:r>
            <a:br>
              <a:rPr lang="en-US" altLang="da-DK" sz="900" b="0"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focus of the picture</a:t>
            </a:r>
            <a:endParaRPr lang="en-US"/>
          </a:p>
          <a:p>
            <a:pPr eaLnBrk="1" hangingPunct="1">
              <a:spcAft>
                <a:spcPts val="600"/>
              </a:spcAft>
              <a:defRPr/>
            </a:pPr>
            <a:r>
              <a:rPr lang="en-US" altLang="da-DK" sz="900" b="1" noProof="1">
                <a:solidFill>
                  <a:schemeClr val="tx1"/>
                </a:solidFill>
                <a:latin typeface="Arial" panose="020B0604020202020204" pitchFamily="34" charset="0"/>
                <a:cs typeface="Arial" panose="020B0604020202020204" pitchFamily="34" charset="0"/>
              </a:rPr>
              <a:t>2. </a:t>
            </a:r>
            <a:r>
              <a:rPr lang="en-US" altLang="da-DK" sz="900" b="0" noProof="1">
                <a:solidFill>
                  <a:schemeClr val="tx1"/>
                </a:solidFill>
                <a:latin typeface="Arial" panose="020B0604020202020204" pitchFamily="34" charset="0"/>
                <a:cs typeface="Arial" panose="020B0604020202020204" pitchFamily="34" charset="0"/>
              </a:rPr>
              <a:t>If you want to scale the picture, </a:t>
            </a:r>
            <a:br>
              <a:rPr lang="en-US" altLang="da-DK" sz="900" b="0"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hold </a:t>
            </a:r>
            <a:r>
              <a:rPr lang="en-US" altLang="da-DK" sz="900" b="1" noProof="1">
                <a:solidFill>
                  <a:schemeClr val="tx1"/>
                </a:solidFill>
                <a:latin typeface="Arial" panose="020B0604020202020204" pitchFamily="34" charset="0"/>
                <a:cs typeface="Arial" panose="020B0604020202020204" pitchFamily="34" charset="0"/>
              </a:rPr>
              <a:t>SHIFT</a:t>
            </a:r>
            <a:r>
              <a:rPr lang="en-US" altLang="da-DK" sz="900" b="0" noProof="1">
                <a:solidFill>
                  <a:schemeClr val="tx1"/>
                </a:solidFill>
                <a:latin typeface="Arial" panose="020B0604020202020204" pitchFamily="34" charset="0"/>
                <a:cs typeface="Arial" panose="020B0604020202020204" pitchFamily="34" charset="0"/>
              </a:rPr>
              <a:t>-key down while </a:t>
            </a:r>
            <a:br>
              <a:rPr lang="en-US" altLang="da-DK" sz="900" b="0"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dragging the corners of the picture</a:t>
            </a:r>
            <a:br>
              <a:rPr lang="en-US" altLang="da-DK" sz="900" b="0" noProof="1">
                <a:solidFill>
                  <a:schemeClr val="tx1"/>
                </a:solidFill>
                <a:latin typeface="Arial" panose="020B0604020202020204" pitchFamily="34" charset="0"/>
                <a:cs typeface="Arial" panose="020B0604020202020204" pitchFamily="34" charset="0"/>
              </a:rPr>
            </a:br>
            <a:endParaRPr lang="en-US" altLang="da-DK" sz="9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US" altLang="da-DK" sz="900" b="1" noProof="1">
                <a:solidFill>
                  <a:schemeClr val="tx1"/>
                </a:solidFill>
                <a:latin typeface="Arial" panose="020B0604020202020204" pitchFamily="34" charset="0"/>
                <a:cs typeface="Arial" panose="020B0604020202020204" pitchFamily="34" charset="0"/>
              </a:rPr>
              <a:t>HINT: </a:t>
            </a:r>
            <a:r>
              <a:rPr lang="en-US" altLang="da-DK" sz="900" b="0" noProof="1">
                <a:solidFill>
                  <a:schemeClr val="tx1"/>
                </a:solidFill>
                <a:latin typeface="Arial" panose="020B0604020202020204" pitchFamily="34" charset="0"/>
                <a:cs typeface="Arial" panose="020B0604020202020204" pitchFamily="34" charset="0"/>
              </a:rPr>
              <a:t>If you delete the picture and </a:t>
            </a:r>
            <a:br>
              <a:rPr lang="en-US" altLang="da-DK" sz="900" b="0"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insert a new one, the picture may </a:t>
            </a:r>
            <a:br>
              <a:rPr lang="en-US" altLang="da-DK" sz="900" b="0"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lie in front of the text or graphic.</a:t>
            </a:r>
            <a:br>
              <a:rPr lang="en-US" altLang="da-DK" sz="900" b="0"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If this happens, select the picture, </a:t>
            </a:r>
            <a:br>
              <a:rPr lang="en-US" altLang="da-DK" sz="900" b="0"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right-click and choose </a:t>
            </a:r>
            <a:r>
              <a:rPr lang="en-US" altLang="da-DK" sz="900" b="1" noProof="1">
                <a:solidFill>
                  <a:schemeClr val="tx1"/>
                </a:solidFill>
                <a:latin typeface="Arial" panose="020B0604020202020204" pitchFamily="34" charset="0"/>
                <a:cs typeface="Arial" panose="020B0604020202020204" pitchFamily="34" charset="0"/>
              </a:rPr>
              <a:t>Send to Back</a:t>
            </a:r>
            <a:endParaRPr lang="en-US"/>
          </a:p>
        </p:txBody>
      </p:sp>
      <p:grpSp>
        <p:nvGrpSpPr>
          <p:cNvPr id="26" name="Gruppe 25">
            <a:extLst>
              <a:ext uri="{FF2B5EF4-FFF2-40B4-BE49-F238E27FC236}">
                <a16:creationId xmlns:a16="http://schemas.microsoft.com/office/drawing/2014/main" id="{1E29220A-15A7-4D74-97D3-C35C0B6650BA}"/>
              </a:ext>
            </a:extLst>
          </p:cNvPr>
          <p:cNvGrpSpPr/>
          <p:nvPr userDrawn="1"/>
        </p:nvGrpSpPr>
        <p:grpSpPr>
          <a:xfrm>
            <a:off x="7254412" y="1876097"/>
            <a:ext cx="676669" cy="997704"/>
            <a:chOff x="6442771" y="2574072"/>
            <a:chExt cx="676669" cy="997704"/>
          </a:xfrm>
        </p:grpSpPr>
        <p:pic>
          <p:nvPicPr>
            <p:cNvPr id="27" name="Billede 26">
              <a:extLst>
                <a:ext uri="{FF2B5EF4-FFF2-40B4-BE49-F238E27FC236}">
                  <a16:creationId xmlns:a16="http://schemas.microsoft.com/office/drawing/2014/main" id="{3A5D5234-21E3-4579-AE5E-A650C0CF9FBA}"/>
                </a:ext>
              </a:extLst>
            </p:cNvPr>
            <p:cNvPicPr>
              <a:picLocks noChangeAspect="1"/>
            </p:cNvPicPr>
            <p:nvPr userDrawn="1"/>
          </p:nvPicPr>
          <p:blipFill>
            <a:blip r:embed="rId2"/>
            <a:stretch>
              <a:fillRect/>
            </a:stretch>
          </p:blipFill>
          <p:spPr>
            <a:xfrm>
              <a:off x="6442771" y="2574072"/>
              <a:ext cx="305786" cy="365851"/>
            </a:xfrm>
            <a:prstGeom prst="rect">
              <a:avLst/>
            </a:prstGeom>
          </p:spPr>
        </p:pic>
        <p:pic>
          <p:nvPicPr>
            <p:cNvPr id="38" name="Billede 37">
              <a:extLst>
                <a:ext uri="{FF2B5EF4-FFF2-40B4-BE49-F238E27FC236}">
                  <a16:creationId xmlns:a16="http://schemas.microsoft.com/office/drawing/2014/main" id="{C18E748C-FC83-400F-9C35-D988C1228010}"/>
                </a:ext>
              </a:extLst>
            </p:cNvPr>
            <p:cNvPicPr>
              <a:picLocks noChangeAspect="1"/>
            </p:cNvPicPr>
            <p:nvPr userDrawn="1"/>
          </p:nvPicPr>
          <p:blipFill rotWithShape="1">
            <a:blip r:embed="rId3"/>
            <a:srcRect l="1432" t="16308" r="2422" b="1509"/>
            <a:stretch/>
          </p:blipFill>
          <p:spPr>
            <a:xfrm>
              <a:off x="6444587" y="2943287"/>
              <a:ext cx="674853" cy="628489"/>
            </a:xfrm>
            <a:prstGeom prst="rect">
              <a:avLst/>
            </a:prstGeom>
            <a:ln w="3175">
              <a:solidFill>
                <a:schemeClr val="bg1">
                  <a:lumMod val="95000"/>
                </a:schemeClr>
              </a:solidFill>
            </a:ln>
          </p:spPr>
        </p:pic>
      </p:grpSp>
      <p:sp>
        <p:nvSpPr>
          <p:cNvPr id="42" name="Text Box 2">
            <a:extLst>
              <a:ext uri="{FF2B5EF4-FFF2-40B4-BE49-F238E27FC236}">
                <a16:creationId xmlns:a16="http://schemas.microsoft.com/office/drawing/2014/main" id="{00AD0EBC-0A41-4B26-9D79-79E0C00BBA85}"/>
              </a:ext>
            </a:extLst>
          </p:cNvPr>
          <p:cNvSpPr txBox="1">
            <a:spLocks noChangeArrowheads="1"/>
          </p:cNvSpPr>
          <p:nvPr userDrawn="1"/>
        </p:nvSpPr>
        <p:spPr bwMode="auto">
          <a:xfrm>
            <a:off x="539752" y="1613646"/>
            <a:ext cx="228036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dirty="0">
                <a:latin typeface="Arial" panose="020B0604020202020204" pitchFamily="34" charset="0"/>
                <a:cs typeface="Arial" panose="020B0604020202020204" pitchFamily="34" charset="0"/>
              </a:rPr>
              <a:t>TEXT STYLES</a:t>
            </a:r>
            <a:endParaRPr lang="en-US" altLang="da-DK" sz="16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US" altLang="da-DK" sz="900" b="0" noProof="1">
                <a:solidFill>
                  <a:schemeClr val="tx1"/>
                </a:solidFill>
                <a:latin typeface="Arial" panose="020B0604020202020204" pitchFamily="34" charset="0"/>
                <a:cs typeface="Arial" panose="020B0604020202020204" pitchFamily="34" charset="0"/>
              </a:rPr>
              <a:t>Use the </a:t>
            </a:r>
            <a:r>
              <a:rPr lang="en-US" altLang="da-DK" sz="900" b="1" noProof="1">
                <a:solidFill>
                  <a:schemeClr val="tx1"/>
                </a:solidFill>
                <a:latin typeface="Arial" panose="020B0604020202020204" pitchFamily="34" charset="0"/>
                <a:cs typeface="Arial" panose="020B0604020202020204" pitchFamily="34" charset="0"/>
              </a:rPr>
              <a:t>TAB</a:t>
            </a:r>
            <a:r>
              <a:rPr lang="en-US" altLang="da-DK" sz="900" b="0" noProof="1">
                <a:solidFill>
                  <a:schemeClr val="tx1"/>
                </a:solidFill>
                <a:latin typeface="Arial" panose="020B0604020202020204" pitchFamily="34" charset="0"/>
                <a:cs typeface="Arial" panose="020B0604020202020204" pitchFamily="34" charset="0"/>
              </a:rPr>
              <a:t>-key</a:t>
            </a:r>
            <a:r>
              <a:rPr lang="en-US" altLang="da-DK" sz="900" b="0" baseline="0" noProof="1">
                <a:solidFill>
                  <a:schemeClr val="tx1"/>
                </a:solidFill>
                <a:latin typeface="Arial" panose="020B0604020202020204" pitchFamily="34" charset="0"/>
                <a:cs typeface="Arial" panose="020B0604020202020204" pitchFamily="34" charset="0"/>
              </a:rPr>
              <a:t> to jump through levels. Click </a:t>
            </a:r>
            <a:r>
              <a:rPr lang="en-US" altLang="da-DK" sz="900" b="1" baseline="0" noProof="1">
                <a:solidFill>
                  <a:schemeClr val="tx1"/>
                </a:solidFill>
                <a:latin typeface="Arial" panose="020B0604020202020204" pitchFamily="34" charset="0"/>
                <a:cs typeface="Arial" panose="020B0604020202020204" pitchFamily="34" charset="0"/>
              </a:rPr>
              <a:t>ENTER</a:t>
            </a:r>
            <a:r>
              <a:rPr lang="en-US" altLang="da-DK" sz="900" b="0" baseline="0" noProof="1">
                <a:solidFill>
                  <a:schemeClr val="tx1"/>
                </a:solidFill>
                <a:latin typeface="Arial" panose="020B0604020202020204" pitchFamily="34" charset="0"/>
                <a:cs typeface="Arial" panose="020B0604020202020204" pitchFamily="34" charset="0"/>
              </a:rPr>
              <a:t>, then </a:t>
            </a:r>
            <a:r>
              <a:rPr lang="en-US" altLang="da-DK" sz="900" b="1" baseline="0" noProof="1">
                <a:solidFill>
                  <a:schemeClr val="tx1"/>
                </a:solidFill>
                <a:latin typeface="Arial" panose="020B0604020202020204" pitchFamily="34" charset="0"/>
                <a:cs typeface="Arial" panose="020B0604020202020204" pitchFamily="34" charset="0"/>
              </a:rPr>
              <a:t>TAB</a:t>
            </a:r>
            <a:r>
              <a:rPr lang="en-US" altLang="da-DK" sz="900" b="0" baseline="0" noProof="1">
                <a:solidFill>
                  <a:schemeClr val="tx1"/>
                </a:solidFill>
                <a:latin typeface="Arial" panose="020B0604020202020204" pitchFamily="34" charset="0"/>
                <a:cs typeface="Arial" panose="020B0604020202020204" pitchFamily="34" charset="0"/>
              </a:rPr>
              <a:t> to switch from one level to the next level</a:t>
            </a:r>
            <a:endParaRPr lang="en-US"/>
          </a:p>
          <a:p>
            <a:pPr eaLnBrk="1" hangingPunct="1">
              <a:spcAft>
                <a:spcPts val="600"/>
              </a:spcAft>
              <a:defRPr/>
            </a:pPr>
            <a:r>
              <a:rPr lang="en-US" altLang="da-DK" sz="900" b="0" baseline="0" noProof="1">
                <a:solidFill>
                  <a:schemeClr val="tx1"/>
                </a:solidFill>
                <a:latin typeface="Arial" panose="020B0604020202020204" pitchFamily="34" charset="0"/>
                <a:cs typeface="Arial" panose="020B0604020202020204" pitchFamily="34" charset="0"/>
              </a:rPr>
              <a:t>To go back in levels use </a:t>
            </a:r>
            <a:r>
              <a:rPr lang="en-US" altLang="da-DK" sz="900" b="1" baseline="0" noProof="1">
                <a:solidFill>
                  <a:schemeClr val="tx1"/>
                </a:solidFill>
                <a:latin typeface="Arial" panose="020B0604020202020204" pitchFamily="34" charset="0"/>
                <a:cs typeface="Arial" panose="020B0604020202020204" pitchFamily="34" charset="0"/>
              </a:rPr>
              <a:t>SHIFT-TAB</a:t>
            </a:r>
            <a:endParaRPr lang="en-US" sz="9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US" sz="900" noProof="1">
                <a:solidFill>
                  <a:schemeClr val="tx1"/>
                </a:solidFill>
                <a:latin typeface="Arial" panose="020B0604020202020204" pitchFamily="34" charset="0"/>
                <a:cs typeface="Arial" panose="020B0604020202020204" pitchFamily="34" charset="0"/>
              </a:rPr>
              <a:t>Alternatively, </a:t>
            </a:r>
            <a:r>
              <a:rPr lang="en-US" sz="900" b="1" noProof="1">
                <a:solidFill>
                  <a:schemeClr val="tx1"/>
                </a:solidFill>
                <a:latin typeface="Arial" panose="020B0604020202020204" pitchFamily="34" charset="0"/>
                <a:cs typeface="Arial" panose="020B0604020202020204" pitchFamily="34" charset="0"/>
              </a:rPr>
              <a:t>Increase</a:t>
            </a:r>
            <a:r>
              <a:rPr lang="en-US" sz="900" baseline="0" noProof="1">
                <a:solidFill>
                  <a:schemeClr val="tx1"/>
                </a:solidFill>
                <a:latin typeface="Arial" panose="020B0604020202020204" pitchFamily="34" charset="0"/>
                <a:cs typeface="Arial" panose="020B0604020202020204" pitchFamily="34" charset="0"/>
              </a:rPr>
              <a:t> and </a:t>
            </a:r>
            <a:r>
              <a:rPr lang="en-US" sz="900" b="1" baseline="0" noProof="1">
                <a:solidFill>
                  <a:schemeClr val="tx1"/>
                </a:solidFill>
                <a:latin typeface="Arial" panose="020B0604020202020204" pitchFamily="34" charset="0"/>
                <a:cs typeface="Arial" panose="020B0604020202020204" pitchFamily="34" charset="0"/>
              </a:rPr>
              <a:t>Decrease</a:t>
            </a:r>
            <a:br>
              <a:rPr lang="en-US" sz="900" b="1" baseline="0" noProof="1">
                <a:solidFill>
                  <a:schemeClr val="tx1"/>
                </a:solidFill>
                <a:latin typeface="Arial" panose="020B0604020202020204" pitchFamily="34" charset="0"/>
                <a:cs typeface="Arial" panose="020B0604020202020204" pitchFamily="34" charset="0"/>
              </a:rPr>
            </a:br>
            <a:r>
              <a:rPr lang="en-US" sz="900" baseline="0" noProof="1">
                <a:solidFill>
                  <a:schemeClr val="tx1"/>
                </a:solidFill>
                <a:latin typeface="Arial" panose="020B0604020202020204" pitchFamily="34" charset="0"/>
                <a:cs typeface="Arial" panose="020B0604020202020204" pitchFamily="34" charset="0"/>
              </a:rPr>
              <a:t>list level can be used</a:t>
            </a:r>
            <a:endParaRPr lang="en-US"/>
          </a:p>
          <a:p>
            <a:pPr eaLnBrk="1" hangingPunct="1">
              <a:spcAft>
                <a:spcPts val="600"/>
              </a:spcAft>
              <a:defRPr/>
            </a:pPr>
            <a:endParaRPr lang="en-US" sz="900" baseline="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US" altLang="da-DK" sz="900" b="1" noProof="1">
                <a:solidFill>
                  <a:schemeClr val="tx1"/>
                </a:solidFill>
                <a:latin typeface="Arial" panose="020B0604020202020204" pitchFamily="34" charset="0"/>
                <a:cs typeface="Arial" panose="020B0604020202020204" pitchFamily="34" charset="0"/>
              </a:rPr>
              <a:t>HINT: </a:t>
            </a:r>
            <a:r>
              <a:rPr lang="en-US" sz="900" b="1" noProof="1">
                <a:solidFill>
                  <a:schemeClr val="tx1"/>
                </a:solidFill>
                <a:latin typeface="Arial" panose="020B0604020202020204" pitchFamily="34" charset="0"/>
                <a:cs typeface="Arial" panose="020B0604020202020204" pitchFamily="34" charset="0"/>
              </a:rPr>
              <a:t>Use bullet button</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Arial" panose="020B0604020202020204" pitchFamily="34" charset="0"/>
                <a:cs typeface="Arial" panose="020B0604020202020204" pitchFamily="34" charset="0"/>
              </a:rPr>
              <a:t>Delete bullet for regular text.</a:t>
            </a:r>
            <a:br>
              <a:rPr lang="en-US" altLang="da-DK" sz="900" b="0"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Click on the bullet button to reaply the correct bullet again</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br>
              <a:rPr lang="en-US" altLang="da-DK" sz="900" b="0" noProof="1">
                <a:solidFill>
                  <a:schemeClr val="tx1"/>
                </a:solidFill>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SLIDES &amp; LAYOUTS</a:t>
            </a:r>
            <a:br>
              <a:rPr lang="en-US" altLang="da-DK" sz="900" b="1" noProof="1">
                <a:solidFill>
                  <a:schemeClr val="tx1"/>
                </a:solidFill>
                <a:latin typeface="Arial" panose="020B0604020202020204" pitchFamily="34" charset="0"/>
                <a:cs typeface="Arial" panose="020B0604020202020204" pitchFamily="34" charset="0"/>
              </a:rPr>
            </a:br>
            <a:br>
              <a:rPr lang="en-US" altLang="da-DK" sz="900" b="1" noProof="1">
                <a:solidFill>
                  <a:schemeClr val="tx1"/>
                </a:solidFill>
                <a:latin typeface="Arial" panose="020B0604020202020204" pitchFamily="34" charset="0"/>
                <a:cs typeface="Arial" panose="020B0604020202020204" pitchFamily="34" charset="0"/>
              </a:rPr>
            </a:br>
            <a:r>
              <a:rPr lang="en-US" altLang="da-DK" sz="900" b="0" noProof="1">
                <a:solidFill>
                  <a:schemeClr val="tx1"/>
                </a:solidFill>
                <a:latin typeface="Arial" panose="020B0604020202020204" pitchFamily="34" charset="0"/>
                <a:cs typeface="Arial" panose="020B0604020202020204" pitchFamily="34" charset="0"/>
              </a:rPr>
              <a:t>Click on the menu </a:t>
            </a:r>
            <a:r>
              <a:rPr lang="en-US" altLang="da-DK" sz="900" b="1" noProof="1">
                <a:solidFill>
                  <a:schemeClr val="tx1"/>
                </a:solidFill>
                <a:latin typeface="Arial" panose="020B0604020202020204" pitchFamily="34" charset="0"/>
                <a:cs typeface="Arial" panose="020B0604020202020204" pitchFamily="34" charset="0"/>
              </a:rPr>
              <a:t>New Slide </a:t>
            </a:r>
            <a:r>
              <a:rPr lang="en-US" altLang="da-DK" sz="900" b="0" noProof="1">
                <a:solidFill>
                  <a:schemeClr val="tx1"/>
                </a:solidFill>
                <a:latin typeface="Arial" panose="020B0604020202020204" pitchFamily="34" charset="0"/>
                <a:cs typeface="Arial" panose="020B0604020202020204" pitchFamily="34" charset="0"/>
              </a:rPr>
              <a:t>in the </a:t>
            </a:r>
            <a:r>
              <a:rPr lang="en-US" altLang="da-DK" sz="900" b="1" noProof="1">
                <a:solidFill>
                  <a:schemeClr val="tx1"/>
                </a:solidFill>
                <a:latin typeface="Arial" panose="020B0604020202020204" pitchFamily="34" charset="0"/>
                <a:cs typeface="Arial" panose="020B0604020202020204" pitchFamily="34" charset="0"/>
              </a:rPr>
              <a:t>Home</a:t>
            </a:r>
            <a:r>
              <a:rPr lang="en-US" altLang="da-DK" sz="900" b="0" noProof="1">
                <a:solidFill>
                  <a:schemeClr val="tx1"/>
                </a:solidFill>
                <a:latin typeface="Arial" panose="020B0604020202020204" pitchFamily="34" charset="0"/>
                <a:cs typeface="Arial" panose="020B0604020202020204" pitchFamily="34" charset="0"/>
              </a:rPr>
              <a:t> tab to insert a new slide</a:t>
            </a:r>
            <a:br>
              <a:rPr lang="en-US" altLang="da-DK" sz="900" b="0" noProof="1">
                <a:solidFill>
                  <a:schemeClr val="tx1"/>
                </a:solidFill>
                <a:latin typeface="Arial" panose="020B0604020202020204" pitchFamily="34" charset="0"/>
                <a:cs typeface="Arial" panose="020B0604020202020204" pitchFamily="34" charset="0"/>
              </a:rPr>
            </a:br>
            <a:br>
              <a:rPr lang="en-US" altLang="da-DK" sz="900" b="0" noProof="1">
                <a:solidFill>
                  <a:schemeClr val="tx1"/>
                </a:solidFill>
                <a:latin typeface="Arial" panose="020B0604020202020204" pitchFamily="34" charset="0"/>
                <a:cs typeface="Arial" panose="020B0604020202020204" pitchFamily="34" charset="0"/>
              </a:rPr>
            </a:br>
            <a:r>
              <a:rPr lang="en-US" altLang="da-DK" sz="900" b="1" noProof="1">
                <a:solidFill>
                  <a:schemeClr val="tx1"/>
                </a:solidFill>
                <a:latin typeface="Arial" panose="020B0604020202020204" pitchFamily="34" charset="0"/>
                <a:cs typeface="Arial" panose="020B0604020202020204" pitchFamily="34" charset="0"/>
              </a:rPr>
              <a:t>Change layout</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sz="900" dirty="0">
                <a:solidFill>
                  <a:srgbClr val="000000"/>
                </a:solidFill>
                <a:latin typeface="Arial" panose="020B0604020202020204" pitchFamily="34" charset="0"/>
                <a:ea typeface="Times New Roman" panose="02020603050405020304" pitchFamily="18" charset="0"/>
                <a:cs typeface="Arial" panose="020B0604020202020204" pitchFamily="34" charset="0"/>
              </a:rPr>
              <a:t>Click on the arrow next to </a:t>
            </a:r>
            <a:r>
              <a:rPr lang="en-US" sz="900" b="1" dirty="0">
                <a:solidFill>
                  <a:srgbClr val="000000"/>
                </a:solidFill>
                <a:latin typeface="Arial" panose="020B0604020202020204" pitchFamily="34" charset="0"/>
                <a:ea typeface="Times New Roman" panose="02020603050405020304" pitchFamily="18" charset="0"/>
                <a:cs typeface="Arial" panose="020B0604020202020204" pitchFamily="34" charset="0"/>
              </a:rPr>
              <a:t>Layout</a:t>
            </a:r>
            <a:br>
              <a:rPr lang="en-US" sz="900" b="1" dirty="0">
                <a:solidFill>
                  <a:srgbClr val="000000"/>
                </a:solidFill>
                <a:latin typeface="Arial" panose="020B0604020202020204" pitchFamily="34" charset="0"/>
                <a:ea typeface="Times New Roman" panose="02020603050405020304" pitchFamily="18" charset="0"/>
                <a:cs typeface="Arial" panose="020B0604020202020204" pitchFamily="34" charset="0"/>
              </a:rPr>
            </a:br>
            <a:r>
              <a:rPr lang="en-US" sz="900" dirty="0">
                <a:solidFill>
                  <a:srgbClr val="000000"/>
                </a:solidFill>
                <a:latin typeface="Arial" panose="020B0604020202020204" pitchFamily="34" charset="0"/>
                <a:ea typeface="Times New Roman" panose="02020603050405020304" pitchFamily="18" charset="0"/>
                <a:cs typeface="Arial" panose="020B0604020202020204" pitchFamily="34" charset="0"/>
              </a:rPr>
              <a:t>to view a dropdown menu of possible slide layouts</a:t>
            </a:r>
            <a:br>
              <a:rPr lang="en-US" altLang="da-DK" sz="900" b="0" baseline="0" noProof="1">
                <a:solidFill>
                  <a:schemeClr val="tx1"/>
                </a:solidFill>
                <a:latin typeface="Arial" panose="020B0604020202020204" pitchFamily="34" charset="0"/>
                <a:cs typeface="Arial" panose="020B0604020202020204" pitchFamily="34" charset="0"/>
              </a:rPr>
            </a:br>
            <a:br>
              <a:rPr lang="en-US" altLang="da-DK" sz="900" b="0" baseline="0" noProof="1">
                <a:solidFill>
                  <a:schemeClr val="tx1"/>
                </a:solidFill>
                <a:latin typeface="Arial" panose="020B0604020202020204" pitchFamily="34" charset="0"/>
                <a:cs typeface="Arial" panose="020B0604020202020204" pitchFamily="34" charset="0"/>
              </a:rPr>
            </a:br>
            <a:r>
              <a:rPr lang="en-US" sz="900" b="1" noProof="1">
                <a:solidFill>
                  <a:schemeClr val="tx1"/>
                </a:solidFill>
                <a:latin typeface="Arial" panose="020B0604020202020204" pitchFamily="34" charset="0"/>
                <a:cs typeface="Arial" panose="020B0604020202020204" pitchFamily="34" charset="0"/>
              </a:rPr>
              <a:t>Reset slide</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noProof="1">
                <a:solidFill>
                  <a:schemeClr val="tx1"/>
                </a:solidFill>
                <a:latin typeface="Arial" panose="020B0604020202020204" pitchFamily="34" charset="0"/>
                <a:cs typeface="Arial" panose="020B0604020202020204" pitchFamily="34" charset="0"/>
              </a:rPr>
              <a:t>Click the </a:t>
            </a:r>
            <a:r>
              <a:rPr lang="en-US" altLang="da-DK" sz="900" b="1" baseline="0" noProof="1">
                <a:solidFill>
                  <a:schemeClr val="tx1"/>
                </a:solidFill>
                <a:latin typeface="Arial" panose="020B0604020202020204" pitchFamily="34" charset="0"/>
                <a:cs typeface="Arial" panose="020B0604020202020204" pitchFamily="34" charset="0"/>
              </a:rPr>
              <a:t>Reset </a:t>
            </a:r>
            <a:r>
              <a:rPr lang="en-US" altLang="da-DK" sz="900" noProof="1">
                <a:solidFill>
                  <a:schemeClr val="tx1"/>
                </a:solidFill>
                <a:latin typeface="Arial" panose="020B0604020202020204" pitchFamily="34" charset="0"/>
                <a:cs typeface="Arial" panose="020B0604020202020204" pitchFamily="34" charset="0"/>
              </a:rPr>
              <a:t>menu to reset position, size</a:t>
            </a:r>
            <a:r>
              <a:rPr lang="en-US" altLang="da-DK" sz="900" baseline="0" noProof="1">
                <a:solidFill>
                  <a:schemeClr val="tx1"/>
                </a:solidFill>
                <a:latin typeface="Arial" panose="020B0604020202020204" pitchFamily="34" charset="0"/>
                <a:cs typeface="Arial" panose="020B0604020202020204" pitchFamily="34" charset="0"/>
              </a:rPr>
              <a:t> and formatting of the </a:t>
            </a:r>
            <a:br>
              <a:rPr lang="en-US" altLang="da-DK" sz="900" baseline="0" noProof="1">
                <a:solidFill>
                  <a:schemeClr val="tx1"/>
                </a:solidFill>
                <a:latin typeface="Arial" panose="020B0604020202020204" pitchFamily="34" charset="0"/>
                <a:cs typeface="Arial" panose="020B0604020202020204" pitchFamily="34" charset="0"/>
              </a:rPr>
            </a:br>
            <a:r>
              <a:rPr lang="en-US" altLang="da-DK" sz="900" baseline="0" noProof="1">
                <a:solidFill>
                  <a:schemeClr val="tx1"/>
                </a:solidFill>
                <a:latin typeface="Arial" panose="020B0604020202020204" pitchFamily="34" charset="0"/>
                <a:cs typeface="Arial" panose="020B0604020202020204" pitchFamily="34" charset="0"/>
              </a:rPr>
              <a:t>slide placeholders to their default settings</a:t>
            </a:r>
            <a:endParaRPr lang="en-US" altLang="da-DK" sz="90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US" altLang="da-DK" sz="900" b="0" noProof="1">
              <a:solidFill>
                <a:schemeClr val="tx1"/>
              </a:solidFill>
              <a:latin typeface="Arial" panose="020B0604020202020204" pitchFamily="34" charset="0"/>
              <a:cs typeface="Arial" panose="020B0604020202020204" pitchFamily="34" charset="0"/>
            </a:endParaRPr>
          </a:p>
        </p:txBody>
      </p:sp>
      <p:pic>
        <p:nvPicPr>
          <p:cNvPr id="43" name="Picture 2">
            <a:extLst>
              <a:ext uri="{FF2B5EF4-FFF2-40B4-BE49-F238E27FC236}">
                <a16:creationId xmlns:a16="http://schemas.microsoft.com/office/drawing/2014/main" id="{7082C8DC-C092-4676-B834-847B1F285858}"/>
              </a:ext>
            </a:extLst>
          </p:cNvPr>
          <p:cNvPicPr>
            <a:picLocks noChangeAspect="1"/>
          </p:cNvPicPr>
          <p:nvPr userDrawn="1"/>
        </p:nvPicPr>
        <p:blipFill>
          <a:blip r:embed="rId4"/>
          <a:stretch>
            <a:fillRect/>
          </a:stretch>
        </p:blipFill>
        <p:spPr>
          <a:xfrm>
            <a:off x="2859631" y="3322850"/>
            <a:ext cx="257143" cy="285714"/>
          </a:xfrm>
          <a:prstGeom prst="rect">
            <a:avLst/>
          </a:prstGeom>
        </p:spPr>
      </p:pic>
      <p:pic>
        <p:nvPicPr>
          <p:cNvPr id="46" name="Picture 29">
            <a:extLst>
              <a:ext uri="{FF2B5EF4-FFF2-40B4-BE49-F238E27FC236}">
                <a16:creationId xmlns:a16="http://schemas.microsoft.com/office/drawing/2014/main" id="{6B35B93D-CCEE-48AF-A769-8729CC05BE8A}"/>
              </a:ext>
            </a:extLst>
          </p:cNvPr>
          <p:cNvPicPr>
            <a:picLocks noChangeAspect="1"/>
          </p:cNvPicPr>
          <p:nvPr userDrawn="1"/>
        </p:nvPicPr>
        <p:blipFill>
          <a:blip r:embed="rId5"/>
          <a:stretch>
            <a:fillRect/>
          </a:stretch>
        </p:blipFill>
        <p:spPr>
          <a:xfrm>
            <a:off x="2860172" y="2599667"/>
            <a:ext cx="457143" cy="257143"/>
          </a:xfrm>
          <a:prstGeom prst="rect">
            <a:avLst/>
          </a:prstGeom>
        </p:spPr>
      </p:pic>
      <p:pic>
        <p:nvPicPr>
          <p:cNvPr id="51" name="Picture 33">
            <a:extLst>
              <a:ext uri="{FF2B5EF4-FFF2-40B4-BE49-F238E27FC236}">
                <a16:creationId xmlns:a16="http://schemas.microsoft.com/office/drawing/2014/main" id="{939F9DAB-8633-4819-950D-F5E391BF7718}"/>
              </a:ext>
            </a:extLst>
          </p:cNvPr>
          <p:cNvPicPr>
            <a:picLocks noChangeAspect="1"/>
          </p:cNvPicPr>
          <p:nvPr userDrawn="1"/>
        </p:nvPicPr>
        <p:blipFill rotWithShape="1">
          <a:blip r:embed="rId6"/>
          <a:srcRect l="3901" t="45142" r="62601" b="9046"/>
          <a:stretch/>
        </p:blipFill>
        <p:spPr>
          <a:xfrm>
            <a:off x="7254412" y="3118826"/>
            <a:ext cx="341204" cy="321707"/>
          </a:xfrm>
          <a:prstGeom prst="rect">
            <a:avLst/>
          </a:prstGeom>
        </p:spPr>
      </p:pic>
      <p:pic>
        <p:nvPicPr>
          <p:cNvPr id="55" name="Picture 16">
            <a:extLst>
              <a:ext uri="{FF2B5EF4-FFF2-40B4-BE49-F238E27FC236}">
                <a16:creationId xmlns:a16="http://schemas.microsoft.com/office/drawing/2014/main" id="{A13B127D-1BE4-4C8F-96F6-59C8D10D8F4E}"/>
              </a:ext>
            </a:extLst>
          </p:cNvPr>
          <p:cNvPicPr>
            <a:picLocks noChangeAspect="1"/>
          </p:cNvPicPr>
          <p:nvPr userDrawn="1"/>
        </p:nvPicPr>
        <p:blipFill>
          <a:blip r:embed="rId7"/>
          <a:stretch>
            <a:fillRect/>
          </a:stretch>
        </p:blipFill>
        <p:spPr>
          <a:xfrm>
            <a:off x="2866053" y="4313402"/>
            <a:ext cx="328881" cy="505501"/>
          </a:xfrm>
          <a:prstGeom prst="rect">
            <a:avLst/>
          </a:prstGeom>
        </p:spPr>
      </p:pic>
      <p:pic>
        <p:nvPicPr>
          <p:cNvPr id="56" name="Picture 20">
            <a:extLst>
              <a:ext uri="{FF2B5EF4-FFF2-40B4-BE49-F238E27FC236}">
                <a16:creationId xmlns:a16="http://schemas.microsoft.com/office/drawing/2014/main" id="{5730DD9A-26F6-4C14-AE7D-221D2B3F38DD}"/>
              </a:ext>
            </a:extLst>
          </p:cNvPr>
          <p:cNvPicPr>
            <a:picLocks noChangeAspect="1"/>
          </p:cNvPicPr>
          <p:nvPr userDrawn="1"/>
        </p:nvPicPr>
        <p:blipFill>
          <a:blip r:embed="rId8"/>
          <a:stretch>
            <a:fillRect/>
          </a:stretch>
        </p:blipFill>
        <p:spPr>
          <a:xfrm>
            <a:off x="2866053" y="5641555"/>
            <a:ext cx="538465" cy="17284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9"/>
          <a:stretch>
            <a:fillRect/>
          </a:stretch>
        </p:blipFill>
        <p:spPr>
          <a:xfrm>
            <a:off x="7310433" y="3928566"/>
            <a:ext cx="313788"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8729773" y="1608016"/>
            <a:ext cx="2358243"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dirty="0">
                <a:latin typeface="Arial" panose="020B0604020202020204" pitchFamily="34" charset="0"/>
                <a:cs typeface="Arial" panose="020B0604020202020204" pitchFamily="34" charset="0"/>
              </a:rPr>
              <a:t>HEADER &amp; FOOTER</a:t>
            </a:r>
            <a:endParaRPr lang="en-US"/>
          </a:p>
          <a:p>
            <a:pPr eaLnBrk="1" hangingPunct="1">
              <a:spcAft>
                <a:spcPts val="600"/>
              </a:spcAft>
              <a:defRPr/>
            </a:pPr>
            <a:r>
              <a:rPr lang="en-US" altLang="da-DK" sz="900" b="0" noProof="1">
                <a:solidFill>
                  <a:schemeClr val="tx1"/>
                </a:solidFill>
                <a:latin typeface="Arial" panose="020B0604020202020204" pitchFamily="34" charset="0"/>
                <a:cs typeface="Arial" panose="020B0604020202020204" pitchFamily="34" charset="0"/>
              </a:rPr>
              <a:t>Do this at the very end to apply the changes on all slides</a:t>
            </a:r>
            <a:endParaRPr lang="en-US"/>
          </a:p>
          <a:p>
            <a:pPr eaLnBrk="1" hangingPunct="1">
              <a:spcAft>
                <a:spcPts val="600"/>
              </a:spcAft>
              <a:defRPr/>
            </a:pPr>
            <a:r>
              <a:rPr lang="en-US" altLang="da-DK" sz="900" b="0" noProof="1">
                <a:solidFill>
                  <a:schemeClr val="tx1"/>
                </a:solidFill>
                <a:latin typeface="Arial" panose="020B0604020202020204" pitchFamily="34" charset="0"/>
                <a:cs typeface="Arial" panose="020B0604020202020204" pitchFamily="34" charset="0"/>
              </a:rPr>
              <a:t>Click on </a:t>
            </a:r>
            <a:r>
              <a:rPr lang="en-US" altLang="da-DK" sz="900" b="1" noProof="1">
                <a:solidFill>
                  <a:schemeClr val="tx1"/>
                </a:solidFill>
                <a:latin typeface="Arial" panose="020B0604020202020204" pitchFamily="34" charset="0"/>
                <a:cs typeface="Arial" panose="020B0604020202020204" pitchFamily="34" charset="0"/>
              </a:rPr>
              <a:t>Header and Footer </a:t>
            </a:r>
            <a:r>
              <a:rPr lang="en-US" altLang="da-DK" sz="900" b="0" noProof="1">
                <a:solidFill>
                  <a:schemeClr val="tx1"/>
                </a:solidFill>
                <a:latin typeface="Arial" panose="020B0604020202020204" pitchFamily="34" charset="0"/>
                <a:cs typeface="Arial" panose="020B0604020202020204" pitchFamily="34" charset="0"/>
              </a:rPr>
              <a:t>in the </a:t>
            </a:r>
            <a:r>
              <a:rPr lang="en-US" altLang="da-DK" sz="900" b="1" noProof="1">
                <a:solidFill>
                  <a:schemeClr val="tx1"/>
                </a:solidFill>
                <a:latin typeface="Arial" panose="020B0604020202020204" pitchFamily="34" charset="0"/>
                <a:cs typeface="Arial" panose="020B0604020202020204" pitchFamily="34" charset="0"/>
              </a:rPr>
              <a:t>Insert</a:t>
            </a:r>
            <a:r>
              <a:rPr lang="en-US" altLang="da-DK" sz="900" b="0" noProof="1">
                <a:solidFill>
                  <a:schemeClr val="tx1"/>
                </a:solidFill>
                <a:latin typeface="Arial" panose="020B0604020202020204" pitchFamily="34" charset="0"/>
                <a:cs typeface="Arial" panose="020B0604020202020204" pitchFamily="34" charset="0"/>
              </a:rPr>
              <a:t> tab (write the desired text)</a:t>
            </a:r>
            <a:endParaRPr lang="en-US"/>
          </a:p>
          <a:p>
            <a:pPr eaLnBrk="1" hangingPunct="1">
              <a:spcAft>
                <a:spcPts val="600"/>
              </a:spcAft>
              <a:defRPr/>
            </a:pPr>
            <a:r>
              <a:rPr lang="en-US" altLang="da-DK" sz="900" b="0" noProof="1">
                <a:solidFill>
                  <a:schemeClr val="tx1"/>
                </a:solidFill>
                <a:latin typeface="Arial" panose="020B0604020202020204" pitchFamily="34" charset="0"/>
                <a:cs typeface="Arial" panose="020B0604020202020204" pitchFamily="34" charset="0"/>
              </a:rPr>
              <a:t>Click </a:t>
            </a:r>
            <a:r>
              <a:rPr lang="en-US" altLang="da-DK" sz="900" b="1" noProof="1">
                <a:solidFill>
                  <a:schemeClr val="tx1"/>
                </a:solidFill>
                <a:latin typeface="Arial" panose="020B0604020202020204" pitchFamily="34" charset="0"/>
                <a:cs typeface="Arial" panose="020B0604020202020204" pitchFamily="34" charset="0"/>
              </a:rPr>
              <a:t>Apply to All </a:t>
            </a:r>
            <a:r>
              <a:rPr lang="en-US" altLang="da-DK" sz="900" b="0" noProof="1">
                <a:solidFill>
                  <a:schemeClr val="tx1"/>
                </a:solidFill>
                <a:latin typeface="Arial" panose="020B0604020202020204" pitchFamily="34" charset="0"/>
                <a:cs typeface="Arial" panose="020B0604020202020204" pitchFamily="34" charset="0"/>
              </a:rPr>
              <a:t>or </a:t>
            </a:r>
            <a:r>
              <a:rPr lang="en-US" altLang="da-DK" sz="900" b="1" noProof="1">
                <a:solidFill>
                  <a:schemeClr val="tx1"/>
                </a:solidFill>
                <a:latin typeface="Arial" panose="020B0604020202020204" pitchFamily="34" charset="0"/>
                <a:cs typeface="Arial" panose="020B0604020202020204" pitchFamily="34" charset="0"/>
              </a:rPr>
              <a:t>Apply</a:t>
            </a:r>
            <a:r>
              <a:rPr lang="en-US" altLang="da-DK" sz="900" b="0" noProof="1">
                <a:solidFill>
                  <a:schemeClr val="tx1"/>
                </a:solidFill>
                <a:latin typeface="Arial" panose="020B0604020202020204" pitchFamily="34" charset="0"/>
                <a:cs typeface="Arial" panose="020B0604020202020204" pitchFamily="34" charset="0"/>
              </a:rPr>
              <a:t> if only used on one slide</a:t>
            </a:r>
            <a:endParaRPr lang="en-US"/>
          </a:p>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dirty="0">
                <a:latin typeface="Arial" panose="020B0604020202020204" pitchFamily="34" charset="0"/>
                <a:cs typeface="Arial" panose="020B0604020202020204" pitchFamily="34" charset="0"/>
              </a:rPr>
              <a:t>GRIDLINES</a:t>
            </a:r>
            <a:endParaRPr lang="en-US" sz="16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US" altLang="da-DK" sz="900" b="0" noProof="1">
                <a:solidFill>
                  <a:schemeClr val="tx1"/>
                </a:solidFill>
                <a:latin typeface="Arial" panose="020B0604020202020204" pitchFamily="34" charset="0"/>
                <a:cs typeface="Arial" panose="020B0604020202020204" pitchFamily="34" charset="0"/>
              </a:rPr>
              <a:t>Click the </a:t>
            </a:r>
            <a:r>
              <a:rPr lang="en-US" altLang="da-DK" sz="900" b="1" noProof="1">
                <a:solidFill>
                  <a:schemeClr val="tx1"/>
                </a:solidFill>
                <a:latin typeface="Arial" panose="020B0604020202020204" pitchFamily="34" charset="0"/>
                <a:cs typeface="Arial" panose="020B0604020202020204" pitchFamily="34" charset="0"/>
              </a:rPr>
              <a:t>View</a:t>
            </a:r>
            <a:r>
              <a:rPr lang="en-US" altLang="da-DK" sz="900" b="0" noProof="1">
                <a:solidFill>
                  <a:schemeClr val="tx1"/>
                </a:solidFill>
                <a:latin typeface="Arial" panose="020B0604020202020204" pitchFamily="34" charset="0"/>
                <a:cs typeface="Arial" panose="020B0604020202020204" pitchFamily="34" charset="0"/>
              </a:rPr>
              <a:t> tab and set tick mark next to </a:t>
            </a:r>
            <a:r>
              <a:rPr lang="en-US" altLang="da-DK" sz="900" b="1" noProof="1">
                <a:solidFill>
                  <a:schemeClr val="tx1"/>
                </a:solidFill>
                <a:latin typeface="Arial" panose="020B0604020202020204" pitchFamily="34" charset="0"/>
                <a:cs typeface="Arial" panose="020B0604020202020204" pitchFamily="34" charset="0"/>
              </a:rPr>
              <a:t>Guides</a:t>
            </a:r>
            <a:endParaRPr lang="en-US" altLang="da-DK" sz="9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US" altLang="da-DK" sz="900" b="1" noProof="1">
                <a:solidFill>
                  <a:schemeClr val="tx1"/>
                </a:solidFill>
                <a:latin typeface="Arial" panose="020B0604020202020204" pitchFamily="34" charset="0"/>
                <a:cs typeface="Arial" panose="020B0604020202020204" pitchFamily="34" charset="0"/>
              </a:rPr>
              <a:t>HINT: Alt + F9 </a:t>
            </a:r>
            <a:r>
              <a:rPr lang="en-US" altLang="da-DK" sz="900" b="0" noProof="1">
                <a:solidFill>
                  <a:schemeClr val="tx1"/>
                </a:solidFill>
                <a:latin typeface="Arial" panose="020B0604020202020204" pitchFamily="34" charset="0"/>
                <a:cs typeface="Arial" panose="020B0604020202020204" pitchFamily="34" charset="0"/>
              </a:rPr>
              <a:t>for quick view of guides</a:t>
            </a:r>
            <a:endParaRPr lang="en-US"/>
          </a:p>
          <a:p>
            <a:pPr eaLnBrk="1" hangingPunct="1">
              <a:spcAft>
                <a:spcPts val="600"/>
              </a:spcAft>
              <a:defRPr/>
            </a:pPr>
            <a:endParaRPr lang="en-US" altLang="da-DK" sz="900" b="0" noProof="1">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dirty="0">
                <a:latin typeface="Arial" panose="020B0604020202020204" pitchFamily="34" charset="0"/>
                <a:cs typeface="Arial" panose="020B0604020202020204" pitchFamily="34" charset="0"/>
              </a:rPr>
              <a:t>SLIDES &amp; SLIDE ELEMENTS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Arial" panose="020B0604020202020204" pitchFamily="34" charset="0"/>
                <a:cs typeface="Arial" panose="020B0604020202020204" pitchFamily="34" charset="0"/>
              </a:rPr>
              <a:t>Insert predefined slides and elements from the Templafy button. Choose </a:t>
            </a:r>
            <a:r>
              <a:rPr lang="en-US" altLang="da-DK" sz="900" b="1" noProof="1">
                <a:solidFill>
                  <a:schemeClr val="tx1"/>
                </a:solidFill>
                <a:latin typeface="Arial" panose="020B0604020202020204" pitchFamily="34" charset="0"/>
                <a:cs typeface="Arial" panose="020B0604020202020204" pitchFamily="34" charset="0"/>
              </a:rPr>
              <a:t>Slides</a:t>
            </a:r>
            <a:r>
              <a:rPr lang="en-US" altLang="da-DK" sz="900" b="0" noProof="1">
                <a:solidFill>
                  <a:schemeClr val="tx1"/>
                </a:solidFill>
                <a:latin typeface="Arial" panose="020B0604020202020204" pitchFamily="34" charset="0"/>
                <a:cs typeface="Arial" panose="020B0604020202020204" pitchFamily="34" charset="0"/>
              </a:rPr>
              <a:t> and </a:t>
            </a:r>
            <a:r>
              <a:rPr lang="en-US" altLang="da-DK" sz="900" b="1" noProof="1">
                <a:solidFill>
                  <a:schemeClr val="tx1"/>
                </a:solidFill>
                <a:latin typeface="Arial" panose="020B0604020202020204" pitchFamily="34" charset="0"/>
                <a:cs typeface="Arial" panose="020B0604020202020204" pitchFamily="34" charset="0"/>
              </a:rPr>
              <a:t>Slide elements </a:t>
            </a:r>
            <a:r>
              <a:rPr lang="en-US" altLang="da-DK" sz="900" b="0" noProof="1">
                <a:solidFill>
                  <a:schemeClr val="tx1"/>
                </a:solidFill>
                <a:latin typeface="Arial" panose="020B0604020202020204" pitchFamily="34" charset="0"/>
                <a:cs typeface="Arial" panose="020B0604020202020204" pitchFamily="34" charset="0"/>
              </a:rPr>
              <a:t>from the dropdown menu or from the buttons in the Templafy pane on the right side of the screen</a:t>
            </a:r>
            <a:endParaRPr lang="en-US" altLang="da-DK" sz="900" b="1" noProof="1">
              <a:solidFill>
                <a:schemeClr val="tx1"/>
              </a:solidFill>
              <a:latin typeface="Arial" panose="020B0604020202020204" pitchFamily="34" charset="0"/>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539752" y="448713"/>
            <a:ext cx="11109321" cy="650171"/>
          </a:xfrm>
          <a:prstGeom prst="rect">
            <a:avLst/>
          </a:prstGeom>
          <a:noFill/>
        </p:spPr>
        <p:txBody>
          <a:bodyPr wrap="square" lIns="0" tIns="0" rIns="0" bIns="0" rtlCol="0" anchor="t" anchorCtr="0">
            <a:noAutofit/>
          </a:bodyPr>
          <a:lstStyle/>
          <a:p>
            <a:r>
              <a:rPr lang="en-US" sz="3200" b="0" noProof="1">
                <a:solidFill>
                  <a:schemeClr val="tx1"/>
                </a:solidFill>
                <a:latin typeface="Arial" panose="020B0604020202020204" pitchFamily="34" charset="0"/>
                <a:cs typeface="Arial" panose="020B0604020202020204" pitchFamily="34" charset="0"/>
              </a:rPr>
              <a:t>TIPS &amp; TRICKS - YOUR USER GUIDE</a:t>
            </a:r>
            <a:endParaRPr lang="en-US"/>
          </a:p>
        </p:txBody>
      </p:sp>
      <p:pic>
        <p:nvPicPr>
          <p:cNvPr id="66" name="Picture 2" descr="C:\Users\MAV~1.SKA\AppData\Local\Temp\SNAGHTMLe48c1e.PNG">
            <a:extLst>
              <a:ext uri="{FF2B5EF4-FFF2-40B4-BE49-F238E27FC236}">
                <a16:creationId xmlns:a16="http://schemas.microsoft.com/office/drawing/2014/main" id="{DAC63350-5850-40BB-87A2-CE01481E0527}"/>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1266198" y="4635849"/>
            <a:ext cx="650850" cy="97382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6D83AD9C-98AE-450E-B202-15860002D528}"/>
              </a:ext>
            </a:extLst>
          </p:cNvPr>
          <p:cNvPicPr>
            <a:picLocks noChangeAspect="1"/>
          </p:cNvPicPr>
          <p:nvPr userDrawn="1"/>
        </p:nvPicPr>
        <p:blipFill>
          <a:blip r:embed="rId11"/>
          <a:stretch>
            <a:fillRect/>
          </a:stretch>
        </p:blipFill>
        <p:spPr>
          <a:xfrm>
            <a:off x="2866052" y="5077014"/>
            <a:ext cx="475428" cy="176762"/>
          </a:xfrm>
          <a:prstGeom prst="rect">
            <a:avLst/>
          </a:prstGeom>
        </p:spPr>
      </p:pic>
    </p:spTree>
    <p:extLst>
      <p:ext uri="{BB962C8B-B14F-4D97-AF65-F5344CB8AC3E}">
        <p14:creationId xmlns:p14="http://schemas.microsoft.com/office/powerpoint/2010/main" val="21582529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dirty="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dirty="0">
                <a:solidFill>
                  <a:schemeClr val="bg1"/>
                </a:solidFill>
              </a:rPr>
              <a:t>If you see any </a:t>
            </a:r>
            <a:r>
              <a:rPr lang="en-US" sz="4400" b="1" i="1" noProof="0" dirty="0">
                <a:solidFill>
                  <a:schemeClr val="bg1"/>
                </a:solidFill>
              </a:rPr>
              <a:t>layouts after this </a:t>
            </a:r>
            <a:r>
              <a:rPr lang="en-US" sz="4400" b="0" i="0" noProof="0" dirty="0">
                <a:solidFill>
                  <a:schemeClr val="bg1"/>
                </a:solidFill>
              </a:rPr>
              <a:t>one</a:t>
            </a:r>
            <a:r>
              <a:rPr lang="en-US" sz="4400" b="1" i="1" noProof="0" dirty="0">
                <a:solidFill>
                  <a:schemeClr val="bg1"/>
                </a:solidFill>
              </a:rPr>
              <a:t>,</a:t>
            </a:r>
            <a:br>
              <a:rPr lang="en-US" sz="4400" b="0" i="0" noProof="0" dirty="0">
                <a:solidFill>
                  <a:schemeClr val="bg1"/>
                </a:solidFill>
              </a:rPr>
            </a:br>
            <a:r>
              <a:rPr lang="en-US" sz="4400" b="0" noProof="0" dirty="0">
                <a:solidFill>
                  <a:schemeClr val="bg1"/>
                </a:solidFill>
              </a:rPr>
              <a:t>do not use them. These layouts </a:t>
            </a:r>
            <a:r>
              <a:rPr lang="en-US" sz="4400" b="1" i="1" u="none" noProof="0" dirty="0">
                <a:solidFill>
                  <a:schemeClr val="bg1"/>
                </a:solidFill>
              </a:rPr>
              <a:t>are not </a:t>
            </a:r>
            <a:r>
              <a:rPr lang="en-US" sz="4400" b="0" noProof="0" dirty="0">
                <a:solidFill>
                  <a:schemeClr val="bg1"/>
                </a:solidFill>
              </a:rPr>
              <a:t>part of our corporate template.</a:t>
            </a:r>
            <a:br>
              <a:rPr lang="en-US" sz="2800" b="0" noProof="0" dirty="0">
                <a:solidFill>
                  <a:schemeClr val="bg1"/>
                </a:solidFill>
              </a:rPr>
            </a:br>
            <a:br>
              <a:rPr lang="en-US" sz="2800" b="0" noProof="0" dirty="0">
                <a:solidFill>
                  <a:schemeClr val="bg1"/>
                </a:solidFill>
              </a:rPr>
            </a:br>
            <a:endParaRPr lang="en-US" sz="2800" b="0" noProof="0" dirty="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dirty="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dirty="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213" y="2588374"/>
            <a:ext cx="10152346" cy="2215991"/>
          </a:xfrm>
          <a:prstGeom prst="rect">
            <a:avLst/>
          </a:prstGeom>
        </p:spPr>
        <p:txBody>
          <a:bodyPr wrap="square">
            <a:spAutoFit/>
          </a:bodyPr>
          <a:lstStyle/>
          <a:p>
            <a:pPr algn="ctr"/>
            <a:r>
              <a:rPr lang="en-US" sz="13800" b="1" i="1" noProof="0" dirty="0">
                <a:solidFill>
                  <a:schemeClr val="bg1"/>
                </a:solidFill>
              </a:rPr>
              <a:t>Do not use </a:t>
            </a:r>
            <a:endParaRPr lang="en-US" sz="2400" b="1" i="1" dirty="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2000" b="0" noProof="0" dirty="0">
                <a:solidFill>
                  <a:schemeClr val="bg1"/>
                </a:solidFill>
              </a:rPr>
              <a:t>Due to PowerPoint’s standard Copy/Paste functionality extra undesirable layouts can appear.</a:t>
            </a:r>
            <a:endParaRPr lang="en-US"/>
          </a:p>
          <a:p>
            <a:pPr marL="0" marR="0" indent="0" algn="ctr" fontAlgn="auto">
              <a:lnSpc>
                <a:spcPct val="100000"/>
              </a:lnSpc>
              <a:spcBef>
                <a:spcPts val="600"/>
              </a:spcBef>
              <a:spcAft>
                <a:spcPts val="0"/>
              </a:spcAft>
              <a:buClr>
                <a:srgbClr val="003755"/>
              </a:buClr>
              <a:buSzTx/>
              <a:buFontTx/>
              <a:buNone/>
              <a:tabLst/>
            </a:pPr>
            <a:r>
              <a:rPr lang="en-US" sz="2000" b="0" noProof="0" dirty="0">
                <a:solidFill>
                  <a:schemeClr val="bg1"/>
                </a:solidFill>
              </a:rPr>
              <a:t>Also notice: Layouts after this might contain potential confidential information.</a:t>
            </a:r>
            <a:br>
              <a:rPr lang="en-US" sz="1800" b="0" noProof="0" dirty="0">
                <a:solidFill>
                  <a:schemeClr val="bg1"/>
                </a:solidFill>
              </a:rPr>
            </a:br>
            <a:endParaRPr lang="en-US" sz="1800" b="0" noProof="0" dirty="0">
              <a:solidFill>
                <a:schemeClr val="bg1"/>
              </a:solidFill>
            </a:endParaRPr>
          </a:p>
        </p:txBody>
      </p:sp>
    </p:spTree>
    <p:extLst>
      <p:ext uri="{BB962C8B-B14F-4D97-AF65-F5344CB8AC3E}">
        <p14:creationId xmlns:p14="http://schemas.microsoft.com/office/powerpoint/2010/main" val="16531462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4.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2.xml"/><Relationship Id="rId40" Type="http://schemas.openxmlformats.org/officeDocument/2006/relationships/tags" Target="../tags/tag5.xml"/><Relationship Id="rId45" Type="http://schemas.openxmlformats.org/officeDocument/2006/relationships/tags" Target="../tags/tag1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43" Type="http://schemas.openxmlformats.org/officeDocument/2006/relationships/tags" Target="../tags/tag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3.xml"/><Relationship Id="rId20" Type="http://schemas.openxmlformats.org/officeDocument/2006/relationships/slideLayout" Target="../slideLayouts/slideLayout20.xml"/><Relationship Id="rId41"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8000" y="2044800"/>
            <a:ext cx="10893600" cy="4161600"/>
          </a:xfrm>
          <a:prstGeom prst="rect">
            <a:avLst/>
          </a:prstGeom>
        </p:spPr>
        <p:txBody>
          <a:bodyPr vert="horz" lIns="0" tIns="0" rIns="0" bIns="0" rtlCol="0">
            <a:noAutofit/>
          </a:bodyPr>
          <a:lstStyle/>
          <a:p>
            <a:pPr lvl="0"/>
            <a:r>
              <a:rPr lang="en-US" noProof="0" dirty="0"/>
              <a:t>Level 1</a:t>
            </a:r>
            <a:endParaRPr lang="en-US"/>
          </a:p>
          <a:p>
            <a:pPr lvl="1"/>
            <a:r>
              <a:rPr lang="en-US" noProof="0" dirty="0"/>
              <a:t>Level 2</a:t>
            </a:r>
            <a:endParaRPr lang="en-US"/>
          </a:p>
          <a:p>
            <a:pPr lvl="2"/>
            <a:r>
              <a:rPr lang="en-US" noProof="0" dirty="0"/>
              <a:t>Level 3</a:t>
            </a:r>
            <a:endParaRPr lang="en-US"/>
          </a:p>
          <a:p>
            <a:pPr lvl="3"/>
            <a:r>
              <a:rPr lang="en-US" noProof="0" dirty="0"/>
              <a:t>Level 4, Header</a:t>
            </a:r>
            <a:endParaRPr lang="en-US"/>
          </a:p>
          <a:p>
            <a:pPr lvl="4"/>
            <a:r>
              <a:rPr lang="en-US" noProof="0" dirty="0"/>
              <a:t>Level 5, Body</a:t>
            </a:r>
            <a:endParaRPr lang="en-US"/>
          </a:p>
          <a:p>
            <a:pPr lvl="5"/>
            <a:r>
              <a:rPr lang="en-US" noProof="0" dirty="0"/>
              <a:t>Level 6</a:t>
            </a:r>
            <a:endParaRPr lang="en-US"/>
          </a:p>
          <a:p>
            <a:pPr lvl="6"/>
            <a:r>
              <a:rPr lang="en-US" noProof="0" dirty="0"/>
              <a:t>Level 7, Small Header</a:t>
            </a:r>
            <a:endParaRPr lang="en-US"/>
          </a:p>
          <a:p>
            <a:pPr lvl="7"/>
            <a:r>
              <a:rPr lang="en-US" noProof="0" dirty="0"/>
              <a:t>LEVEL 8, SMALL HEADER</a:t>
            </a:r>
            <a:endParaRPr lang="en-US"/>
          </a:p>
          <a:p>
            <a:pPr lvl="7"/>
            <a:endParaRPr lang="en-US" noProof="0" dirty="0"/>
          </a:p>
          <a:p>
            <a:pPr lvl="8"/>
            <a:r>
              <a:rPr lang="en-US" noProof="0" dirty="0"/>
              <a:t>Level 9, Infographic</a:t>
            </a:r>
            <a:endParaRPr lang="en-US"/>
          </a:p>
        </p:txBody>
      </p:sp>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648000" y="1062000"/>
            <a:ext cx="10893600" cy="835200"/>
          </a:xfrm>
          <a:prstGeom prst="rect">
            <a:avLst/>
          </a:prstGeom>
        </p:spPr>
        <p:txBody>
          <a:bodyPr vert="horz" lIns="0" tIns="0" rIns="0" bIns="0" rtlCol="0" anchor="t" anchorCtr="0">
            <a:noAutofit/>
          </a:bodyPr>
          <a:lstStyle/>
          <a:p>
            <a:r>
              <a:rPr lang="en-US" dirty="0"/>
              <a:t>Click to edit Master title style</a:t>
            </a:r>
            <a:endParaRPr lang="en-US"/>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6202800" y="248400"/>
            <a:ext cx="4636800" cy="180000"/>
          </a:xfrm>
          <a:prstGeom prst="rect">
            <a:avLst/>
          </a:prstGeom>
        </p:spPr>
        <p:txBody>
          <a:bodyPr vert="horz" lIns="0" tIns="0" rIns="0" bIns="0" rtlCol="0" anchor="ctr"/>
          <a:lstStyle>
            <a:lvl1pPr algn="r">
              <a:defRPr sz="1050" b="1">
                <a:solidFill>
                  <a:schemeClr val="tx2"/>
                </a:solidFill>
              </a:defRPr>
            </a:lvl1pPr>
          </a:lstStyle>
          <a:p>
            <a:r>
              <a:rPr lang="en-US" dirty="0"/>
              <a:t>Colliers</a:t>
            </a:r>
            <a:endParaRPr lang="en-US"/>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1167200" y="248400"/>
            <a:ext cx="374400" cy="180000"/>
          </a:xfrm>
          <a:prstGeom prst="rect">
            <a:avLst/>
          </a:prstGeom>
        </p:spPr>
        <p:txBody>
          <a:bodyPr vert="horz" lIns="0" tIns="0" rIns="0" bIns="0" rtlCol="0" anchor="ctr"/>
          <a:lstStyle>
            <a:lvl1pPr algn="r">
              <a:defRPr sz="1050">
                <a:solidFill>
                  <a:schemeClr val="tx2"/>
                </a:solidFill>
              </a:defRPr>
            </a:lvl1pPr>
          </a:lstStyle>
          <a:p>
            <a:fld id="{23AA811B-2EBD-4900-905E-5BE206449611}" type="slidenum">
              <a:rPr lang="en-US" smtClean="0"/>
              <a:pPr/>
              <a:t>‹#›</a:t>
            </a:fld>
            <a:endParaRPr lang="en-US" dirty="0"/>
          </a:p>
        </p:txBody>
      </p:sp>
      <p:cxnSp>
        <p:nvCxnSpPr>
          <p:cNvPr id="10" name="Straight Connector 9">
            <a:extLst>
              <a:ext uri="{FF2B5EF4-FFF2-40B4-BE49-F238E27FC236}">
                <a16:creationId xmlns:a16="http://schemas.microsoft.com/office/drawing/2014/main" id="{54A0F400-E6B0-46DD-A55F-1A65108DA379}"/>
              </a:ext>
            </a:extLst>
          </p:cNvPr>
          <p:cNvCxnSpPr/>
          <p:nvPr userDrawn="1"/>
        </p:nvCxnSpPr>
        <p:spPr>
          <a:xfrm>
            <a:off x="11124763" y="274014"/>
            <a:ext cx="0" cy="125517"/>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3" hidden="1">
            <a:extLst>
              <a:ext uri="{FF2B5EF4-FFF2-40B4-BE49-F238E27FC236}">
                <a16:creationId xmlns:a16="http://schemas.microsoft.com/office/drawing/2014/main" id="{48481018-5A2B-4092-B1D6-9A5FDD8E0EFF}"/>
              </a:ext>
            </a:extLst>
          </p:cNvPr>
          <p:cNvSpPr/>
          <p:nvPr userDrawn="1">
            <p:custDataLst>
              <p:tags r:id="rId36"/>
            </p:custDataLst>
          </p:nvPr>
        </p:nvSpPr>
        <p:spPr>
          <a:xfrm>
            <a:off x="648000" y="648000"/>
            <a:ext cx="10896000" cy="1246964"/>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5" name="Rectangle 4" hidden="1">
            <a:extLst>
              <a:ext uri="{FF2B5EF4-FFF2-40B4-BE49-F238E27FC236}">
                <a16:creationId xmlns:a16="http://schemas.microsoft.com/office/drawing/2014/main" id="{E71856E2-F020-49FF-A54D-049EB30BEDAB}"/>
              </a:ext>
            </a:extLst>
          </p:cNvPr>
          <p:cNvSpPr/>
          <p:nvPr userDrawn="1">
            <p:custDataLst>
              <p:tags r:id="rId37"/>
            </p:custDataLst>
          </p:nvPr>
        </p:nvSpPr>
        <p:spPr>
          <a:xfrm>
            <a:off x="648000" y="2044699"/>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6" name="Rectangle 5" hidden="1">
            <a:extLst>
              <a:ext uri="{FF2B5EF4-FFF2-40B4-BE49-F238E27FC236}">
                <a16:creationId xmlns:a16="http://schemas.microsoft.com/office/drawing/2014/main" id="{830E4EAE-C9B8-4A85-82D0-DDC95712D1B3}"/>
              </a:ext>
            </a:extLst>
          </p:cNvPr>
          <p:cNvSpPr/>
          <p:nvPr userDrawn="1">
            <p:custDataLst>
              <p:tags r:id="rId38"/>
            </p:custDataLst>
          </p:nvPr>
        </p:nvSpPr>
        <p:spPr>
          <a:xfrm>
            <a:off x="1574000"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1" name="Rectangle 10" hidden="1">
            <a:extLst>
              <a:ext uri="{FF2B5EF4-FFF2-40B4-BE49-F238E27FC236}">
                <a16:creationId xmlns:a16="http://schemas.microsoft.com/office/drawing/2014/main" id="{1A083474-478F-42C6-8180-CFB3495AD762}"/>
              </a:ext>
            </a:extLst>
          </p:cNvPr>
          <p:cNvSpPr/>
          <p:nvPr userDrawn="1">
            <p:custDataLst>
              <p:tags r:id="rId39"/>
            </p:custDataLst>
          </p:nvPr>
        </p:nvSpPr>
        <p:spPr>
          <a:xfrm>
            <a:off x="2500000"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2" name="Rectangle 11" hidden="1">
            <a:extLst>
              <a:ext uri="{FF2B5EF4-FFF2-40B4-BE49-F238E27FC236}">
                <a16:creationId xmlns:a16="http://schemas.microsoft.com/office/drawing/2014/main" id="{61E88A6D-11DA-46CC-83E3-D577ED0A94AE}"/>
              </a:ext>
            </a:extLst>
          </p:cNvPr>
          <p:cNvSpPr/>
          <p:nvPr userDrawn="1">
            <p:custDataLst>
              <p:tags r:id="rId40"/>
            </p:custDataLst>
          </p:nvPr>
        </p:nvSpPr>
        <p:spPr>
          <a:xfrm>
            <a:off x="3426000" y="2046422"/>
            <a:ext cx="710000" cy="4163578"/>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3" name="Rectangle 12" hidden="1">
            <a:extLst>
              <a:ext uri="{FF2B5EF4-FFF2-40B4-BE49-F238E27FC236}">
                <a16:creationId xmlns:a16="http://schemas.microsoft.com/office/drawing/2014/main" id="{0EDC2FD0-CA18-4DB9-A51F-8FAA5B48F255}"/>
              </a:ext>
            </a:extLst>
          </p:cNvPr>
          <p:cNvSpPr/>
          <p:nvPr userDrawn="1">
            <p:custDataLst>
              <p:tags r:id="rId41"/>
            </p:custDataLst>
          </p:nvPr>
        </p:nvSpPr>
        <p:spPr>
          <a:xfrm>
            <a:off x="4352000" y="2046422"/>
            <a:ext cx="710000" cy="4163578"/>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5" name="Rectangle 14" hidden="1">
            <a:extLst>
              <a:ext uri="{FF2B5EF4-FFF2-40B4-BE49-F238E27FC236}">
                <a16:creationId xmlns:a16="http://schemas.microsoft.com/office/drawing/2014/main" id="{EFC664E2-0D4D-48CF-BE80-BE1F32C218F8}"/>
              </a:ext>
            </a:extLst>
          </p:cNvPr>
          <p:cNvSpPr/>
          <p:nvPr userDrawn="1">
            <p:custDataLst>
              <p:tags r:id="rId42"/>
            </p:custDataLst>
          </p:nvPr>
        </p:nvSpPr>
        <p:spPr>
          <a:xfrm>
            <a:off x="6204002"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6" name="Rectangle 15" hidden="1">
            <a:extLst>
              <a:ext uri="{FF2B5EF4-FFF2-40B4-BE49-F238E27FC236}">
                <a16:creationId xmlns:a16="http://schemas.microsoft.com/office/drawing/2014/main" id="{2D72954E-870D-4FF9-93C1-B4A3E0E8F3D9}"/>
              </a:ext>
            </a:extLst>
          </p:cNvPr>
          <p:cNvSpPr/>
          <p:nvPr userDrawn="1">
            <p:custDataLst>
              <p:tags r:id="rId43"/>
            </p:custDataLst>
          </p:nvPr>
        </p:nvSpPr>
        <p:spPr>
          <a:xfrm>
            <a:off x="7130002" y="2046422"/>
            <a:ext cx="710000" cy="4163578"/>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7" name="Rectangle 16" hidden="1">
            <a:extLst>
              <a:ext uri="{FF2B5EF4-FFF2-40B4-BE49-F238E27FC236}">
                <a16:creationId xmlns:a16="http://schemas.microsoft.com/office/drawing/2014/main" id="{49A5D3DB-7DE4-4E3A-8096-6272FAE8D355}"/>
              </a:ext>
            </a:extLst>
          </p:cNvPr>
          <p:cNvSpPr/>
          <p:nvPr userDrawn="1">
            <p:custDataLst>
              <p:tags r:id="rId44"/>
            </p:custDataLst>
          </p:nvPr>
        </p:nvSpPr>
        <p:spPr>
          <a:xfrm>
            <a:off x="8056002"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8" name="Rectangle 17" hidden="1">
            <a:extLst>
              <a:ext uri="{FF2B5EF4-FFF2-40B4-BE49-F238E27FC236}">
                <a16:creationId xmlns:a16="http://schemas.microsoft.com/office/drawing/2014/main" id="{1416A425-33B4-4430-A431-9ACE70E88B95}"/>
              </a:ext>
            </a:extLst>
          </p:cNvPr>
          <p:cNvSpPr/>
          <p:nvPr userDrawn="1">
            <p:custDataLst>
              <p:tags r:id="rId45"/>
            </p:custDataLst>
          </p:nvPr>
        </p:nvSpPr>
        <p:spPr>
          <a:xfrm>
            <a:off x="8982002" y="2044698"/>
            <a:ext cx="710000" cy="4165301"/>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776" r:id="rId1"/>
    <p:sldLayoutId id="2147483796" r:id="rId2"/>
    <p:sldLayoutId id="2147483777" r:id="rId3"/>
    <p:sldLayoutId id="2147483784" r:id="rId4"/>
    <p:sldLayoutId id="2147483785" r:id="rId5"/>
    <p:sldLayoutId id="2147483763" r:id="rId6"/>
    <p:sldLayoutId id="2147483786" r:id="rId7"/>
    <p:sldLayoutId id="2147483787" r:id="rId8"/>
    <p:sldLayoutId id="2147483788" r:id="rId9"/>
    <p:sldLayoutId id="2147483789" r:id="rId10"/>
    <p:sldLayoutId id="2147483731" r:id="rId11"/>
    <p:sldLayoutId id="2147483764" r:id="rId12"/>
    <p:sldLayoutId id="2147483732"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5" r:id="rId23"/>
    <p:sldLayoutId id="2147483774" r:id="rId24"/>
    <p:sldLayoutId id="2147483790" r:id="rId25"/>
    <p:sldLayoutId id="2147483791" r:id="rId26"/>
    <p:sldLayoutId id="2147483783" r:id="rId27"/>
    <p:sldLayoutId id="2147483782" r:id="rId28"/>
    <p:sldLayoutId id="2147483792" r:id="rId29"/>
    <p:sldLayoutId id="2147483793" r:id="rId30"/>
    <p:sldLayoutId id="2147483743" r:id="rId31"/>
    <p:sldLayoutId id="2147483744" r:id="rId32"/>
    <p:sldLayoutId id="2147483762" r:id="rId33"/>
    <p:sldLayoutId id="2147483751" r:id="rId34"/>
  </p:sldLayoutIdLst>
  <p:hf hdr="0"/>
  <p:txStyles>
    <p:titleStyle>
      <a:lvl1pPr algn="l" defTabSz="914400" rtl="0" eaLnBrk="1" latinLnBrk="0" hangingPunct="1">
        <a:lnSpc>
          <a:spcPct val="83000"/>
        </a:lnSpc>
        <a:spcBef>
          <a:spcPct val="0"/>
        </a:spcBef>
        <a:buNone/>
        <a:defRPr sz="4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300"/>
        </a:spcBef>
        <a:spcAft>
          <a:spcPts val="600"/>
        </a:spcAft>
        <a:buFontTx/>
        <a:buNone/>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None/>
        <a:defRPr sz="1400" kern="1200" spc="300">
          <a:solidFill>
            <a:schemeClr val="accent3"/>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userDrawn="1">
          <p15:clr>
            <a:srgbClr val="F26B43"/>
          </p15:clr>
        </p15:guide>
        <p15:guide id="2" pos="7271" userDrawn="1">
          <p15:clr>
            <a:srgbClr val="F26B43"/>
          </p15:clr>
        </p15:guide>
        <p15:guide id="3" orient="horz" pos="408" userDrawn="1">
          <p15:clr>
            <a:srgbClr val="F26B43"/>
          </p15:clr>
        </p15:guide>
        <p15:guide id="4" orient="horz" pos="1193" userDrawn="1">
          <p15:clr>
            <a:srgbClr val="F26B43"/>
          </p15:clr>
        </p15:guide>
        <p15:guide id="5" pos="855" userDrawn="1">
          <p15:clr>
            <a:srgbClr val="F26B43"/>
          </p15:clr>
        </p15:guide>
        <p15:guide id="6" orient="horz" pos="1287" userDrawn="1">
          <p15:clr>
            <a:srgbClr val="F26B43"/>
          </p15:clr>
        </p15:guide>
        <p15:guide id="7" orient="horz" pos="3911" userDrawn="1">
          <p15:clr>
            <a:srgbClr val="F26B43"/>
          </p15:clr>
        </p15:guide>
        <p15:guide id="8" pos="991" userDrawn="1">
          <p15:clr>
            <a:srgbClr val="F26B43"/>
          </p15:clr>
        </p15:guide>
        <p15:guide id="9" pos="1438" userDrawn="1">
          <p15:clr>
            <a:srgbClr val="F26B43"/>
          </p15:clr>
        </p15:guide>
        <p15:guide id="10" pos="1574" userDrawn="1">
          <p15:clr>
            <a:srgbClr val="F26B43"/>
          </p15:clr>
        </p15:guide>
        <p15:guide id="11" pos="2022" userDrawn="1">
          <p15:clr>
            <a:srgbClr val="F26B43"/>
          </p15:clr>
        </p15:guide>
        <p15:guide id="12" pos="2158" userDrawn="1">
          <p15:clr>
            <a:srgbClr val="F26B43"/>
          </p15:clr>
        </p15:guide>
        <p15:guide id="13" pos="2605" userDrawn="1">
          <p15:clr>
            <a:srgbClr val="F26B43"/>
          </p15:clr>
        </p15:guide>
        <p15:guide id="15" pos="2741" userDrawn="1">
          <p15:clr>
            <a:srgbClr val="F26B43"/>
          </p15:clr>
        </p15:guide>
        <p15:guide id="16" pos="3188" userDrawn="1">
          <p15:clr>
            <a:srgbClr val="F26B43"/>
          </p15:clr>
        </p15:guide>
        <p15:guide id="17" pos="3324" userDrawn="1">
          <p15:clr>
            <a:srgbClr val="F26B43"/>
          </p15:clr>
        </p15:guide>
        <p15:guide id="18" pos="3771" userDrawn="1">
          <p15:clr>
            <a:srgbClr val="F26B43"/>
          </p15:clr>
        </p15:guide>
        <p15:guide id="19" pos="3908" userDrawn="1">
          <p15:clr>
            <a:srgbClr val="F26B43"/>
          </p15:clr>
        </p15:guide>
        <p15:guide id="20" pos="4355" userDrawn="1">
          <p15:clr>
            <a:srgbClr val="F26B43"/>
          </p15:clr>
        </p15:guide>
        <p15:guide id="21" pos="4491" userDrawn="1">
          <p15:clr>
            <a:srgbClr val="F26B43"/>
          </p15:clr>
        </p15:guide>
        <p15:guide id="22" pos="4938" userDrawn="1">
          <p15:clr>
            <a:srgbClr val="F26B43"/>
          </p15:clr>
        </p15:guide>
        <p15:guide id="23" pos="5074" userDrawn="1">
          <p15:clr>
            <a:srgbClr val="F26B43"/>
          </p15:clr>
        </p15:guide>
        <p15:guide id="24" pos="5521" userDrawn="1">
          <p15:clr>
            <a:srgbClr val="F26B43"/>
          </p15:clr>
        </p15:guide>
        <p15:guide id="25" pos="5657" userDrawn="1">
          <p15:clr>
            <a:srgbClr val="F26B43"/>
          </p15:clr>
        </p15:guide>
        <p15:guide id="26" pos="6105" userDrawn="1">
          <p15:clr>
            <a:srgbClr val="F26B43"/>
          </p15:clr>
        </p15:guide>
        <p15:guide id="27" pos="6241" userDrawn="1">
          <p15:clr>
            <a:srgbClr val="F26B43"/>
          </p15:clr>
        </p15:guide>
        <p15:guide id="28" pos="6688" userDrawn="1">
          <p15:clr>
            <a:srgbClr val="F26B43"/>
          </p15:clr>
        </p15:guide>
        <p15:guide id="29" pos="68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customXml" Target="../../customXml/item7.xml"/><Relationship Id="rId1" Type="http://schemas.openxmlformats.org/officeDocument/2006/relationships/customXml" Target="../../customXml/item6.xml"/><Relationship Id="rId6" Type="http://schemas.openxmlformats.org/officeDocument/2006/relationships/image" Target="../media/image17.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9.xml"/><Relationship Id="rId1" Type="http://schemas.openxmlformats.org/officeDocument/2006/relationships/customXml" Target="../../customXml/item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customXml" Target="../../customXml/item11.xml"/><Relationship Id="rId1" Type="http://schemas.openxmlformats.org/officeDocument/2006/relationships/customXml" Target="../../customXml/item10.xml"/></Relationships>
</file>

<file path=ppt/slides/_rels/slide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customXml" Target="../../customXml/item13.xml"/><Relationship Id="rId1" Type="http://schemas.openxmlformats.org/officeDocument/2006/relationships/customXml" Target="../../customXml/item12.xml"/><Relationship Id="rId6" Type="http://schemas.openxmlformats.org/officeDocument/2006/relationships/image" Target="../media/image18.png"/><Relationship Id="rId5" Type="http://schemas.openxmlformats.org/officeDocument/2006/relationships/notesSlide" Target="../notesSlides/notesSlide2.xml"/><Relationship Id="rId4"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customXml" Target="../../customXml/item15.xml"/><Relationship Id="rId1" Type="http://schemas.openxmlformats.org/officeDocument/2006/relationships/customXml" Target="../../customXml/item14.xml"/><Relationship Id="rId5" Type="http://schemas.openxmlformats.org/officeDocument/2006/relationships/image" Target="../media/image18.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23.svg"/><Relationship Id="rId18" Type="http://schemas.openxmlformats.org/officeDocument/2006/relationships/diagramQuickStyle" Target="../diagrams/quickStyle2.xml"/><Relationship Id="rId3" Type="http://schemas.openxmlformats.org/officeDocument/2006/relationships/slideLayout" Target="../slideLayouts/slideLayout13.xml"/><Relationship Id="rId7" Type="http://schemas.openxmlformats.org/officeDocument/2006/relationships/diagramColors" Target="../diagrams/colors1.xml"/><Relationship Id="rId12" Type="http://schemas.openxmlformats.org/officeDocument/2006/relationships/image" Target="../media/image22.png"/><Relationship Id="rId17" Type="http://schemas.openxmlformats.org/officeDocument/2006/relationships/diagramLayout" Target="../diagrams/layout2.xml"/><Relationship Id="rId2" Type="http://schemas.openxmlformats.org/officeDocument/2006/relationships/customXml" Target="../../customXml/item17.xml"/><Relationship Id="rId16" Type="http://schemas.openxmlformats.org/officeDocument/2006/relationships/diagramData" Target="../diagrams/data2.xml"/><Relationship Id="rId20" Type="http://schemas.microsoft.com/office/2007/relationships/diagramDrawing" Target="../diagrams/drawing2.xml"/><Relationship Id="rId1" Type="http://schemas.openxmlformats.org/officeDocument/2006/relationships/customXml" Target="../../customXml/item16.xml"/><Relationship Id="rId6" Type="http://schemas.openxmlformats.org/officeDocument/2006/relationships/diagramQuickStyle" Target="../diagrams/quickStyle1.xml"/><Relationship Id="rId11" Type="http://schemas.openxmlformats.org/officeDocument/2006/relationships/image" Target="../media/image21.svg"/><Relationship Id="rId5" Type="http://schemas.openxmlformats.org/officeDocument/2006/relationships/diagramLayout" Target="../diagrams/layout1.xml"/><Relationship Id="rId15" Type="http://schemas.openxmlformats.org/officeDocument/2006/relationships/image" Target="../media/image25.svg"/><Relationship Id="rId10" Type="http://schemas.openxmlformats.org/officeDocument/2006/relationships/image" Target="../media/image20.png"/><Relationship Id="rId19" Type="http://schemas.openxmlformats.org/officeDocument/2006/relationships/diagramColors" Target="../diagrams/colors2.xml"/><Relationship Id="rId4" Type="http://schemas.openxmlformats.org/officeDocument/2006/relationships/diagramData" Target="../diagrams/data1.xml"/><Relationship Id="rId9" Type="http://schemas.openxmlformats.org/officeDocument/2006/relationships/chart" Target="../charts/chart1.xml"/><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9.xml"/><Relationship Id="rId1" Type="http://schemas.openxmlformats.org/officeDocument/2006/relationships/customXml" Target="../../customXml/item18.xml"/></Relationships>
</file>

<file path=ppt/slides/_rels/slide8.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customXml" Target="../../customXml/item21.xml"/><Relationship Id="rId1" Type="http://schemas.openxmlformats.org/officeDocument/2006/relationships/customXml" Target="../../customXml/item20.xml"/><Relationship Id="rId5" Type="http://schemas.openxmlformats.org/officeDocument/2006/relationships/notesSlide" Target="../notesSlides/notesSlide3.xml"/><Relationship Id="rId4"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ustomXml" Target="../../customXml/item23.xml"/><Relationship Id="rId1" Type="http://schemas.openxmlformats.org/officeDocument/2006/relationships/customXml" Target="../../customXml/item22.xml"/><Relationship Id="rId5" Type="http://schemas.openxmlformats.org/officeDocument/2006/relationships/chart" Target="../charts/chart2.xml"/><Relationship Id="rId4"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25.xml"/><Relationship Id="rId1" Type="http://schemas.openxmlformats.org/officeDocument/2006/relationships/customXml" Target="../../customXml/item24.xml"/></Relationships>
</file>

<file path=ppt/slides/_rels/slide11.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customXml" Target="../../customXml/item27.xml"/><Relationship Id="rId1" Type="http://schemas.openxmlformats.org/officeDocument/2006/relationships/customXml" Target="../../customXml/item26.xml"/><Relationship Id="rId5" Type="http://schemas.openxmlformats.org/officeDocument/2006/relationships/notesSlide" Target="../notesSlides/notesSlide5.xml"/><Relationship Id="rId4"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18" Type="http://schemas.openxmlformats.org/officeDocument/2006/relationships/image" Target="../media/image39.svg"/><Relationship Id="rId3" Type="http://schemas.openxmlformats.org/officeDocument/2006/relationships/slideLayout" Target="../slideLayouts/slideLayout13.xml"/><Relationship Id="rId7" Type="http://schemas.openxmlformats.org/officeDocument/2006/relationships/image" Target="../media/image28.png"/><Relationship Id="rId12" Type="http://schemas.openxmlformats.org/officeDocument/2006/relationships/image" Target="../media/image33.svg"/><Relationship Id="rId17" Type="http://schemas.openxmlformats.org/officeDocument/2006/relationships/image" Target="../media/image38.png"/><Relationship Id="rId2" Type="http://schemas.openxmlformats.org/officeDocument/2006/relationships/customXml" Target="../../customXml/item29.xml"/><Relationship Id="rId16" Type="http://schemas.openxmlformats.org/officeDocument/2006/relationships/image" Target="../media/image37.svg"/><Relationship Id="rId1" Type="http://schemas.openxmlformats.org/officeDocument/2006/relationships/customXml" Target="../../customXml/item28.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svg"/><Relationship Id="rId4" Type="http://schemas.openxmlformats.org/officeDocument/2006/relationships/notesSlide" Target="../notesSlides/notesSlide6.xml"/><Relationship Id="rId9" Type="http://schemas.openxmlformats.org/officeDocument/2006/relationships/image" Target="../media/image30.png"/><Relationship Id="rId14" Type="http://schemas.openxmlformats.org/officeDocument/2006/relationships/image" Target="../media/image35.sv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customXml" Target="../../customXml/item31.xml"/><Relationship Id="rId1" Type="http://schemas.openxmlformats.org/officeDocument/2006/relationships/customXml" Target="../../customXml/item30.xml"/><Relationship Id="rId5" Type="http://schemas.openxmlformats.org/officeDocument/2006/relationships/hyperlink" Target="mailto:Firstname.lastname@colliers.com"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2">
            <a:extLst>
              <a:ext uri="{FF2B5EF4-FFF2-40B4-BE49-F238E27FC236}">
                <a16:creationId xmlns:a16="http://schemas.microsoft.com/office/drawing/2014/main" id="{A917F0FA-0FFA-46EA-9490-827CABD72D75}"/>
              </a:ext>
            </a:extLst>
          </p:cNvPr>
          <p:cNvPicPr>
            <a:picLocks noGrp="1" noChangeAspect="1"/>
          </p:cNvPicPr>
          <p:nvPr>
            <p:ph type="pic" sz="quarter" idx="13"/>
            <p:custDataLst>
              <p:tags r:id="rId3"/>
            </p:custDataLst>
          </p:nvPr>
        </p:nvPicPr>
        <p:blipFill rotWithShape="1">
          <a:blip r:embed="rId6">
            <a:extLst>
              <a:ext uri="{28A0092B-C50C-407E-A947-70E740481C1C}">
                <a14:useLocalDpi xmlns:a14="http://schemas.microsoft.com/office/drawing/2010/main" val="0"/>
              </a:ext>
            </a:extLst>
          </a:blip>
          <a:srcRect b="15666"/>
          <a:stretch/>
        </p:blipFill>
        <p:spPr>
          <a:xfrm>
            <a:off x="0" y="0"/>
            <a:ext cx="12192001" cy="6858000"/>
          </a:xfrm>
        </p:spPr>
      </p:pic>
      <p:sp>
        <p:nvSpPr>
          <p:cNvPr id="2" name="Title 1">
            <a:extLst>
              <a:ext uri="{FF2B5EF4-FFF2-40B4-BE49-F238E27FC236}">
                <a16:creationId xmlns:a16="http://schemas.microsoft.com/office/drawing/2014/main" id="{A54268B1-4967-46CA-9E8A-539F39FE7D1E}"/>
              </a:ext>
            </a:extLst>
          </p:cNvPr>
          <p:cNvSpPr>
            <a:spLocks noGrp="1"/>
          </p:cNvSpPr>
          <p:nvPr>
            <p:ph type="title"/>
          </p:nvPr>
        </p:nvSpPr>
        <p:spPr/>
        <p:txBody>
          <a:bodyPr/>
          <a:lstStyle/>
          <a:p>
            <a:endParaRPr lang="en-US" dirty="0"/>
          </a:p>
        </p:txBody>
      </p:sp>
      <p:sp>
        <p:nvSpPr>
          <p:cNvPr id="4" name="Text Placeholder 3">
            <a:extLst>
              <a:ext uri="{FF2B5EF4-FFF2-40B4-BE49-F238E27FC236}">
                <a16:creationId xmlns:a16="http://schemas.microsoft.com/office/drawing/2014/main" id="{38DC8670-1722-4DD5-9FBD-BCCDC5EFEF49}"/>
              </a:ext>
            </a:extLst>
          </p:cNvPr>
          <p:cNvSpPr>
            <a:spLocks noGrp="1"/>
          </p:cNvSpPr>
          <p:nvPr>
            <p:ph type="body" sz="quarter" idx="14"/>
          </p:nvPr>
        </p:nvSpPr>
        <p:spPr/>
        <p:txBody>
          <a:bodyPr/>
          <a:lstStyle/>
          <a:p>
            <a:r>
              <a:rPr lang="en-US" dirty="0"/>
              <a:t> </a:t>
            </a:r>
            <a:endParaRPr lang="en-US"/>
          </a:p>
        </p:txBody>
      </p:sp>
      <p:sp>
        <p:nvSpPr>
          <p:cNvPr id="8" name="Text Placeholder 7">
            <a:extLst>
              <a:ext uri="{FF2B5EF4-FFF2-40B4-BE49-F238E27FC236}">
                <a16:creationId xmlns:a16="http://schemas.microsoft.com/office/drawing/2014/main" id="{86343279-A3A8-4AE3-991B-6141E1369D5F}"/>
              </a:ext>
            </a:extLst>
          </p:cNvPr>
          <p:cNvSpPr>
            <a:spLocks noGrp="1"/>
          </p:cNvSpPr>
          <p:nvPr>
            <p:ph type="body" sz="quarter" idx="15"/>
          </p:nvPr>
        </p:nvSpPr>
        <p:spPr>
          <a:xfrm>
            <a:off x="647700" y="4545218"/>
            <a:ext cx="4113871" cy="738664"/>
          </a:xfrm>
        </p:spPr>
        <p:txBody>
          <a:bodyPr wrap="square" anchor="ctr" anchorCtr="0">
            <a:spAutoFit/>
          </a:bodyPr>
          <a:lstStyle/>
          <a:p>
            <a:r>
              <a:rPr lang="en-US" sz="1600" dirty="0"/>
              <a:t>A brief overview of current rental situation, market conditions, scenario breakdown and strategic recommendations. </a:t>
            </a:r>
            <a:endParaRPr lang="en-US"/>
          </a:p>
        </p:txBody>
      </p:sp>
      <p:sp>
        <p:nvSpPr>
          <p:cNvPr id="13" name="Text Placeholder 12">
            <a:extLst>
              <a:ext uri="{FF2B5EF4-FFF2-40B4-BE49-F238E27FC236}">
                <a16:creationId xmlns:a16="http://schemas.microsoft.com/office/drawing/2014/main" id="{519B4271-1C52-45B6-BF1E-0D84CBA5387F}"/>
              </a:ext>
            </a:extLst>
          </p:cNvPr>
          <p:cNvSpPr>
            <a:spLocks noGrp="1"/>
          </p:cNvSpPr>
          <p:nvPr>
            <p:ph type="body" sz="quarter" idx="18"/>
          </p:nvPr>
        </p:nvSpPr>
        <p:spPr/>
        <p:txBody>
          <a:bodyPr/>
          <a:lstStyle/>
          <a:p>
            <a:endParaRPr lang="en-US" dirty="0"/>
          </a:p>
        </p:txBody>
      </p:sp>
    </p:spTree>
    <p:custDataLst>
      <p:custData r:id="rId1"/>
      <p:custData r:id="rId2"/>
    </p:custDataLst>
    <p:extLst>
      <p:ext uri="{BB962C8B-B14F-4D97-AF65-F5344CB8AC3E}">
        <p14:creationId xmlns:p14="http://schemas.microsoft.com/office/powerpoint/2010/main" val="1006392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482710-AC50-440E-9204-85C3AC328C46}"/>
              </a:ext>
            </a:extLst>
          </p:cNvPr>
          <p:cNvSpPr/>
          <p:nvPr/>
        </p:nvSpPr>
        <p:spPr>
          <a:xfrm>
            <a:off x="0" y="5336991"/>
            <a:ext cx="12192000" cy="15210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27" name="Title 26">
            <a:extLst>
              <a:ext uri="{FF2B5EF4-FFF2-40B4-BE49-F238E27FC236}">
                <a16:creationId xmlns:a16="http://schemas.microsoft.com/office/drawing/2014/main" id="{AE05085E-856E-4601-927D-2485597FFF35}"/>
              </a:ext>
            </a:extLst>
          </p:cNvPr>
          <p:cNvSpPr>
            <a:spLocks noGrp="1"/>
          </p:cNvSpPr>
          <p:nvPr>
            <p:ph type="title"/>
          </p:nvPr>
        </p:nvSpPr>
        <p:spPr>
          <a:xfrm>
            <a:off x="648000" y="1062000"/>
            <a:ext cx="5788996" cy="835200"/>
          </a:xfrm>
        </p:spPr>
        <p:txBody>
          <a:bodyPr/>
          <a:lstStyle/>
          <a:p>
            <a:r>
              <a:rPr lang="en-US" dirty="0"/>
              <a:t>Project </a:t>
            </a:r>
            <a:r>
              <a:rPr lang="en-US" dirty="0" err="1"/>
              <a:t>name</a:t>
            </a:r>
            <a:r>
              <a:rPr lang="en-US" dirty="0"/>
              <a:t> /                City, country</a:t>
            </a:r>
            <a:endParaRPr lang="en-US"/>
          </a:p>
        </p:txBody>
      </p:sp>
      <p:sp>
        <p:nvSpPr>
          <p:cNvPr id="28" name="Content Placeholder 27">
            <a:extLst>
              <a:ext uri="{FF2B5EF4-FFF2-40B4-BE49-F238E27FC236}">
                <a16:creationId xmlns:a16="http://schemas.microsoft.com/office/drawing/2014/main" id="{F06DAEC3-F17F-4913-A414-AC0F77047BDA}"/>
              </a:ext>
            </a:extLst>
          </p:cNvPr>
          <p:cNvSpPr>
            <a:spLocks noGrp="1"/>
          </p:cNvSpPr>
          <p:nvPr>
            <p:ph idx="1"/>
          </p:nvPr>
        </p:nvSpPr>
        <p:spPr>
          <a:xfrm>
            <a:off x="647999" y="2366747"/>
            <a:ext cx="3953497" cy="2401898"/>
          </a:xfrm>
        </p:spPr>
        <p:txBody>
          <a:bodyPr/>
          <a:lstStyle/>
          <a:p>
            <a:pPr marL="0" lvl="4" indent="0">
              <a:lnSpc>
                <a:spcPct val="150000"/>
              </a:lnSpc>
              <a:spcBef>
                <a:spcPts val="0"/>
              </a:spcBef>
              <a:buNone/>
            </a:pPr>
            <a:r>
              <a:rPr lang="en-US" sz="1400" b="1" dirty="0" err="1">
                <a:solidFill>
                  <a:schemeClr val="tx2"/>
                </a:solidFill>
              </a:rPr>
              <a:t>Current</a:t>
            </a:r>
            <a:r>
              <a:rPr lang="en-US" sz="1400" b="1" dirty="0">
                <a:solidFill>
                  <a:schemeClr val="tx2"/>
                </a:solidFill>
              </a:rPr>
              <a:t> situation</a:t>
            </a:r>
            <a:endParaRPr lang="en-US"/>
          </a:p>
          <a:p>
            <a:pPr marL="69750" lvl="4" indent="0">
              <a:lnSpc>
                <a:spcPct val="150000"/>
              </a:lnSpc>
              <a:spcBef>
                <a:spcPts val="0"/>
              </a:spcBef>
              <a:buNone/>
            </a:pPr>
            <a:r>
              <a:rPr lang="en-US" sz="1000" dirty="0" err="1"/>
              <a:t>Idemia’s</a:t>
            </a:r>
            <a:r>
              <a:rPr lang="en-US" sz="1000" dirty="0"/>
              <a:t> portfolio is located within the Manyata campus and staggered across 4 buildings within the park with latest space take up in Q3 2017 (Building M2). </a:t>
            </a:r>
            <a:r>
              <a:rPr lang="en-US" sz="1000" dirty="0">
                <a:highlight>
                  <a:srgbClr val="FFFF00"/>
                </a:highlight>
              </a:rPr>
              <a:t>Vacancy rates </a:t>
            </a:r>
            <a:r>
              <a:rPr lang="en-US" sz="1000" dirty="0"/>
              <a:t>are as low as 3%. Space is in high demand and leased quickly.  Rents are expected to continue to rise here over the next 12 months.</a:t>
            </a:r>
            <a:endParaRPr lang="en-US"/>
          </a:p>
          <a:p>
            <a:pPr marL="69750" lvl="4" indent="0">
              <a:lnSpc>
                <a:spcPct val="150000"/>
              </a:lnSpc>
              <a:spcBef>
                <a:spcPts val="0"/>
              </a:spcBef>
              <a:buNone/>
            </a:pPr>
            <a:r>
              <a:rPr lang="en-US" sz="1000" dirty="0">
                <a:highlight>
                  <a:srgbClr val="FFFF00"/>
                </a:highlight>
              </a:rPr>
              <a:t>Critical dates summary. </a:t>
            </a:r>
            <a:endParaRPr lang="en-US"/>
          </a:p>
          <a:p>
            <a:pPr marL="69750" lvl="4" indent="0">
              <a:lnSpc>
                <a:spcPct val="150000"/>
              </a:lnSpc>
              <a:spcBef>
                <a:spcPts val="0"/>
              </a:spcBef>
              <a:buNone/>
            </a:pPr>
            <a:r>
              <a:rPr lang="en-US" sz="1000" dirty="0">
                <a:highlight>
                  <a:srgbClr val="FFFF00"/>
                </a:highlight>
              </a:rPr>
              <a:t>Current lease situation. </a:t>
            </a:r>
            <a:endParaRPr lang="en-US" sz="1000" dirty="0"/>
          </a:p>
        </p:txBody>
      </p:sp>
      <p:sp>
        <p:nvSpPr>
          <p:cNvPr id="29" name="Text Placeholder 28">
            <a:extLst>
              <a:ext uri="{FF2B5EF4-FFF2-40B4-BE49-F238E27FC236}">
                <a16:creationId xmlns:a16="http://schemas.microsoft.com/office/drawing/2014/main" id="{59243ECB-0A33-40F0-B2F4-82070A2C33DB}"/>
              </a:ext>
            </a:extLst>
          </p:cNvPr>
          <p:cNvSpPr>
            <a:spLocks noGrp="1"/>
          </p:cNvSpPr>
          <p:nvPr>
            <p:ph type="body" sz="quarter" idx="13"/>
          </p:nvPr>
        </p:nvSpPr>
        <p:spPr>
          <a:xfrm>
            <a:off x="647700" y="647700"/>
            <a:ext cx="5788997" cy="414338"/>
          </a:xfrm>
        </p:spPr>
        <p:txBody>
          <a:bodyPr/>
          <a:lstStyle/>
          <a:p>
            <a:r>
              <a:rPr lang="en-US" dirty="0"/>
              <a:t>EXECUTIVE SUMMARY</a:t>
            </a:r>
            <a:endParaRPr lang="en-US"/>
          </a:p>
        </p:txBody>
      </p:sp>
      <p:graphicFrame>
        <p:nvGraphicFramePr>
          <p:cNvPr id="7" name="Table 12">
            <a:extLst>
              <a:ext uri="{FF2B5EF4-FFF2-40B4-BE49-F238E27FC236}">
                <a16:creationId xmlns:a16="http://schemas.microsoft.com/office/drawing/2014/main" id="{4A399D73-04A7-49AE-AD5E-E117C72DF1CF}"/>
              </a:ext>
            </a:extLst>
          </p:cNvPr>
          <p:cNvGraphicFramePr>
            <a:graphicFrameLocks noGrp="1"/>
          </p:cNvGraphicFramePr>
          <p:nvPr/>
        </p:nvGraphicFramePr>
        <p:xfrm>
          <a:off x="647703" y="5606136"/>
          <a:ext cx="10893423" cy="936000"/>
        </p:xfrm>
        <a:graphic>
          <a:graphicData uri="http://schemas.openxmlformats.org/drawingml/2006/table">
            <a:tbl>
              <a:tblPr>
                <a:tableStyleId>{5940675A-B579-460E-94D1-54222C63F5DA}</a:tableStyleId>
              </a:tblPr>
              <a:tblGrid>
                <a:gridCol w="1887276">
                  <a:extLst>
                    <a:ext uri="{9D8B030D-6E8A-4147-A177-3AD203B41FA5}">
                      <a16:colId xmlns:a16="http://schemas.microsoft.com/office/drawing/2014/main" val="3965534788"/>
                    </a:ext>
                  </a:extLst>
                </a:gridCol>
                <a:gridCol w="1133233">
                  <a:extLst>
                    <a:ext uri="{9D8B030D-6E8A-4147-A177-3AD203B41FA5}">
                      <a16:colId xmlns:a16="http://schemas.microsoft.com/office/drawing/2014/main" val="916080530"/>
                    </a:ext>
                  </a:extLst>
                </a:gridCol>
                <a:gridCol w="1124702">
                  <a:extLst>
                    <a:ext uri="{9D8B030D-6E8A-4147-A177-3AD203B41FA5}">
                      <a16:colId xmlns:a16="http://schemas.microsoft.com/office/drawing/2014/main" val="569241283"/>
                    </a:ext>
                  </a:extLst>
                </a:gridCol>
                <a:gridCol w="1124702">
                  <a:extLst>
                    <a:ext uri="{9D8B030D-6E8A-4147-A177-3AD203B41FA5}">
                      <a16:colId xmlns:a16="http://schemas.microsoft.com/office/drawing/2014/main" val="2978254148"/>
                    </a:ext>
                  </a:extLst>
                </a:gridCol>
                <a:gridCol w="1124702">
                  <a:extLst>
                    <a:ext uri="{9D8B030D-6E8A-4147-A177-3AD203B41FA5}">
                      <a16:colId xmlns:a16="http://schemas.microsoft.com/office/drawing/2014/main" val="1163902671"/>
                    </a:ext>
                  </a:extLst>
                </a:gridCol>
                <a:gridCol w="1124702">
                  <a:extLst>
                    <a:ext uri="{9D8B030D-6E8A-4147-A177-3AD203B41FA5}">
                      <a16:colId xmlns:a16="http://schemas.microsoft.com/office/drawing/2014/main" val="1137245394"/>
                    </a:ext>
                  </a:extLst>
                </a:gridCol>
                <a:gridCol w="1124702">
                  <a:extLst>
                    <a:ext uri="{9D8B030D-6E8A-4147-A177-3AD203B41FA5}">
                      <a16:colId xmlns:a16="http://schemas.microsoft.com/office/drawing/2014/main" val="847742109"/>
                    </a:ext>
                  </a:extLst>
                </a:gridCol>
                <a:gridCol w="1124702">
                  <a:extLst>
                    <a:ext uri="{9D8B030D-6E8A-4147-A177-3AD203B41FA5}">
                      <a16:colId xmlns:a16="http://schemas.microsoft.com/office/drawing/2014/main" val="811216150"/>
                    </a:ext>
                  </a:extLst>
                </a:gridCol>
                <a:gridCol w="1124702">
                  <a:extLst>
                    <a:ext uri="{9D8B030D-6E8A-4147-A177-3AD203B41FA5}">
                      <a16:colId xmlns:a16="http://schemas.microsoft.com/office/drawing/2014/main" val="2551434189"/>
                    </a:ext>
                  </a:extLst>
                </a:gridCol>
              </a:tblGrid>
              <a:tr h="258691">
                <a:tc>
                  <a:txBody>
                    <a:bodyPr/>
                    <a:lstStyle/>
                    <a:p>
                      <a:pPr algn="l"/>
                      <a:r>
                        <a:rPr lang="en-US" sz="1050" dirty="0">
                          <a:solidFill>
                            <a:schemeClr val="bg1"/>
                          </a:solidFill>
                        </a:rPr>
                        <a:t>Scenario Description</a:t>
                      </a:r>
                      <a:endParaRPr lang="en-US"/>
                    </a:p>
                  </a:txBody>
                  <a:tcPr marL="0" marR="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dirty="0">
                          <a:solidFill>
                            <a:schemeClr val="bg1"/>
                          </a:solidFill>
                        </a:rPr>
                        <a:t>2020</a:t>
                      </a:r>
                      <a:endParaRPr lang="en-US"/>
                    </a:p>
                  </a:txBody>
                  <a:tcPr>
                    <a:lnL w="3175"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dirty="0">
                          <a:solidFill>
                            <a:schemeClr val="bg1"/>
                          </a:solidFill>
                        </a:rPr>
                        <a:t>2021</a:t>
                      </a:r>
                      <a:endParaRPr lang="en-US"/>
                    </a:p>
                  </a:txBody>
                  <a:tcP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dirty="0">
                          <a:solidFill>
                            <a:schemeClr val="bg1"/>
                          </a:solidFill>
                        </a:rPr>
                        <a:t>2022</a:t>
                      </a:r>
                      <a:endParaRPr lang="en-US"/>
                    </a:p>
                  </a:txBody>
                  <a:tcP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dirty="0">
                          <a:solidFill>
                            <a:schemeClr val="bg1"/>
                          </a:solidFill>
                        </a:rPr>
                        <a:t>2023</a:t>
                      </a:r>
                      <a:endParaRPr lang="en-US"/>
                    </a:p>
                  </a:txBody>
                  <a:tcP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dirty="0">
                          <a:solidFill>
                            <a:schemeClr val="bg1"/>
                          </a:solidFill>
                        </a:rPr>
                        <a:t>2024</a:t>
                      </a:r>
                      <a:endParaRPr lang="en-US"/>
                    </a:p>
                  </a:txBody>
                  <a:tcP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dirty="0">
                          <a:solidFill>
                            <a:schemeClr val="bg1"/>
                          </a:solidFill>
                        </a:rPr>
                        <a:t>2025</a:t>
                      </a:r>
                      <a:endParaRPr lang="en-US"/>
                    </a:p>
                  </a:txBody>
                  <a:tcP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dirty="0">
                          <a:solidFill>
                            <a:schemeClr val="bg1"/>
                          </a:solidFill>
                        </a:rPr>
                        <a:t>2026</a:t>
                      </a:r>
                      <a:endParaRPr lang="en-US"/>
                    </a:p>
                  </a:txBody>
                  <a:tcP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dirty="0">
                          <a:solidFill>
                            <a:schemeClr val="bg1"/>
                          </a:solidFill>
                        </a:rPr>
                        <a:t>…</a:t>
                      </a:r>
                      <a:endParaRPr lang="en-US"/>
                    </a:p>
                  </a:txBody>
                  <a:tcPr>
                    <a:lnL w="12700" cap="flat" cmpd="sng" algn="ctr">
                      <a:solidFill>
                        <a:schemeClr val="bg1"/>
                      </a:solidFill>
                      <a:prstDash val="dot"/>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0923633"/>
                  </a:ext>
                </a:extLst>
              </a:tr>
              <a:tr h="365214">
                <a:tc>
                  <a:txBody>
                    <a:bodyPr/>
                    <a:lstStyle/>
                    <a:p>
                      <a:pPr marL="0" lvl="0" indent="0">
                        <a:buFont typeface="Arial" panose="020B0604020202020204" pitchFamily="34" charset="0"/>
                        <a:buNone/>
                      </a:pPr>
                      <a:r>
                        <a:rPr lang="en-US" sz="1000" b="1" kern="1200" dirty="0">
                          <a:solidFill>
                            <a:schemeClr val="bg1"/>
                          </a:solidFill>
                          <a:effectLst/>
                          <a:latin typeface="+mn-lt"/>
                          <a:ea typeface="+mn-ea"/>
                          <a:cs typeface="+mn-cs"/>
                        </a:rPr>
                        <a:t>Phase 1: </a:t>
                      </a:r>
                      <a:r>
                        <a:rPr lang="en-US" sz="1000" kern="1200" dirty="0">
                          <a:solidFill>
                            <a:schemeClr val="bg1"/>
                          </a:solidFill>
                          <a:effectLst/>
                          <a:latin typeface="+mn-lt"/>
                          <a:ea typeface="+mn-ea"/>
                          <a:cs typeface="+mn-cs"/>
                        </a:rPr>
                        <a:t>BB Centrum</a:t>
                      </a:r>
                      <a:endParaRPr lang="en-US"/>
                    </a:p>
                  </a:txBody>
                  <a:tcPr marL="0" marR="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3175"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9757312"/>
                  </a:ext>
                </a:extLst>
              </a:tr>
              <a:tr h="312095">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1" kern="1200" dirty="0">
                          <a:solidFill>
                            <a:schemeClr val="bg1"/>
                          </a:solidFill>
                          <a:effectLst/>
                          <a:latin typeface="+mn-lt"/>
                          <a:ea typeface="+mn-ea"/>
                          <a:cs typeface="+mn-cs"/>
                        </a:rPr>
                        <a:t>Phase 2: </a:t>
                      </a:r>
                      <a:r>
                        <a:rPr lang="en-US" sz="1000" kern="1200" dirty="0" err="1">
                          <a:solidFill>
                            <a:schemeClr val="bg1"/>
                          </a:solidFill>
                          <a:effectLst/>
                          <a:latin typeface="+mn-lt"/>
                          <a:ea typeface="+mn-ea"/>
                          <a:cs typeface="+mn-cs"/>
                        </a:rPr>
                        <a:t>Metronom</a:t>
                      </a:r>
                      <a:endParaRPr lang="en-US" sz="1000" kern="1200" dirty="0">
                        <a:solidFill>
                          <a:schemeClr val="bg1"/>
                        </a:solidFill>
                        <a:effectLst/>
                        <a:latin typeface="+mn-lt"/>
                        <a:ea typeface="+mn-ea"/>
                        <a:cs typeface="+mn-cs"/>
                      </a:endParaRPr>
                    </a:p>
                  </a:txBody>
                  <a:tcPr marL="0" marR="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3175"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50" dirty="0">
                        <a:solidFill>
                          <a:schemeClr val="bg1"/>
                        </a:solidFill>
                      </a:endParaRPr>
                    </a:p>
                  </a:txBody>
                  <a:tcPr anchor="ctr">
                    <a:lnL w="12700" cap="flat" cmpd="sng" algn="ctr">
                      <a:solidFill>
                        <a:schemeClr val="bg1"/>
                      </a:solidFill>
                      <a:prstDash val="dot"/>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3002867"/>
                  </a:ext>
                </a:extLst>
              </a:tr>
            </a:tbl>
          </a:graphicData>
        </a:graphic>
      </p:graphicFrame>
      <p:sp>
        <p:nvSpPr>
          <p:cNvPr id="13" name="Arrow: Pentagon 21">
            <a:extLst>
              <a:ext uri="{FF2B5EF4-FFF2-40B4-BE49-F238E27FC236}">
                <a16:creationId xmlns:a16="http://schemas.microsoft.com/office/drawing/2014/main" id="{3379E2B4-03E6-43AB-AEA7-5573B8F560DC}"/>
              </a:ext>
            </a:extLst>
          </p:cNvPr>
          <p:cNvSpPr/>
          <p:nvPr/>
        </p:nvSpPr>
        <p:spPr bwMode="gray">
          <a:xfrm>
            <a:off x="2543220" y="5903867"/>
            <a:ext cx="3893776" cy="282959"/>
          </a:xfrm>
          <a:prstGeom prst="homePlate">
            <a:avLst/>
          </a:prstGeom>
          <a:solidFill>
            <a:srgbClr val="E2EAFF"/>
          </a:solidFill>
          <a:ln w="6350" algn="ctr">
            <a:noFill/>
            <a:miter lim="800000"/>
            <a:headEnd/>
            <a:tailEnd/>
          </a:ln>
        </p:spPr>
        <p:txBody>
          <a:bodyPr lIns="90000" tIns="72000" rIns="90000" bIns="72000" rtlCol="0" anchor="ctr"/>
          <a:lstStyle/>
          <a:p>
            <a:pPr lvl="0" fontAlgn="base">
              <a:spcAft>
                <a:spcPct val="0"/>
              </a:spcAft>
              <a:buClr>
                <a:srgbClr val="F0AB00"/>
              </a:buClr>
              <a:buSzPct val="80000"/>
              <a:defRPr/>
            </a:pPr>
            <a:r>
              <a:rPr lang="en-US" sz="1050" b="1" kern="0" dirty="0">
                <a:solidFill>
                  <a:schemeClr val="tx2"/>
                </a:solidFill>
                <a:latin typeface="Calibri" panose="020F0502020204030204" pitchFamily="34" charset="0"/>
                <a:ea typeface="Arial Unicode MS" pitchFamily="34" charset="-128"/>
                <a:cs typeface="Calibri" panose="020F0502020204030204" pitchFamily="34" charset="0"/>
              </a:rPr>
              <a:t>BB Centrum</a:t>
            </a:r>
            <a:r>
              <a:rPr lang="en-US" sz="1050" kern="0" dirty="0">
                <a:solidFill>
                  <a:schemeClr val="tx2"/>
                </a:solidFill>
                <a:latin typeface="Calibri" panose="020F0502020204030204" pitchFamily="34" charset="0"/>
                <a:ea typeface="Arial Unicode MS" pitchFamily="34" charset="-128"/>
                <a:cs typeface="Calibri" panose="020F0502020204030204" pitchFamily="34" charset="0"/>
              </a:rPr>
              <a:t>(2.4K SM) – 110 Seats</a:t>
            </a:r>
            <a:endParaRPr lang="en-US"/>
          </a:p>
        </p:txBody>
      </p:sp>
      <p:sp>
        <p:nvSpPr>
          <p:cNvPr id="14" name="Arrow: Pentagon 22">
            <a:extLst>
              <a:ext uri="{FF2B5EF4-FFF2-40B4-BE49-F238E27FC236}">
                <a16:creationId xmlns:a16="http://schemas.microsoft.com/office/drawing/2014/main" id="{651E2C23-34E1-4F54-8A0A-360297245327}"/>
              </a:ext>
            </a:extLst>
          </p:cNvPr>
          <p:cNvSpPr/>
          <p:nvPr/>
        </p:nvSpPr>
        <p:spPr bwMode="gray">
          <a:xfrm>
            <a:off x="4791863" y="5929102"/>
            <a:ext cx="1605127" cy="232488"/>
          </a:xfrm>
          <a:prstGeom prst="homePlate">
            <a:avLst/>
          </a:prstGeom>
          <a:solidFill>
            <a:schemeClr val="bg1"/>
          </a:solidFill>
          <a:ln w="6350" algn="ctr">
            <a:noFill/>
            <a:prstDash val="dash"/>
            <a:miter lim="800000"/>
            <a:headEnd/>
            <a:tailEnd/>
          </a:ln>
        </p:spPr>
        <p:txBody>
          <a:bodyPr lIns="45720" tIns="72000" rIns="45720" bIns="72000" rtlCol="0" anchor="ctr" anchorCtr="0"/>
          <a:lstStyle/>
          <a:p>
            <a:pPr marL="0" marR="0" lvl="0" indent="0" algn="l" defTabSz="914400" rtl="0" eaLnBrk="1" fontAlgn="base" latinLnBrk="0" hangingPunct="1">
              <a:lnSpc>
                <a:spcPct val="100000"/>
              </a:lnSpc>
              <a:spcBef>
                <a:spcPts val="0"/>
              </a:spcBef>
              <a:spcAft>
                <a:spcPct val="0"/>
              </a:spcAft>
              <a:buClr>
                <a:srgbClr val="F0AB00"/>
              </a:buClr>
              <a:buSzPct val="80000"/>
              <a:buFontTx/>
              <a:buNone/>
              <a:tabLst/>
              <a:defRPr/>
            </a:pPr>
            <a:r>
              <a:rPr kumimoji="0" lang="en-US" sz="900" b="0" i="0" u="none" strike="noStrike" kern="0" cap="none" spc="0" normalizeH="0" baseline="0" noProof="0" dirty="0">
                <a:ln>
                  <a:noFill/>
                </a:ln>
                <a:solidFill>
                  <a:schemeClr val="tx2"/>
                </a:solidFill>
                <a:effectLst/>
                <a:uLnTx/>
                <a:uFillTx/>
                <a:latin typeface="Calibri" panose="020F0502020204030204" pitchFamily="34" charset="0"/>
                <a:ea typeface="Arial Unicode MS" pitchFamily="34" charset="-128"/>
                <a:cs typeface="Calibri" panose="020F0502020204030204" pitchFamily="34" charset="0"/>
              </a:rPr>
              <a:t>PRG03 Go to Market Strategy</a:t>
            </a:r>
            <a:endParaRPr lang="en-US"/>
          </a:p>
        </p:txBody>
      </p:sp>
      <p:sp>
        <p:nvSpPr>
          <p:cNvPr id="15" name="Arrow: Pentagon 17">
            <a:extLst>
              <a:ext uri="{FF2B5EF4-FFF2-40B4-BE49-F238E27FC236}">
                <a16:creationId xmlns:a16="http://schemas.microsoft.com/office/drawing/2014/main" id="{0A12C793-063B-4CD7-AFEB-FD959FB8927C}"/>
              </a:ext>
            </a:extLst>
          </p:cNvPr>
          <p:cNvSpPr/>
          <p:nvPr/>
        </p:nvSpPr>
        <p:spPr bwMode="gray">
          <a:xfrm>
            <a:off x="6332220" y="5903867"/>
            <a:ext cx="2426970" cy="282959"/>
          </a:xfrm>
          <a:prstGeom prst="chevron">
            <a:avLst/>
          </a:prstGeom>
          <a:solidFill>
            <a:schemeClr val="accent3"/>
          </a:solidFill>
          <a:ln w="6350" algn="ctr">
            <a:noFill/>
            <a:miter lim="800000"/>
            <a:headEnd/>
            <a:tailEnd/>
          </a:ln>
        </p:spPr>
        <p:txBody>
          <a:bodyPr lIns="45720" tIns="72000" rIns="45720" bIns="72000" rtlCol="0" anchor="ctr" anchorCtr="0"/>
          <a:lstStyle/>
          <a:p>
            <a:pPr algn="ctr" fontAlgn="base">
              <a:lnSpc>
                <a:spcPct val="85000"/>
              </a:lnSpc>
              <a:spcAft>
                <a:spcPct val="0"/>
              </a:spcAft>
              <a:buClr>
                <a:srgbClr val="F0AB00"/>
              </a:buClr>
              <a:buSzPct val="80000"/>
            </a:pPr>
            <a:r>
              <a:rPr lang="en-US" sz="1000" kern="0" dirty="0">
                <a:solidFill>
                  <a:schemeClr val="tx2"/>
                </a:solidFill>
                <a:latin typeface="Calibri" panose="020F0502020204030204" pitchFamily="34" charset="0"/>
                <a:ea typeface="Arial Unicode MS" pitchFamily="34" charset="-128"/>
                <a:cs typeface="Calibri" panose="020F0502020204030204" pitchFamily="34" charset="0"/>
              </a:rPr>
              <a:t>New Smaller CBD HUB or Consolidate –  </a:t>
            </a:r>
            <a:endParaRPr lang="en-US"/>
          </a:p>
          <a:p>
            <a:pPr algn="ctr" fontAlgn="base">
              <a:lnSpc>
                <a:spcPct val="85000"/>
              </a:lnSpc>
              <a:spcAft>
                <a:spcPct val="0"/>
              </a:spcAft>
              <a:buClr>
                <a:srgbClr val="F0AB00"/>
              </a:buClr>
              <a:buSzPct val="80000"/>
            </a:pPr>
            <a:r>
              <a:rPr lang="en-US" sz="1000" kern="0" dirty="0">
                <a:solidFill>
                  <a:schemeClr val="tx2"/>
                </a:solidFill>
                <a:latin typeface="Calibri" panose="020F0502020204030204" pitchFamily="34" charset="0"/>
                <a:ea typeface="Arial Unicode MS" pitchFamily="34" charset="-128"/>
                <a:cs typeface="Calibri" panose="020F0502020204030204" pitchFamily="34" charset="0"/>
              </a:rPr>
              <a:t>Flexible Lease </a:t>
            </a:r>
            <a:r>
              <a:rPr lang="en-US" sz="1000" kern="0" dirty="0" err="1">
                <a:solidFill>
                  <a:schemeClr val="tx2"/>
                </a:solidFill>
                <a:latin typeface="Calibri" panose="020F0502020204030204" pitchFamily="34" charset="0"/>
                <a:ea typeface="Arial Unicode MS" pitchFamily="34" charset="-128"/>
                <a:cs typeface="Calibri" panose="020F0502020204030204" pitchFamily="34" charset="0"/>
              </a:rPr>
              <a:t>Metronom</a:t>
            </a:r>
            <a:endParaRPr lang="en-US" sz="1000" kern="0" dirty="0">
              <a:solidFill>
                <a:schemeClr val="tx2"/>
              </a:solidFill>
              <a:latin typeface="Calibri" panose="020F0502020204030204" pitchFamily="34" charset="0"/>
              <a:ea typeface="Arial Unicode MS" pitchFamily="34" charset="-128"/>
              <a:cs typeface="Calibri" panose="020F0502020204030204" pitchFamily="34" charset="0"/>
            </a:endParaRPr>
          </a:p>
        </p:txBody>
      </p:sp>
      <p:sp>
        <p:nvSpPr>
          <p:cNvPr id="17" name="Arrow: Pentagon 14">
            <a:extLst>
              <a:ext uri="{FF2B5EF4-FFF2-40B4-BE49-F238E27FC236}">
                <a16:creationId xmlns:a16="http://schemas.microsoft.com/office/drawing/2014/main" id="{BB272273-4A5A-48EB-AEB1-6B00DF6FC258}"/>
              </a:ext>
            </a:extLst>
          </p:cNvPr>
          <p:cNvSpPr/>
          <p:nvPr/>
        </p:nvSpPr>
        <p:spPr bwMode="gray">
          <a:xfrm>
            <a:off x="2543219" y="6273468"/>
            <a:ext cx="7766641" cy="284400"/>
          </a:xfrm>
          <a:prstGeom prst="homePlate">
            <a:avLst/>
          </a:prstGeom>
          <a:solidFill>
            <a:srgbClr val="E2EAFF"/>
          </a:solidFill>
          <a:ln w="6350" algn="ctr">
            <a:noFill/>
            <a:miter lim="800000"/>
            <a:headEnd/>
            <a:tailEnd/>
          </a:ln>
        </p:spPr>
        <p:txBody>
          <a:bodyPr lIns="90000" tIns="72000" rIns="90000" bIns="72000" rtlCol="0" anchor="ctr"/>
          <a:lstStyle/>
          <a:p>
            <a:pPr lvl="0" fontAlgn="base">
              <a:spcAft>
                <a:spcPct val="0"/>
              </a:spcAft>
              <a:buClr>
                <a:srgbClr val="F0AB00"/>
              </a:buClr>
              <a:buSzPct val="80000"/>
              <a:defRPr/>
            </a:pPr>
            <a:r>
              <a:rPr lang="en-US" sz="1000" b="1" kern="0" dirty="0" err="1">
                <a:solidFill>
                  <a:schemeClr val="tx2"/>
                </a:solidFill>
                <a:latin typeface="Calibri" panose="020F0502020204030204" pitchFamily="34" charset="0"/>
                <a:ea typeface="Arial Unicode MS" pitchFamily="34" charset="-128"/>
                <a:cs typeface="Calibri" panose="020F0502020204030204" pitchFamily="34" charset="0"/>
              </a:rPr>
              <a:t>Metronom</a:t>
            </a:r>
            <a:r>
              <a:rPr lang="en-US" sz="1000" b="1" kern="0" dirty="0">
                <a:solidFill>
                  <a:schemeClr val="tx2"/>
                </a:solidFill>
                <a:latin typeface="Calibri" panose="020F0502020204030204" pitchFamily="34" charset="0"/>
                <a:ea typeface="Arial Unicode MS" pitchFamily="34" charset="-128"/>
                <a:cs typeface="Calibri" panose="020F0502020204030204" pitchFamily="34" charset="0"/>
              </a:rPr>
              <a:t> </a:t>
            </a:r>
            <a:r>
              <a:rPr lang="en-US" sz="1000" kern="0" dirty="0">
                <a:solidFill>
                  <a:schemeClr val="tx2"/>
                </a:solidFill>
                <a:latin typeface="Calibri" panose="020F0502020204030204" pitchFamily="34" charset="0"/>
                <a:ea typeface="Arial Unicode MS" pitchFamily="34" charset="-128"/>
                <a:cs typeface="Calibri" panose="020F0502020204030204" pitchFamily="34" charset="0"/>
              </a:rPr>
              <a:t>(29.3 K SM) 1,765 HC</a:t>
            </a:r>
            <a:endParaRPr lang="en-US"/>
          </a:p>
        </p:txBody>
      </p:sp>
      <p:sp>
        <p:nvSpPr>
          <p:cNvPr id="18" name="Rectangle 17">
            <a:extLst>
              <a:ext uri="{FF2B5EF4-FFF2-40B4-BE49-F238E27FC236}">
                <a16:creationId xmlns:a16="http://schemas.microsoft.com/office/drawing/2014/main" id="{3913D5F0-0682-4292-B777-5414200EEB63}"/>
              </a:ext>
            </a:extLst>
          </p:cNvPr>
          <p:cNvSpPr/>
          <p:nvPr/>
        </p:nvSpPr>
        <p:spPr bwMode="gray">
          <a:xfrm>
            <a:off x="8970175" y="6331073"/>
            <a:ext cx="1159838" cy="153888"/>
          </a:xfrm>
          <a:prstGeom prst="rect">
            <a:avLst/>
          </a:prstGeom>
          <a:noFill/>
          <a:ln w="6350" algn="ctr">
            <a:noFill/>
            <a:miter lim="800000"/>
            <a:headEnd/>
            <a:tailEnd/>
          </a:ln>
        </p:spPr>
        <p:txBody>
          <a:bodyPr lIns="0" tIns="0" rIns="0" bIns="0" rtlCol="0" anchor="ctr">
            <a:noAutofit/>
          </a:bodyPr>
          <a:lstStyle/>
          <a:p>
            <a:pPr marL="0" marR="0" lvl="0" indent="0" algn="r" defTabSz="914400" rtl="0" eaLnBrk="1" fontAlgn="base" latinLnBrk="0" hangingPunct="1">
              <a:lnSpc>
                <a:spcPct val="100000"/>
              </a:lnSpc>
              <a:spcBef>
                <a:spcPct val="50000"/>
              </a:spcBef>
              <a:spcAft>
                <a:spcPct val="0"/>
              </a:spcAft>
              <a:buClr>
                <a:srgbClr val="F0AB00"/>
              </a:buClr>
              <a:buSzPct val="80000"/>
              <a:buFontTx/>
              <a:buNone/>
              <a:tabLst/>
              <a:defRPr/>
            </a:pPr>
            <a:r>
              <a:rPr lang="en-US" sz="1000" kern="0" dirty="0">
                <a:solidFill>
                  <a:schemeClr val="tx2"/>
                </a:solidFill>
                <a:latin typeface="Calibri" panose="020F0502020204030204" pitchFamily="34" charset="0"/>
                <a:ea typeface="Arial Unicode MS" pitchFamily="34" charset="-128"/>
                <a:cs typeface="Calibri" panose="020F0502020204030204" pitchFamily="34" charset="0"/>
              </a:rPr>
              <a:t>Expire 9/30/2026</a:t>
            </a:r>
            <a:endParaRPr kumimoji="0" lang="en-US" sz="1000" b="0" i="0" u="none" strike="noStrike" kern="0" cap="none" spc="0" normalizeH="0" baseline="0" noProof="0" dirty="0">
              <a:ln>
                <a:noFill/>
              </a:ln>
              <a:solidFill>
                <a:schemeClr val="tx2"/>
              </a:solidFill>
              <a:effectLst/>
              <a:uLnTx/>
              <a:uFillTx/>
              <a:latin typeface="Calibri" panose="020F0502020204030204" pitchFamily="34" charset="0"/>
              <a:ea typeface="Arial Unicode MS" pitchFamily="34" charset="-128"/>
              <a:cs typeface="Calibri" panose="020F0502020204030204" pitchFamily="34" charset="0"/>
            </a:endParaRPr>
          </a:p>
        </p:txBody>
      </p:sp>
      <p:sp>
        <p:nvSpPr>
          <p:cNvPr id="19" name="Rectangle 18">
            <a:extLst>
              <a:ext uri="{FF2B5EF4-FFF2-40B4-BE49-F238E27FC236}">
                <a16:creationId xmlns:a16="http://schemas.microsoft.com/office/drawing/2014/main" id="{55EFA669-E7DC-48F7-8AD5-EE3C3B35F93E}"/>
              </a:ext>
            </a:extLst>
          </p:cNvPr>
          <p:cNvSpPr/>
          <p:nvPr/>
        </p:nvSpPr>
        <p:spPr bwMode="gray">
          <a:xfrm>
            <a:off x="4796675" y="6300327"/>
            <a:ext cx="1480300" cy="230681"/>
          </a:xfrm>
          <a:prstGeom prst="rect">
            <a:avLst/>
          </a:prstGeom>
          <a:ln>
            <a:noFill/>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L="0" marR="0" lvl="0" indent="0" defTabSz="914400" rtl="0" eaLnBrk="1" fontAlgn="base" latinLnBrk="0" hangingPunct="1">
              <a:lnSpc>
                <a:spcPct val="85000"/>
              </a:lnSpc>
              <a:spcBef>
                <a:spcPct val="50000"/>
              </a:spcBef>
              <a:spcAft>
                <a:spcPct val="0"/>
              </a:spcAft>
              <a:buClr>
                <a:srgbClr val="F0AB00"/>
              </a:buClr>
              <a:buSzPct val="80000"/>
              <a:buFontTx/>
              <a:buNone/>
              <a:tabLst/>
              <a:defRPr/>
            </a:pPr>
            <a:r>
              <a:rPr kumimoji="0" lang="en-US" sz="900" b="0" i="0" u="none" strike="noStrike" kern="0" cap="none" spc="0" normalizeH="0" baseline="0" noProof="0" dirty="0">
                <a:ln>
                  <a:noFill/>
                </a:ln>
                <a:solidFill>
                  <a:schemeClr val="tx2"/>
                </a:solidFill>
                <a:effectLst/>
                <a:uLnTx/>
                <a:uFillTx/>
                <a:latin typeface="Calibri" panose="020F0502020204030204" pitchFamily="34" charset="0"/>
                <a:ea typeface="Arial Unicode MS" pitchFamily="34" charset="-128"/>
                <a:cs typeface="Calibri" panose="020F0502020204030204" pitchFamily="34" charset="0"/>
              </a:rPr>
              <a:t>Consolidation Completed from 3/1/2023</a:t>
            </a:r>
            <a:endParaRPr lang="en-US"/>
          </a:p>
        </p:txBody>
      </p:sp>
      <p:sp>
        <p:nvSpPr>
          <p:cNvPr id="20" name="Arrow: Pentagon 23">
            <a:extLst>
              <a:ext uri="{FF2B5EF4-FFF2-40B4-BE49-F238E27FC236}">
                <a16:creationId xmlns:a16="http://schemas.microsoft.com/office/drawing/2014/main" id="{8506232D-92E7-4181-93E7-69BF1B02D8B8}"/>
              </a:ext>
            </a:extLst>
          </p:cNvPr>
          <p:cNvSpPr/>
          <p:nvPr/>
        </p:nvSpPr>
        <p:spPr bwMode="gray">
          <a:xfrm>
            <a:off x="10200968" y="6273469"/>
            <a:ext cx="1340157" cy="284400"/>
          </a:xfrm>
          <a:prstGeom prst="chevron">
            <a:avLst/>
          </a:prstGeom>
          <a:solidFill>
            <a:schemeClr val="accent2"/>
          </a:solidFill>
          <a:ln w="6350" algn="ctr">
            <a:noFill/>
            <a:miter lim="800000"/>
            <a:headEnd/>
            <a:tailEnd/>
          </a:ln>
        </p:spPr>
        <p:txBody>
          <a:bodyPr lIns="45720" tIns="72000" rIns="45720" bIns="72000" rtlCol="0" anchor="ctr" anchorCtr="0"/>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0" cap="none" spc="0" normalizeH="0" baseline="0" noProof="0" dirty="0">
                <a:ln>
                  <a:noFill/>
                </a:ln>
                <a:solidFill>
                  <a:schemeClr val="bg1"/>
                </a:solidFill>
                <a:effectLst/>
                <a:uLnTx/>
                <a:uFillTx/>
                <a:latin typeface="Calibri" panose="020F0502020204030204" pitchFamily="34" charset="0"/>
                <a:ea typeface="Arial Unicode MS" pitchFamily="34" charset="-128"/>
                <a:cs typeface="Calibri" panose="020F0502020204030204" pitchFamily="34" charset="0"/>
              </a:rPr>
              <a:t>Renew Right-size / New site</a:t>
            </a:r>
            <a:endParaRPr lang="en-US"/>
          </a:p>
        </p:txBody>
      </p:sp>
      <p:sp>
        <p:nvSpPr>
          <p:cNvPr id="25" name="TextBox 17">
            <a:extLst>
              <a:ext uri="{FF2B5EF4-FFF2-40B4-BE49-F238E27FC236}">
                <a16:creationId xmlns:a16="http://schemas.microsoft.com/office/drawing/2014/main" id="{C983337F-407D-4657-974D-CE3DFE42B39A}"/>
              </a:ext>
            </a:extLst>
          </p:cNvPr>
          <p:cNvSpPr txBox="1"/>
          <p:nvPr/>
        </p:nvSpPr>
        <p:spPr>
          <a:xfrm>
            <a:off x="6803180" y="1742617"/>
            <a:ext cx="1060660" cy="307777"/>
          </a:xfrm>
          <a:prstGeom prst="rect">
            <a:avLst/>
          </a:prstGeom>
          <a:noFill/>
        </p:spPr>
        <p:txBody>
          <a:bodyPr wrap="square" lIns="0" tIns="0" rIns="0" bIns="0" rtlCol="0">
            <a:spAutoFit/>
          </a:bodyPr>
          <a:lstStyle/>
          <a:p>
            <a:pPr algn="ctr" defTabSz="493445">
              <a:defRPr/>
            </a:pPr>
            <a:r>
              <a:rPr lang="en-US" sz="1000" dirty="0">
                <a:solidFill>
                  <a:srgbClr val="595859"/>
                </a:solidFill>
                <a:ea typeface="Open Sans" charset="0"/>
                <a:cs typeface="Open Sans" charset="0"/>
              </a:rPr>
              <a:t>Market Rent </a:t>
            </a:r>
            <a:endParaRPr lang="en-US"/>
          </a:p>
          <a:p>
            <a:pPr algn="ctr" defTabSz="986894">
              <a:defRPr/>
            </a:pPr>
            <a:r>
              <a:rPr lang="en-US" sz="1000" b="1" dirty="0">
                <a:solidFill>
                  <a:schemeClr val="tx2"/>
                </a:solidFill>
                <a:ea typeface="Open Sans" charset="0"/>
                <a:cs typeface="Open Sans" charset="0"/>
              </a:rPr>
              <a:t>XX – XXX €</a:t>
            </a:r>
            <a:endParaRPr lang="en-US"/>
          </a:p>
        </p:txBody>
      </p:sp>
      <p:sp>
        <p:nvSpPr>
          <p:cNvPr id="26" name="TextBox 22">
            <a:extLst>
              <a:ext uri="{FF2B5EF4-FFF2-40B4-BE49-F238E27FC236}">
                <a16:creationId xmlns:a16="http://schemas.microsoft.com/office/drawing/2014/main" id="{5C268A43-448D-4D78-9E74-0E50C6802A60}"/>
              </a:ext>
            </a:extLst>
          </p:cNvPr>
          <p:cNvSpPr txBox="1"/>
          <p:nvPr/>
        </p:nvSpPr>
        <p:spPr>
          <a:xfrm>
            <a:off x="8024336" y="1742617"/>
            <a:ext cx="1152240" cy="307777"/>
          </a:xfrm>
          <a:prstGeom prst="rect">
            <a:avLst/>
          </a:prstGeom>
          <a:noFill/>
        </p:spPr>
        <p:txBody>
          <a:bodyPr wrap="square" lIns="0" tIns="0" rIns="0" bIns="0" rtlCol="0">
            <a:spAutoFit/>
          </a:bodyPr>
          <a:lstStyle/>
          <a:p>
            <a:pPr algn="ctr" defTabSz="493445">
              <a:defRPr/>
            </a:pPr>
            <a:r>
              <a:rPr lang="en-US" sz="1000" dirty="0">
                <a:solidFill>
                  <a:srgbClr val="595859"/>
                </a:solidFill>
                <a:ea typeface="Open Sans" charset="0"/>
                <a:cs typeface="Open Sans" charset="0"/>
              </a:rPr>
              <a:t>ERV (combined)</a:t>
            </a:r>
            <a:endParaRPr lang="en-US"/>
          </a:p>
          <a:p>
            <a:pPr algn="ctr" defTabSz="986894">
              <a:defRPr/>
            </a:pPr>
            <a:r>
              <a:rPr lang="en-US" sz="1000" b="1" dirty="0">
                <a:solidFill>
                  <a:schemeClr val="tx2"/>
                </a:solidFill>
                <a:ea typeface="Open Sans" charset="0"/>
                <a:cs typeface="Open Sans" charset="0"/>
              </a:rPr>
              <a:t>-6.25 %</a:t>
            </a:r>
            <a:endParaRPr lang="en-US"/>
          </a:p>
        </p:txBody>
      </p:sp>
      <p:grpSp>
        <p:nvGrpSpPr>
          <p:cNvPr id="81" name="Graphic 23">
            <a:extLst>
              <a:ext uri="{FF2B5EF4-FFF2-40B4-BE49-F238E27FC236}">
                <a16:creationId xmlns:a16="http://schemas.microsoft.com/office/drawing/2014/main" id="{1884D30E-027E-4EFE-826F-CD7CAC956F5F}"/>
              </a:ext>
            </a:extLst>
          </p:cNvPr>
          <p:cNvGrpSpPr/>
          <p:nvPr/>
        </p:nvGrpSpPr>
        <p:grpSpPr>
          <a:xfrm>
            <a:off x="10762340" y="958209"/>
            <a:ext cx="498297" cy="580648"/>
            <a:chOff x="10762340" y="958209"/>
            <a:chExt cx="498297" cy="580648"/>
          </a:xfrm>
          <a:noFill/>
        </p:grpSpPr>
        <p:sp>
          <p:nvSpPr>
            <p:cNvPr id="82" name="Forme libre : forme 81">
              <a:extLst>
                <a:ext uri="{FF2B5EF4-FFF2-40B4-BE49-F238E27FC236}">
                  <a16:creationId xmlns:a16="http://schemas.microsoft.com/office/drawing/2014/main" id="{EAA0B794-F7DA-4D8C-8E26-80590417E78E}"/>
                </a:ext>
              </a:extLst>
            </p:cNvPr>
            <p:cNvSpPr/>
            <p:nvPr/>
          </p:nvSpPr>
          <p:spPr>
            <a:xfrm>
              <a:off x="10872949" y="1381435"/>
              <a:ext cx="40978" cy="6556"/>
            </a:xfrm>
            <a:custGeom>
              <a:avLst/>
              <a:gdLst>
                <a:gd name="connsiteX0" fmla="*/ 0 w 40978"/>
                <a:gd name="connsiteY0" fmla="*/ 0 h 6556"/>
                <a:gd name="connsiteX1" fmla="*/ 40978 w 40978"/>
                <a:gd name="connsiteY1" fmla="*/ 0 h 6556"/>
              </a:gdLst>
              <a:ahLst/>
              <a:cxnLst>
                <a:cxn ang="0">
                  <a:pos x="connsiteX0" y="connsiteY0"/>
                </a:cxn>
                <a:cxn ang="0">
                  <a:pos x="connsiteX1" y="connsiteY1"/>
                </a:cxn>
              </a:cxnLst>
              <a:rect l="l" t="t" r="r" b="b"/>
              <a:pathLst>
                <a:path w="40978" h="6556">
                  <a:moveTo>
                    <a:pt x="0" y="0"/>
                  </a:moveTo>
                  <a:lnTo>
                    <a:pt x="40978" y="0"/>
                  </a:lnTo>
                </a:path>
              </a:pathLst>
            </a:custGeom>
            <a:ln w="15875" cap="flat">
              <a:solidFill>
                <a:srgbClr val="002C8C"/>
              </a:solidFill>
              <a:prstDash val="solid"/>
              <a:miter/>
            </a:ln>
          </p:spPr>
          <p:txBody>
            <a:bodyPr rtlCol="0" anchor="ctr"/>
            <a:lstStyle/>
            <a:p>
              <a:endParaRPr lang="en-US"/>
            </a:p>
          </p:txBody>
        </p:sp>
        <p:sp>
          <p:nvSpPr>
            <p:cNvPr id="83" name="Forme libre : forme 82">
              <a:extLst>
                <a:ext uri="{FF2B5EF4-FFF2-40B4-BE49-F238E27FC236}">
                  <a16:creationId xmlns:a16="http://schemas.microsoft.com/office/drawing/2014/main" id="{7ABDE424-A430-4AA1-B554-F24EA258E857}"/>
                </a:ext>
              </a:extLst>
            </p:cNvPr>
            <p:cNvSpPr/>
            <p:nvPr/>
          </p:nvSpPr>
          <p:spPr>
            <a:xfrm>
              <a:off x="10872949" y="1264466"/>
              <a:ext cx="40978" cy="6556"/>
            </a:xfrm>
            <a:custGeom>
              <a:avLst/>
              <a:gdLst>
                <a:gd name="connsiteX0" fmla="*/ 0 w 40978"/>
                <a:gd name="connsiteY0" fmla="*/ 0 h 6556"/>
                <a:gd name="connsiteX1" fmla="*/ 40978 w 40978"/>
                <a:gd name="connsiteY1" fmla="*/ 0 h 6556"/>
              </a:gdLst>
              <a:ahLst/>
              <a:cxnLst>
                <a:cxn ang="0">
                  <a:pos x="connsiteX0" y="connsiteY0"/>
                </a:cxn>
                <a:cxn ang="0">
                  <a:pos x="connsiteX1" y="connsiteY1"/>
                </a:cxn>
              </a:cxnLst>
              <a:rect l="l" t="t" r="r" b="b"/>
              <a:pathLst>
                <a:path w="40978" h="6556">
                  <a:moveTo>
                    <a:pt x="0" y="0"/>
                  </a:moveTo>
                  <a:lnTo>
                    <a:pt x="40978" y="0"/>
                  </a:lnTo>
                </a:path>
              </a:pathLst>
            </a:custGeom>
            <a:ln w="15875" cap="flat">
              <a:solidFill>
                <a:srgbClr val="002C8C"/>
              </a:solidFill>
              <a:prstDash val="solid"/>
              <a:miter/>
            </a:ln>
          </p:spPr>
          <p:txBody>
            <a:bodyPr rtlCol="0" anchor="ctr"/>
            <a:lstStyle/>
            <a:p>
              <a:endParaRPr lang="en-US"/>
            </a:p>
          </p:txBody>
        </p:sp>
        <p:sp>
          <p:nvSpPr>
            <p:cNvPr id="84" name="Forme libre : forme 83">
              <a:extLst>
                <a:ext uri="{FF2B5EF4-FFF2-40B4-BE49-F238E27FC236}">
                  <a16:creationId xmlns:a16="http://schemas.microsoft.com/office/drawing/2014/main" id="{C40F4BEF-75D0-4DC8-94A2-2CC022FFBFA8}"/>
                </a:ext>
              </a:extLst>
            </p:cNvPr>
            <p:cNvSpPr/>
            <p:nvPr/>
          </p:nvSpPr>
          <p:spPr>
            <a:xfrm>
              <a:off x="10978444" y="1186246"/>
              <a:ext cx="105822" cy="6556"/>
            </a:xfrm>
            <a:custGeom>
              <a:avLst/>
              <a:gdLst>
                <a:gd name="connsiteX0" fmla="*/ 0 w 105822"/>
                <a:gd name="connsiteY0" fmla="*/ 0 h 6556"/>
                <a:gd name="connsiteX1" fmla="*/ 105823 w 105822"/>
                <a:gd name="connsiteY1" fmla="*/ 0 h 6556"/>
              </a:gdLst>
              <a:ahLst/>
              <a:cxnLst>
                <a:cxn ang="0">
                  <a:pos x="connsiteX0" y="connsiteY0"/>
                </a:cxn>
                <a:cxn ang="0">
                  <a:pos x="connsiteX1" y="connsiteY1"/>
                </a:cxn>
              </a:cxnLst>
              <a:rect l="l" t="t" r="r" b="b"/>
              <a:pathLst>
                <a:path w="105822" h="6556">
                  <a:moveTo>
                    <a:pt x="0" y="0"/>
                  </a:moveTo>
                  <a:lnTo>
                    <a:pt x="105823" y="0"/>
                  </a:lnTo>
                </a:path>
              </a:pathLst>
            </a:custGeom>
            <a:ln w="15875" cap="flat">
              <a:solidFill>
                <a:srgbClr val="002C8C"/>
              </a:solidFill>
              <a:prstDash val="solid"/>
              <a:miter/>
            </a:ln>
          </p:spPr>
          <p:txBody>
            <a:bodyPr rtlCol="0" anchor="ctr"/>
            <a:lstStyle/>
            <a:p>
              <a:endParaRPr lang="en-US"/>
            </a:p>
          </p:txBody>
        </p:sp>
        <p:sp>
          <p:nvSpPr>
            <p:cNvPr id="85" name="Forme libre : forme 84">
              <a:extLst>
                <a:ext uri="{FF2B5EF4-FFF2-40B4-BE49-F238E27FC236}">
                  <a16:creationId xmlns:a16="http://schemas.microsoft.com/office/drawing/2014/main" id="{02CB3B58-30AF-47DC-A66D-8A3362F0A389}"/>
                </a:ext>
              </a:extLst>
            </p:cNvPr>
            <p:cNvSpPr/>
            <p:nvPr/>
          </p:nvSpPr>
          <p:spPr>
            <a:xfrm>
              <a:off x="10978444" y="1242239"/>
              <a:ext cx="105822" cy="6556"/>
            </a:xfrm>
            <a:custGeom>
              <a:avLst/>
              <a:gdLst>
                <a:gd name="connsiteX0" fmla="*/ 0 w 105822"/>
                <a:gd name="connsiteY0" fmla="*/ 0 h 6556"/>
                <a:gd name="connsiteX1" fmla="*/ 105823 w 105822"/>
                <a:gd name="connsiteY1" fmla="*/ 0 h 6556"/>
              </a:gdLst>
              <a:ahLst/>
              <a:cxnLst>
                <a:cxn ang="0">
                  <a:pos x="connsiteX0" y="connsiteY0"/>
                </a:cxn>
                <a:cxn ang="0">
                  <a:pos x="connsiteX1" y="connsiteY1"/>
                </a:cxn>
              </a:cxnLst>
              <a:rect l="l" t="t" r="r" b="b"/>
              <a:pathLst>
                <a:path w="105822" h="6556">
                  <a:moveTo>
                    <a:pt x="0" y="0"/>
                  </a:moveTo>
                  <a:lnTo>
                    <a:pt x="105823" y="0"/>
                  </a:lnTo>
                </a:path>
              </a:pathLst>
            </a:custGeom>
            <a:ln w="15875" cap="flat">
              <a:solidFill>
                <a:srgbClr val="002C8C"/>
              </a:solidFill>
              <a:prstDash val="solid"/>
              <a:miter/>
            </a:ln>
          </p:spPr>
          <p:txBody>
            <a:bodyPr rtlCol="0" anchor="ctr"/>
            <a:lstStyle/>
            <a:p>
              <a:endParaRPr lang="en-US"/>
            </a:p>
          </p:txBody>
        </p:sp>
        <p:sp>
          <p:nvSpPr>
            <p:cNvPr id="86" name="Forme libre : forme 85">
              <a:extLst>
                <a:ext uri="{FF2B5EF4-FFF2-40B4-BE49-F238E27FC236}">
                  <a16:creationId xmlns:a16="http://schemas.microsoft.com/office/drawing/2014/main" id="{4ACBE309-5EB6-48FF-9FE3-644411021EEB}"/>
                </a:ext>
              </a:extLst>
            </p:cNvPr>
            <p:cNvSpPr/>
            <p:nvPr/>
          </p:nvSpPr>
          <p:spPr>
            <a:xfrm>
              <a:off x="10978444" y="1327343"/>
              <a:ext cx="105822" cy="6556"/>
            </a:xfrm>
            <a:custGeom>
              <a:avLst/>
              <a:gdLst>
                <a:gd name="connsiteX0" fmla="*/ 0 w 105822"/>
                <a:gd name="connsiteY0" fmla="*/ 0 h 6556"/>
                <a:gd name="connsiteX1" fmla="*/ 105823 w 105822"/>
                <a:gd name="connsiteY1" fmla="*/ 0 h 6556"/>
              </a:gdLst>
              <a:ahLst/>
              <a:cxnLst>
                <a:cxn ang="0">
                  <a:pos x="connsiteX0" y="connsiteY0"/>
                </a:cxn>
                <a:cxn ang="0">
                  <a:pos x="connsiteX1" y="connsiteY1"/>
                </a:cxn>
              </a:cxnLst>
              <a:rect l="l" t="t" r="r" b="b"/>
              <a:pathLst>
                <a:path w="105822" h="6556">
                  <a:moveTo>
                    <a:pt x="0" y="0"/>
                  </a:moveTo>
                  <a:lnTo>
                    <a:pt x="105823" y="0"/>
                  </a:lnTo>
                </a:path>
              </a:pathLst>
            </a:custGeom>
            <a:ln w="15875" cap="flat">
              <a:solidFill>
                <a:srgbClr val="002C8C"/>
              </a:solidFill>
              <a:prstDash val="solid"/>
              <a:miter/>
            </a:ln>
          </p:spPr>
          <p:txBody>
            <a:bodyPr rtlCol="0" anchor="ctr"/>
            <a:lstStyle/>
            <a:p>
              <a:endParaRPr lang="en-US"/>
            </a:p>
          </p:txBody>
        </p:sp>
        <p:sp>
          <p:nvSpPr>
            <p:cNvPr id="87" name="Forme libre : forme 86">
              <a:extLst>
                <a:ext uri="{FF2B5EF4-FFF2-40B4-BE49-F238E27FC236}">
                  <a16:creationId xmlns:a16="http://schemas.microsoft.com/office/drawing/2014/main" id="{FDCC330B-2A78-4EB2-B26A-FAE69F9B4F15}"/>
                </a:ext>
              </a:extLst>
            </p:cNvPr>
            <p:cNvSpPr/>
            <p:nvPr/>
          </p:nvSpPr>
          <p:spPr>
            <a:xfrm>
              <a:off x="10977985" y="1383336"/>
              <a:ext cx="105822" cy="6556"/>
            </a:xfrm>
            <a:custGeom>
              <a:avLst/>
              <a:gdLst>
                <a:gd name="connsiteX0" fmla="*/ 0 w 105822"/>
                <a:gd name="connsiteY0" fmla="*/ 0 h 6556"/>
                <a:gd name="connsiteX1" fmla="*/ 105823 w 105822"/>
                <a:gd name="connsiteY1" fmla="*/ 0 h 6556"/>
              </a:gdLst>
              <a:ahLst/>
              <a:cxnLst>
                <a:cxn ang="0">
                  <a:pos x="connsiteX0" y="connsiteY0"/>
                </a:cxn>
                <a:cxn ang="0">
                  <a:pos x="connsiteX1" y="connsiteY1"/>
                </a:cxn>
              </a:cxnLst>
              <a:rect l="l" t="t" r="r" b="b"/>
              <a:pathLst>
                <a:path w="105822" h="6556">
                  <a:moveTo>
                    <a:pt x="0" y="0"/>
                  </a:moveTo>
                  <a:lnTo>
                    <a:pt x="105823" y="0"/>
                  </a:lnTo>
                </a:path>
              </a:pathLst>
            </a:custGeom>
            <a:ln w="15875" cap="flat">
              <a:solidFill>
                <a:srgbClr val="002C8C"/>
              </a:solidFill>
              <a:prstDash val="solid"/>
              <a:miter/>
            </a:ln>
          </p:spPr>
          <p:txBody>
            <a:bodyPr rtlCol="0" anchor="ctr"/>
            <a:lstStyle/>
            <a:p>
              <a:endParaRPr lang="en-US"/>
            </a:p>
          </p:txBody>
        </p:sp>
        <p:sp>
          <p:nvSpPr>
            <p:cNvPr id="88" name="Forme libre : forme 87">
              <a:extLst>
                <a:ext uri="{FF2B5EF4-FFF2-40B4-BE49-F238E27FC236}">
                  <a16:creationId xmlns:a16="http://schemas.microsoft.com/office/drawing/2014/main" id="{910A6AE7-98D6-43C1-8081-205327603B27}"/>
                </a:ext>
              </a:extLst>
            </p:cNvPr>
            <p:cNvSpPr/>
            <p:nvPr/>
          </p:nvSpPr>
          <p:spPr>
            <a:xfrm>
              <a:off x="10762340" y="993025"/>
              <a:ext cx="174469" cy="537964"/>
            </a:xfrm>
            <a:custGeom>
              <a:avLst/>
              <a:gdLst>
                <a:gd name="connsiteX0" fmla="*/ 174470 w 174469"/>
                <a:gd name="connsiteY0" fmla="*/ 0 h 537964"/>
                <a:gd name="connsiteX1" fmla="*/ 0 w 174469"/>
                <a:gd name="connsiteY1" fmla="*/ 92120 h 537964"/>
                <a:gd name="connsiteX2" fmla="*/ 0 w 174469"/>
                <a:gd name="connsiteY2" fmla="*/ 537965 h 537964"/>
                <a:gd name="connsiteX3" fmla="*/ 174470 w 174469"/>
                <a:gd name="connsiteY3" fmla="*/ 537965 h 537964"/>
              </a:gdLst>
              <a:ahLst/>
              <a:cxnLst>
                <a:cxn ang="0">
                  <a:pos x="connsiteX0" y="connsiteY0"/>
                </a:cxn>
                <a:cxn ang="0">
                  <a:pos x="connsiteX1" y="connsiteY1"/>
                </a:cxn>
                <a:cxn ang="0">
                  <a:pos x="connsiteX2" y="connsiteY2"/>
                </a:cxn>
                <a:cxn ang="0">
                  <a:pos x="connsiteX3" y="connsiteY3"/>
                </a:cxn>
              </a:cxnLst>
              <a:rect l="l" t="t" r="r" b="b"/>
              <a:pathLst>
                <a:path w="174469" h="537964">
                  <a:moveTo>
                    <a:pt x="174470" y="0"/>
                  </a:moveTo>
                  <a:lnTo>
                    <a:pt x="0" y="92120"/>
                  </a:lnTo>
                  <a:lnTo>
                    <a:pt x="0" y="537965"/>
                  </a:lnTo>
                  <a:lnTo>
                    <a:pt x="174470" y="537965"/>
                  </a:lnTo>
                  <a:close/>
                </a:path>
              </a:pathLst>
            </a:custGeom>
            <a:noFill/>
            <a:ln w="15875" cap="flat">
              <a:solidFill>
                <a:srgbClr val="002C8C"/>
              </a:solidFill>
              <a:prstDash val="solid"/>
              <a:miter/>
            </a:ln>
          </p:spPr>
          <p:txBody>
            <a:bodyPr rtlCol="0" anchor="ctr"/>
            <a:lstStyle/>
            <a:p>
              <a:endParaRPr lang="en-US"/>
            </a:p>
          </p:txBody>
        </p:sp>
        <p:sp>
          <p:nvSpPr>
            <p:cNvPr id="89" name="Forme libre : forme 88">
              <a:extLst>
                <a:ext uri="{FF2B5EF4-FFF2-40B4-BE49-F238E27FC236}">
                  <a16:creationId xmlns:a16="http://schemas.microsoft.com/office/drawing/2014/main" id="{87C1F49E-717D-4966-BA12-25FAD4665B03}"/>
                </a:ext>
              </a:extLst>
            </p:cNvPr>
            <p:cNvSpPr/>
            <p:nvPr/>
          </p:nvSpPr>
          <p:spPr>
            <a:xfrm>
              <a:off x="11037715" y="958209"/>
              <a:ext cx="6556" cy="100577"/>
            </a:xfrm>
            <a:custGeom>
              <a:avLst/>
              <a:gdLst>
                <a:gd name="connsiteX0" fmla="*/ 0 w 6556"/>
                <a:gd name="connsiteY0" fmla="*/ 100577 h 100577"/>
                <a:gd name="connsiteX1" fmla="*/ 0 w 6556"/>
                <a:gd name="connsiteY1" fmla="*/ 0 h 100577"/>
              </a:gdLst>
              <a:ahLst/>
              <a:cxnLst>
                <a:cxn ang="0">
                  <a:pos x="connsiteX0" y="connsiteY0"/>
                </a:cxn>
                <a:cxn ang="0">
                  <a:pos x="connsiteX1" y="connsiteY1"/>
                </a:cxn>
              </a:cxnLst>
              <a:rect l="l" t="t" r="r" b="b"/>
              <a:pathLst>
                <a:path w="6556" h="100577">
                  <a:moveTo>
                    <a:pt x="0" y="100577"/>
                  </a:moveTo>
                  <a:lnTo>
                    <a:pt x="0" y="0"/>
                  </a:lnTo>
                </a:path>
              </a:pathLst>
            </a:custGeom>
            <a:noFill/>
            <a:ln w="15875" cap="flat">
              <a:solidFill>
                <a:srgbClr val="002C8C"/>
              </a:solidFill>
              <a:prstDash val="solid"/>
              <a:miter/>
            </a:ln>
          </p:spPr>
          <p:txBody>
            <a:bodyPr rtlCol="0" anchor="ctr"/>
            <a:lstStyle/>
            <a:p>
              <a:endParaRPr lang="en-US"/>
            </a:p>
          </p:txBody>
        </p:sp>
        <p:sp>
          <p:nvSpPr>
            <p:cNvPr id="90" name="Forme libre : forme 89">
              <a:extLst>
                <a:ext uri="{FF2B5EF4-FFF2-40B4-BE49-F238E27FC236}">
                  <a16:creationId xmlns:a16="http://schemas.microsoft.com/office/drawing/2014/main" id="{8C323BBE-3C6D-41DE-87AC-C547EFB6DF02}"/>
                </a:ext>
              </a:extLst>
            </p:cNvPr>
            <p:cNvSpPr/>
            <p:nvPr/>
          </p:nvSpPr>
          <p:spPr>
            <a:xfrm>
              <a:off x="10939629" y="1058787"/>
              <a:ext cx="196434" cy="57500"/>
            </a:xfrm>
            <a:custGeom>
              <a:avLst/>
              <a:gdLst>
                <a:gd name="connsiteX0" fmla="*/ 0 w 196434"/>
                <a:gd name="connsiteY0" fmla="*/ 0 h 57500"/>
                <a:gd name="connsiteX1" fmla="*/ 196434 w 196434"/>
                <a:gd name="connsiteY1" fmla="*/ 0 h 57500"/>
                <a:gd name="connsiteX2" fmla="*/ 196434 w 196434"/>
                <a:gd name="connsiteY2" fmla="*/ 57501 h 57500"/>
                <a:gd name="connsiteX3" fmla="*/ 0 w 196434"/>
                <a:gd name="connsiteY3" fmla="*/ 57501 h 57500"/>
              </a:gdLst>
              <a:ahLst/>
              <a:cxnLst>
                <a:cxn ang="0">
                  <a:pos x="connsiteX0" y="connsiteY0"/>
                </a:cxn>
                <a:cxn ang="0">
                  <a:pos x="connsiteX1" y="connsiteY1"/>
                </a:cxn>
                <a:cxn ang="0">
                  <a:pos x="connsiteX2" y="connsiteY2"/>
                </a:cxn>
                <a:cxn ang="0">
                  <a:pos x="connsiteX3" y="connsiteY3"/>
                </a:cxn>
              </a:cxnLst>
              <a:rect l="l" t="t" r="r" b="b"/>
              <a:pathLst>
                <a:path w="196434" h="57500">
                  <a:moveTo>
                    <a:pt x="0" y="0"/>
                  </a:moveTo>
                  <a:lnTo>
                    <a:pt x="196434" y="0"/>
                  </a:lnTo>
                  <a:lnTo>
                    <a:pt x="196434" y="57501"/>
                  </a:lnTo>
                  <a:lnTo>
                    <a:pt x="0" y="57501"/>
                  </a:lnTo>
                </a:path>
              </a:pathLst>
            </a:custGeom>
            <a:noFill/>
            <a:ln w="15875" cap="flat">
              <a:solidFill>
                <a:srgbClr val="002C8C"/>
              </a:solidFill>
              <a:prstDash val="solid"/>
              <a:miter/>
            </a:ln>
          </p:spPr>
          <p:txBody>
            <a:bodyPr rtlCol="0" anchor="ctr"/>
            <a:lstStyle/>
            <a:p>
              <a:endParaRPr lang="en-US"/>
            </a:p>
          </p:txBody>
        </p:sp>
        <p:sp>
          <p:nvSpPr>
            <p:cNvPr id="91" name="Forme libre : forme 90">
              <a:extLst>
                <a:ext uri="{FF2B5EF4-FFF2-40B4-BE49-F238E27FC236}">
                  <a16:creationId xmlns:a16="http://schemas.microsoft.com/office/drawing/2014/main" id="{43FAE9DC-A14B-4899-B192-87CDEA1CBF65}"/>
                </a:ext>
              </a:extLst>
            </p:cNvPr>
            <p:cNvSpPr/>
            <p:nvPr/>
          </p:nvSpPr>
          <p:spPr>
            <a:xfrm>
              <a:off x="11136063" y="1116288"/>
              <a:ext cx="6556" cy="422569"/>
            </a:xfrm>
            <a:custGeom>
              <a:avLst/>
              <a:gdLst>
                <a:gd name="connsiteX0" fmla="*/ 0 w 6556"/>
                <a:gd name="connsiteY0" fmla="*/ 0 h 422569"/>
                <a:gd name="connsiteX1" fmla="*/ 0 w 6556"/>
                <a:gd name="connsiteY1" fmla="*/ 422570 h 422569"/>
              </a:gdLst>
              <a:ahLst/>
              <a:cxnLst>
                <a:cxn ang="0">
                  <a:pos x="connsiteX0" y="connsiteY0"/>
                </a:cxn>
                <a:cxn ang="0">
                  <a:pos x="connsiteX1" y="connsiteY1"/>
                </a:cxn>
              </a:cxnLst>
              <a:rect l="l" t="t" r="r" b="b"/>
              <a:pathLst>
                <a:path w="6556" h="422569">
                  <a:moveTo>
                    <a:pt x="0" y="0"/>
                  </a:moveTo>
                  <a:lnTo>
                    <a:pt x="0" y="422570"/>
                  </a:lnTo>
                </a:path>
              </a:pathLst>
            </a:custGeom>
            <a:ln w="15875" cap="flat">
              <a:solidFill>
                <a:srgbClr val="002C8C"/>
              </a:solidFill>
              <a:prstDash val="solid"/>
              <a:miter/>
            </a:ln>
          </p:spPr>
          <p:txBody>
            <a:bodyPr rtlCol="0" anchor="ctr"/>
            <a:lstStyle/>
            <a:p>
              <a:endParaRPr lang="en-US"/>
            </a:p>
          </p:txBody>
        </p:sp>
        <p:sp>
          <p:nvSpPr>
            <p:cNvPr id="92" name="Forme libre : forme 91">
              <a:extLst>
                <a:ext uri="{FF2B5EF4-FFF2-40B4-BE49-F238E27FC236}">
                  <a16:creationId xmlns:a16="http://schemas.microsoft.com/office/drawing/2014/main" id="{5CB1BCD1-6FFF-4201-84B2-AD32480C2A73}"/>
                </a:ext>
              </a:extLst>
            </p:cNvPr>
            <p:cNvSpPr/>
            <p:nvPr/>
          </p:nvSpPr>
          <p:spPr>
            <a:xfrm>
              <a:off x="11136063" y="1173133"/>
              <a:ext cx="124574" cy="237740"/>
            </a:xfrm>
            <a:custGeom>
              <a:avLst/>
              <a:gdLst>
                <a:gd name="connsiteX0" fmla="*/ 0 w 124574"/>
                <a:gd name="connsiteY0" fmla="*/ 0 h 237740"/>
                <a:gd name="connsiteX1" fmla="*/ 124574 w 124574"/>
                <a:gd name="connsiteY1" fmla="*/ 0 h 237740"/>
                <a:gd name="connsiteX2" fmla="*/ 124574 w 124574"/>
                <a:gd name="connsiteY2" fmla="*/ 237741 h 237740"/>
              </a:gdLst>
              <a:ahLst/>
              <a:cxnLst>
                <a:cxn ang="0">
                  <a:pos x="connsiteX0" y="connsiteY0"/>
                </a:cxn>
                <a:cxn ang="0">
                  <a:pos x="connsiteX1" y="connsiteY1"/>
                </a:cxn>
                <a:cxn ang="0">
                  <a:pos x="connsiteX2" y="connsiteY2"/>
                </a:cxn>
              </a:cxnLst>
              <a:rect l="l" t="t" r="r" b="b"/>
              <a:pathLst>
                <a:path w="124574" h="237740">
                  <a:moveTo>
                    <a:pt x="0" y="0"/>
                  </a:moveTo>
                  <a:lnTo>
                    <a:pt x="124574" y="0"/>
                  </a:lnTo>
                  <a:lnTo>
                    <a:pt x="124574" y="237741"/>
                  </a:lnTo>
                </a:path>
              </a:pathLst>
            </a:custGeom>
            <a:noFill/>
            <a:ln w="15875" cap="flat">
              <a:solidFill>
                <a:srgbClr val="002C8C"/>
              </a:solidFill>
              <a:prstDash val="solid"/>
              <a:miter/>
            </a:ln>
          </p:spPr>
          <p:txBody>
            <a:bodyPr rtlCol="0" anchor="ctr"/>
            <a:lstStyle/>
            <a:p>
              <a:endParaRPr lang="en-US"/>
            </a:p>
          </p:txBody>
        </p:sp>
        <p:sp>
          <p:nvSpPr>
            <p:cNvPr id="93" name="Forme libre : forme 92">
              <a:extLst>
                <a:ext uri="{FF2B5EF4-FFF2-40B4-BE49-F238E27FC236}">
                  <a16:creationId xmlns:a16="http://schemas.microsoft.com/office/drawing/2014/main" id="{0C13756F-A06B-4635-9FB4-554543CF7F83}"/>
                </a:ext>
              </a:extLst>
            </p:cNvPr>
            <p:cNvSpPr/>
            <p:nvPr/>
          </p:nvSpPr>
          <p:spPr>
            <a:xfrm>
              <a:off x="10936744" y="1472702"/>
              <a:ext cx="323893" cy="58549"/>
            </a:xfrm>
            <a:custGeom>
              <a:avLst/>
              <a:gdLst>
                <a:gd name="connsiteX0" fmla="*/ 0 w 323893"/>
                <a:gd name="connsiteY0" fmla="*/ 58550 h 58549"/>
                <a:gd name="connsiteX1" fmla="*/ 323894 w 323893"/>
                <a:gd name="connsiteY1" fmla="*/ 58550 h 58549"/>
                <a:gd name="connsiteX2" fmla="*/ 323894 w 323893"/>
                <a:gd name="connsiteY2" fmla="*/ 0 h 58549"/>
              </a:gdLst>
              <a:ahLst/>
              <a:cxnLst>
                <a:cxn ang="0">
                  <a:pos x="connsiteX0" y="connsiteY0"/>
                </a:cxn>
                <a:cxn ang="0">
                  <a:pos x="connsiteX1" y="connsiteY1"/>
                </a:cxn>
                <a:cxn ang="0">
                  <a:pos x="connsiteX2" y="connsiteY2"/>
                </a:cxn>
              </a:cxnLst>
              <a:rect l="l" t="t" r="r" b="b"/>
              <a:pathLst>
                <a:path w="323893" h="58549">
                  <a:moveTo>
                    <a:pt x="0" y="58550"/>
                  </a:moveTo>
                  <a:lnTo>
                    <a:pt x="323894" y="58550"/>
                  </a:lnTo>
                  <a:lnTo>
                    <a:pt x="323894" y="0"/>
                  </a:lnTo>
                </a:path>
              </a:pathLst>
            </a:custGeom>
            <a:noFill/>
            <a:ln w="15875" cap="flat">
              <a:solidFill>
                <a:srgbClr val="002C8C"/>
              </a:solidFill>
              <a:prstDash val="solid"/>
              <a:miter/>
            </a:ln>
          </p:spPr>
          <p:txBody>
            <a:bodyPr rtlCol="0" anchor="ctr"/>
            <a:lstStyle/>
            <a:p>
              <a:endParaRPr lang="en-US"/>
            </a:p>
          </p:txBody>
        </p:sp>
        <p:sp>
          <p:nvSpPr>
            <p:cNvPr id="94" name="Forme libre : forme 93">
              <a:extLst>
                <a:ext uri="{FF2B5EF4-FFF2-40B4-BE49-F238E27FC236}">
                  <a16:creationId xmlns:a16="http://schemas.microsoft.com/office/drawing/2014/main" id="{BF6C0ABC-FF2C-4A98-BB12-DAE7E5159EF7}"/>
                </a:ext>
              </a:extLst>
            </p:cNvPr>
            <p:cNvSpPr/>
            <p:nvPr/>
          </p:nvSpPr>
          <p:spPr>
            <a:xfrm>
              <a:off x="11198351" y="1238502"/>
              <a:ext cx="6556" cy="223316"/>
            </a:xfrm>
            <a:custGeom>
              <a:avLst/>
              <a:gdLst>
                <a:gd name="connsiteX0" fmla="*/ 0 w 6556"/>
                <a:gd name="connsiteY0" fmla="*/ 0 h 223316"/>
                <a:gd name="connsiteX1" fmla="*/ 0 w 6556"/>
                <a:gd name="connsiteY1" fmla="*/ 223316 h 223316"/>
              </a:gdLst>
              <a:ahLst/>
              <a:cxnLst>
                <a:cxn ang="0">
                  <a:pos x="connsiteX0" y="connsiteY0"/>
                </a:cxn>
                <a:cxn ang="0">
                  <a:pos x="connsiteX1" y="connsiteY1"/>
                </a:cxn>
              </a:cxnLst>
              <a:rect l="l" t="t" r="r" b="b"/>
              <a:pathLst>
                <a:path w="6556" h="223316">
                  <a:moveTo>
                    <a:pt x="0" y="0"/>
                  </a:moveTo>
                  <a:lnTo>
                    <a:pt x="0" y="223316"/>
                  </a:lnTo>
                </a:path>
              </a:pathLst>
            </a:custGeom>
            <a:ln w="15875" cap="flat">
              <a:solidFill>
                <a:srgbClr val="002C8C"/>
              </a:solidFill>
              <a:custDash>
                <a:ds d="300000" sp="300000"/>
                <a:ds d="300000" sp="300000"/>
                <a:ds d="300000" sp="300000"/>
              </a:custDash>
              <a:miter/>
            </a:ln>
          </p:spPr>
          <p:txBody>
            <a:bodyPr rtlCol="0" anchor="ctr"/>
            <a:lstStyle/>
            <a:p>
              <a:endParaRPr lang="en-US"/>
            </a:p>
          </p:txBody>
        </p:sp>
      </p:grpSp>
      <p:cxnSp>
        <p:nvCxnSpPr>
          <p:cNvPr id="33" name="Straight Connector 26">
            <a:extLst>
              <a:ext uri="{FF2B5EF4-FFF2-40B4-BE49-F238E27FC236}">
                <a16:creationId xmlns:a16="http://schemas.microsoft.com/office/drawing/2014/main" id="{384D04D2-20CB-4E65-80EB-8CABD7C56EA2}"/>
              </a:ext>
            </a:extLst>
          </p:cNvPr>
          <p:cNvCxnSpPr>
            <a:cxnSpLocks/>
          </p:cNvCxnSpPr>
          <p:nvPr/>
        </p:nvCxnSpPr>
        <p:spPr>
          <a:xfrm>
            <a:off x="6803180" y="1675711"/>
            <a:ext cx="4746792"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1">
            <a:extLst>
              <a:ext uri="{FF2B5EF4-FFF2-40B4-BE49-F238E27FC236}">
                <a16:creationId xmlns:a16="http://schemas.microsoft.com/office/drawing/2014/main" id="{894F882F-FB3F-483A-8CDB-270C88D95A36}"/>
              </a:ext>
            </a:extLst>
          </p:cNvPr>
          <p:cNvSpPr txBox="1"/>
          <p:nvPr/>
        </p:nvSpPr>
        <p:spPr>
          <a:xfrm>
            <a:off x="10473008" y="1742617"/>
            <a:ext cx="1076964" cy="307777"/>
          </a:xfrm>
          <a:prstGeom prst="rect">
            <a:avLst/>
          </a:prstGeom>
          <a:noFill/>
        </p:spPr>
        <p:txBody>
          <a:bodyPr wrap="square" lIns="0" tIns="0" rIns="0" bIns="0" rtlCol="0">
            <a:spAutoFit/>
          </a:bodyPr>
          <a:lstStyle/>
          <a:p>
            <a:pPr algn="ctr" defTabSz="493445">
              <a:defRPr/>
            </a:pPr>
            <a:r>
              <a:rPr lang="en-US" sz="1000" dirty="0">
                <a:solidFill>
                  <a:srgbClr val="595859"/>
                </a:solidFill>
                <a:ea typeface="Open Sans" charset="0"/>
                <a:cs typeface="Open Sans" charset="0"/>
              </a:rPr>
              <a:t>Market strategy</a:t>
            </a:r>
            <a:endParaRPr lang="en-US"/>
          </a:p>
          <a:p>
            <a:pPr algn="ctr" defTabSz="986894">
              <a:defRPr/>
            </a:pPr>
            <a:r>
              <a:rPr lang="en-US" sz="1000" b="1" dirty="0">
                <a:solidFill>
                  <a:schemeClr val="tx2"/>
                </a:solidFill>
                <a:ea typeface="Open Sans" charset="0"/>
                <a:cs typeface="Open Sans" charset="0"/>
              </a:rPr>
              <a:t>LL friendly</a:t>
            </a:r>
            <a:endParaRPr lang="en-US"/>
          </a:p>
        </p:txBody>
      </p:sp>
      <p:sp>
        <p:nvSpPr>
          <p:cNvPr id="35" name="TextBox 32">
            <a:extLst>
              <a:ext uri="{FF2B5EF4-FFF2-40B4-BE49-F238E27FC236}">
                <a16:creationId xmlns:a16="http://schemas.microsoft.com/office/drawing/2014/main" id="{EEC3DA0E-4FBB-41D2-BC4D-7D45D5D755EA}"/>
              </a:ext>
            </a:extLst>
          </p:cNvPr>
          <p:cNvSpPr txBox="1"/>
          <p:nvPr/>
        </p:nvSpPr>
        <p:spPr>
          <a:xfrm>
            <a:off x="9404275" y="1742617"/>
            <a:ext cx="891356" cy="307777"/>
          </a:xfrm>
          <a:prstGeom prst="rect">
            <a:avLst/>
          </a:prstGeom>
          <a:noFill/>
        </p:spPr>
        <p:txBody>
          <a:bodyPr wrap="square" lIns="0" tIns="0" rIns="0" bIns="0" rtlCol="0">
            <a:spAutoFit/>
          </a:bodyPr>
          <a:lstStyle/>
          <a:p>
            <a:pPr algn="ctr" defTabSz="493445">
              <a:defRPr/>
            </a:pPr>
            <a:r>
              <a:rPr lang="en-US" sz="1000" dirty="0">
                <a:solidFill>
                  <a:srgbClr val="595859"/>
                </a:solidFill>
                <a:ea typeface="Open Sans" charset="0"/>
                <a:cs typeface="Open Sans" charset="0"/>
              </a:rPr>
              <a:t>Vacancy Rate </a:t>
            </a:r>
            <a:endParaRPr lang="en-US"/>
          </a:p>
          <a:p>
            <a:pPr algn="ctr" defTabSz="986894">
              <a:defRPr/>
            </a:pPr>
            <a:r>
              <a:rPr lang="en-US" sz="1000" b="1" dirty="0">
                <a:solidFill>
                  <a:schemeClr val="tx2"/>
                </a:solidFill>
                <a:ea typeface="Open Sans" charset="0"/>
                <a:cs typeface="Open Sans" charset="0"/>
              </a:rPr>
              <a:t>XX.X %</a:t>
            </a:r>
          </a:p>
        </p:txBody>
      </p:sp>
      <p:grpSp>
        <p:nvGrpSpPr>
          <p:cNvPr id="40" name="Graphic 34">
            <a:extLst>
              <a:ext uri="{FF2B5EF4-FFF2-40B4-BE49-F238E27FC236}">
                <a16:creationId xmlns:a16="http://schemas.microsoft.com/office/drawing/2014/main" id="{029172C8-DE65-4E71-ADDC-1D9D5F65FE09}"/>
              </a:ext>
            </a:extLst>
          </p:cNvPr>
          <p:cNvGrpSpPr/>
          <p:nvPr/>
        </p:nvGrpSpPr>
        <p:grpSpPr>
          <a:xfrm>
            <a:off x="9540772" y="1042534"/>
            <a:ext cx="629188" cy="516454"/>
            <a:chOff x="9355356" y="1042534"/>
            <a:chExt cx="629188" cy="516454"/>
          </a:xfrm>
          <a:noFill/>
        </p:grpSpPr>
        <p:sp>
          <p:nvSpPr>
            <p:cNvPr id="41" name="Forme libre : forme 40">
              <a:extLst>
                <a:ext uri="{FF2B5EF4-FFF2-40B4-BE49-F238E27FC236}">
                  <a16:creationId xmlns:a16="http://schemas.microsoft.com/office/drawing/2014/main" id="{D49555F6-F103-4084-AB2D-C30E84FB463F}"/>
                </a:ext>
              </a:extLst>
            </p:cNvPr>
            <p:cNvSpPr/>
            <p:nvPr/>
          </p:nvSpPr>
          <p:spPr>
            <a:xfrm>
              <a:off x="9439580" y="1042613"/>
              <a:ext cx="166227" cy="128012"/>
            </a:xfrm>
            <a:custGeom>
              <a:avLst/>
              <a:gdLst>
                <a:gd name="connsiteX0" fmla="*/ 8256 w 166227"/>
                <a:gd name="connsiteY0" fmla="*/ 128013 h 128012"/>
                <a:gd name="connsiteX1" fmla="*/ 0 w 166227"/>
                <a:gd name="connsiteY1" fmla="*/ 7863 h 128012"/>
                <a:gd name="connsiteX2" fmla="*/ 7863 w 166227"/>
                <a:gd name="connsiteY2" fmla="*/ 0 h 128012"/>
                <a:gd name="connsiteX3" fmla="*/ 158365 w 166227"/>
                <a:gd name="connsiteY3" fmla="*/ 0 h 128012"/>
                <a:gd name="connsiteX4" fmla="*/ 166228 w 166227"/>
                <a:gd name="connsiteY4" fmla="*/ 7863 h 128012"/>
                <a:gd name="connsiteX5" fmla="*/ 166228 w 166227"/>
                <a:gd name="connsiteY5" fmla="*/ 8414 h 128012"/>
                <a:gd name="connsiteX6" fmla="*/ 158286 w 166227"/>
                <a:gd name="connsiteY6" fmla="*/ 128013 h 128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227" h="128012">
                  <a:moveTo>
                    <a:pt x="8256" y="128013"/>
                  </a:moveTo>
                  <a:lnTo>
                    <a:pt x="0" y="7863"/>
                  </a:lnTo>
                  <a:cubicBezTo>
                    <a:pt x="0" y="3520"/>
                    <a:pt x="3520" y="0"/>
                    <a:pt x="7863" y="0"/>
                  </a:cubicBezTo>
                  <a:lnTo>
                    <a:pt x="158365" y="0"/>
                  </a:lnTo>
                  <a:cubicBezTo>
                    <a:pt x="162708" y="0"/>
                    <a:pt x="166228" y="3520"/>
                    <a:pt x="166228" y="7863"/>
                  </a:cubicBezTo>
                  <a:lnTo>
                    <a:pt x="166228" y="8414"/>
                  </a:lnTo>
                  <a:lnTo>
                    <a:pt x="158286" y="128013"/>
                  </a:lnTo>
                </a:path>
              </a:pathLst>
            </a:custGeom>
            <a:noFill/>
            <a:ln w="15875" cap="flat">
              <a:solidFill>
                <a:srgbClr val="25408F"/>
              </a:solidFill>
              <a:prstDash val="solid"/>
              <a:miter/>
            </a:ln>
          </p:spPr>
          <p:txBody>
            <a:bodyPr rtlCol="0" anchor="ctr"/>
            <a:lstStyle/>
            <a:p>
              <a:endParaRPr lang="en-US"/>
            </a:p>
          </p:txBody>
        </p:sp>
        <p:sp>
          <p:nvSpPr>
            <p:cNvPr id="42" name="Forme libre : forme 41">
              <a:extLst>
                <a:ext uri="{FF2B5EF4-FFF2-40B4-BE49-F238E27FC236}">
                  <a16:creationId xmlns:a16="http://schemas.microsoft.com/office/drawing/2014/main" id="{690B8E78-B66A-4FDB-BC1F-76A5B97824E7}"/>
                </a:ext>
              </a:extLst>
            </p:cNvPr>
            <p:cNvSpPr/>
            <p:nvPr/>
          </p:nvSpPr>
          <p:spPr>
            <a:xfrm>
              <a:off x="9734135" y="1042534"/>
              <a:ext cx="165937" cy="128091"/>
            </a:xfrm>
            <a:custGeom>
              <a:avLst/>
              <a:gdLst>
                <a:gd name="connsiteX0" fmla="*/ 7863 w 165937"/>
                <a:gd name="connsiteY0" fmla="*/ 128091 h 128091"/>
                <a:gd name="connsiteX1" fmla="*/ 0 w 165937"/>
                <a:gd name="connsiteY1" fmla="*/ 7863 h 128091"/>
                <a:gd name="connsiteX2" fmla="*/ 7863 w 165937"/>
                <a:gd name="connsiteY2" fmla="*/ 0 h 128091"/>
                <a:gd name="connsiteX3" fmla="*/ 158050 w 165937"/>
                <a:gd name="connsiteY3" fmla="*/ 0 h 128091"/>
                <a:gd name="connsiteX4" fmla="*/ 165913 w 165937"/>
                <a:gd name="connsiteY4" fmla="*/ 7863 h 128091"/>
                <a:gd name="connsiteX5" fmla="*/ 165913 w 165937"/>
                <a:gd name="connsiteY5" fmla="*/ 8414 h 128091"/>
                <a:gd name="connsiteX6" fmla="*/ 157893 w 165937"/>
                <a:gd name="connsiteY6" fmla="*/ 128091 h 12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937" h="128091">
                  <a:moveTo>
                    <a:pt x="7863" y="128091"/>
                  </a:moveTo>
                  <a:lnTo>
                    <a:pt x="0" y="7863"/>
                  </a:lnTo>
                  <a:cubicBezTo>
                    <a:pt x="0" y="3520"/>
                    <a:pt x="3520" y="0"/>
                    <a:pt x="7863" y="0"/>
                  </a:cubicBezTo>
                  <a:lnTo>
                    <a:pt x="158050" y="0"/>
                  </a:lnTo>
                  <a:cubicBezTo>
                    <a:pt x="162393" y="0"/>
                    <a:pt x="165913" y="3520"/>
                    <a:pt x="165913" y="7863"/>
                  </a:cubicBezTo>
                  <a:cubicBezTo>
                    <a:pt x="165946" y="8046"/>
                    <a:pt x="165946" y="8231"/>
                    <a:pt x="165913" y="8414"/>
                  </a:cubicBezTo>
                  <a:lnTo>
                    <a:pt x="157893" y="128091"/>
                  </a:lnTo>
                </a:path>
              </a:pathLst>
            </a:custGeom>
            <a:noFill/>
            <a:ln w="15875" cap="flat">
              <a:solidFill>
                <a:srgbClr val="25408F"/>
              </a:solidFill>
              <a:prstDash val="solid"/>
              <a:miter/>
            </a:ln>
          </p:spPr>
          <p:txBody>
            <a:bodyPr rtlCol="0" anchor="ctr"/>
            <a:lstStyle/>
            <a:p>
              <a:endParaRPr lang="en-US"/>
            </a:p>
          </p:txBody>
        </p:sp>
        <p:sp>
          <p:nvSpPr>
            <p:cNvPr id="43" name="Forme libre : forme 42">
              <a:extLst>
                <a:ext uri="{FF2B5EF4-FFF2-40B4-BE49-F238E27FC236}">
                  <a16:creationId xmlns:a16="http://schemas.microsoft.com/office/drawing/2014/main" id="{35F07603-99ED-4DEA-B97A-88F6960E9165}"/>
                </a:ext>
              </a:extLst>
            </p:cNvPr>
            <p:cNvSpPr/>
            <p:nvPr/>
          </p:nvSpPr>
          <p:spPr>
            <a:xfrm>
              <a:off x="9893994" y="1371215"/>
              <a:ext cx="52840" cy="20522"/>
            </a:xfrm>
            <a:custGeom>
              <a:avLst/>
              <a:gdLst>
                <a:gd name="connsiteX0" fmla="*/ 0 w 52840"/>
                <a:gd name="connsiteY0" fmla="*/ 20523 h 20522"/>
                <a:gd name="connsiteX1" fmla="*/ 52841 w 52840"/>
                <a:gd name="connsiteY1" fmla="*/ 20523 h 20522"/>
                <a:gd name="connsiteX2" fmla="*/ 52841 w 52840"/>
                <a:gd name="connsiteY2" fmla="*/ 0 h 20522"/>
              </a:gdLst>
              <a:ahLst/>
              <a:cxnLst>
                <a:cxn ang="0">
                  <a:pos x="connsiteX0" y="connsiteY0"/>
                </a:cxn>
                <a:cxn ang="0">
                  <a:pos x="connsiteX1" y="connsiteY1"/>
                </a:cxn>
                <a:cxn ang="0">
                  <a:pos x="connsiteX2" y="connsiteY2"/>
                </a:cxn>
              </a:cxnLst>
              <a:rect l="l" t="t" r="r" b="b"/>
              <a:pathLst>
                <a:path w="52840" h="20522">
                  <a:moveTo>
                    <a:pt x="0" y="20523"/>
                  </a:moveTo>
                  <a:lnTo>
                    <a:pt x="52841" y="20523"/>
                  </a:lnTo>
                  <a:lnTo>
                    <a:pt x="52841" y="0"/>
                  </a:lnTo>
                </a:path>
              </a:pathLst>
            </a:custGeom>
            <a:noFill/>
            <a:ln w="15875" cap="flat">
              <a:solidFill>
                <a:srgbClr val="25408F"/>
              </a:solidFill>
              <a:prstDash val="solid"/>
              <a:miter/>
            </a:ln>
          </p:spPr>
          <p:txBody>
            <a:bodyPr rtlCol="0" anchor="ctr"/>
            <a:lstStyle/>
            <a:p>
              <a:endParaRPr lang="en-US"/>
            </a:p>
          </p:txBody>
        </p:sp>
        <p:sp>
          <p:nvSpPr>
            <p:cNvPr id="44" name="Forme libre : forme 43">
              <a:extLst>
                <a:ext uri="{FF2B5EF4-FFF2-40B4-BE49-F238E27FC236}">
                  <a16:creationId xmlns:a16="http://schemas.microsoft.com/office/drawing/2014/main" id="{80599AC1-CB21-4ABF-8F26-39E519B39335}"/>
                </a:ext>
              </a:extLst>
            </p:cNvPr>
            <p:cNvSpPr/>
            <p:nvPr/>
          </p:nvSpPr>
          <p:spPr>
            <a:xfrm>
              <a:off x="9686327" y="1371215"/>
              <a:ext cx="53784" cy="20522"/>
            </a:xfrm>
            <a:custGeom>
              <a:avLst/>
              <a:gdLst>
                <a:gd name="connsiteX0" fmla="*/ 53784 w 53784"/>
                <a:gd name="connsiteY0" fmla="*/ 20523 h 20522"/>
                <a:gd name="connsiteX1" fmla="*/ 0 w 53784"/>
                <a:gd name="connsiteY1" fmla="*/ 20523 h 20522"/>
                <a:gd name="connsiteX2" fmla="*/ 0 w 53784"/>
                <a:gd name="connsiteY2" fmla="*/ 0 h 20522"/>
              </a:gdLst>
              <a:ahLst/>
              <a:cxnLst>
                <a:cxn ang="0">
                  <a:pos x="connsiteX0" y="connsiteY0"/>
                </a:cxn>
                <a:cxn ang="0">
                  <a:pos x="connsiteX1" y="connsiteY1"/>
                </a:cxn>
                <a:cxn ang="0">
                  <a:pos x="connsiteX2" y="connsiteY2"/>
                </a:cxn>
              </a:cxnLst>
              <a:rect l="l" t="t" r="r" b="b"/>
              <a:pathLst>
                <a:path w="53784" h="20522">
                  <a:moveTo>
                    <a:pt x="53784" y="20523"/>
                  </a:moveTo>
                  <a:lnTo>
                    <a:pt x="0" y="20523"/>
                  </a:lnTo>
                  <a:lnTo>
                    <a:pt x="0" y="0"/>
                  </a:lnTo>
                </a:path>
              </a:pathLst>
            </a:custGeom>
            <a:noFill/>
            <a:ln w="15875" cap="flat">
              <a:solidFill>
                <a:srgbClr val="25408F"/>
              </a:solidFill>
              <a:prstDash val="solid"/>
              <a:miter/>
            </a:ln>
          </p:spPr>
          <p:txBody>
            <a:bodyPr rtlCol="0" anchor="ctr"/>
            <a:lstStyle/>
            <a:p>
              <a:endParaRPr lang="en-US"/>
            </a:p>
          </p:txBody>
        </p:sp>
        <p:sp>
          <p:nvSpPr>
            <p:cNvPr id="45" name="Forme libre : forme 44">
              <a:extLst>
                <a:ext uri="{FF2B5EF4-FFF2-40B4-BE49-F238E27FC236}">
                  <a16:creationId xmlns:a16="http://schemas.microsoft.com/office/drawing/2014/main" id="{DADD958E-6CB9-4D38-904B-AEE9B3070E68}"/>
                </a:ext>
              </a:extLst>
            </p:cNvPr>
            <p:cNvSpPr/>
            <p:nvPr/>
          </p:nvSpPr>
          <p:spPr>
            <a:xfrm>
              <a:off x="9770856" y="1449611"/>
              <a:ext cx="176843" cy="25889"/>
            </a:xfrm>
            <a:custGeom>
              <a:avLst/>
              <a:gdLst>
                <a:gd name="connsiteX0" fmla="*/ 0 w 176843"/>
                <a:gd name="connsiteY0" fmla="*/ 22961 h 25889"/>
                <a:gd name="connsiteX1" fmla="*/ 46157 w 176843"/>
                <a:gd name="connsiteY1" fmla="*/ 25870 h 25889"/>
                <a:gd name="connsiteX2" fmla="*/ 176843 w 176843"/>
                <a:gd name="connsiteY2" fmla="*/ 0 h 25889"/>
              </a:gdLst>
              <a:ahLst/>
              <a:cxnLst>
                <a:cxn ang="0">
                  <a:pos x="connsiteX0" y="connsiteY0"/>
                </a:cxn>
                <a:cxn ang="0">
                  <a:pos x="connsiteX1" y="connsiteY1"/>
                </a:cxn>
                <a:cxn ang="0">
                  <a:pos x="connsiteX2" y="connsiteY2"/>
                </a:cxn>
              </a:cxnLst>
              <a:rect l="l" t="t" r="r" b="b"/>
              <a:pathLst>
                <a:path w="176843" h="25889">
                  <a:moveTo>
                    <a:pt x="0" y="22961"/>
                  </a:moveTo>
                  <a:cubicBezTo>
                    <a:pt x="15310" y="24896"/>
                    <a:pt x="30725" y="25868"/>
                    <a:pt x="46157" y="25870"/>
                  </a:cubicBezTo>
                  <a:cubicBezTo>
                    <a:pt x="91038" y="26361"/>
                    <a:pt x="135534" y="17553"/>
                    <a:pt x="176843" y="0"/>
                  </a:cubicBezTo>
                </a:path>
              </a:pathLst>
            </a:custGeom>
            <a:noFill/>
            <a:ln w="15875" cap="flat">
              <a:solidFill>
                <a:srgbClr val="25408F"/>
              </a:solidFill>
              <a:prstDash val="solid"/>
              <a:miter/>
            </a:ln>
          </p:spPr>
          <p:txBody>
            <a:bodyPr rtlCol="0" anchor="ctr"/>
            <a:lstStyle/>
            <a:p>
              <a:endParaRPr lang="en-US"/>
            </a:p>
          </p:txBody>
        </p:sp>
        <p:sp>
          <p:nvSpPr>
            <p:cNvPr id="46" name="Forme libre : forme 45">
              <a:extLst>
                <a:ext uri="{FF2B5EF4-FFF2-40B4-BE49-F238E27FC236}">
                  <a16:creationId xmlns:a16="http://schemas.microsoft.com/office/drawing/2014/main" id="{A457ABEE-A0B1-420E-A583-9447EF5794F6}"/>
                </a:ext>
              </a:extLst>
            </p:cNvPr>
            <p:cNvSpPr/>
            <p:nvPr/>
          </p:nvSpPr>
          <p:spPr>
            <a:xfrm>
              <a:off x="9686327" y="1449611"/>
              <a:ext cx="42146" cy="14704"/>
            </a:xfrm>
            <a:custGeom>
              <a:avLst/>
              <a:gdLst>
                <a:gd name="connsiteX0" fmla="*/ 0 w 42146"/>
                <a:gd name="connsiteY0" fmla="*/ 0 h 14704"/>
                <a:gd name="connsiteX1" fmla="*/ 42147 w 42146"/>
                <a:gd name="connsiteY1" fmla="*/ 14704 h 14704"/>
              </a:gdLst>
              <a:ahLst/>
              <a:cxnLst>
                <a:cxn ang="0">
                  <a:pos x="connsiteX0" y="connsiteY0"/>
                </a:cxn>
                <a:cxn ang="0">
                  <a:pos x="connsiteX1" y="connsiteY1"/>
                </a:cxn>
              </a:cxnLst>
              <a:rect l="l" t="t" r="r" b="b"/>
              <a:pathLst>
                <a:path w="42146" h="14704">
                  <a:moveTo>
                    <a:pt x="0" y="0"/>
                  </a:moveTo>
                  <a:cubicBezTo>
                    <a:pt x="13643" y="5994"/>
                    <a:pt x="27736" y="10910"/>
                    <a:pt x="42147" y="14704"/>
                  </a:cubicBezTo>
                </a:path>
              </a:pathLst>
            </a:custGeom>
            <a:noFill/>
            <a:ln w="15875" cap="flat">
              <a:solidFill>
                <a:srgbClr val="25408F"/>
              </a:solidFill>
              <a:prstDash val="solid"/>
              <a:miter/>
            </a:ln>
          </p:spPr>
          <p:txBody>
            <a:bodyPr rtlCol="0" anchor="ctr"/>
            <a:lstStyle/>
            <a:p>
              <a:endParaRPr lang="en-US"/>
            </a:p>
          </p:txBody>
        </p:sp>
        <p:sp>
          <p:nvSpPr>
            <p:cNvPr id="47" name="Forme libre : forme 46">
              <a:extLst>
                <a:ext uri="{FF2B5EF4-FFF2-40B4-BE49-F238E27FC236}">
                  <a16:creationId xmlns:a16="http://schemas.microsoft.com/office/drawing/2014/main" id="{6ACC4320-423A-47E7-95D9-E345C031E89C}"/>
                </a:ext>
              </a:extLst>
            </p:cNvPr>
            <p:cNvSpPr/>
            <p:nvPr/>
          </p:nvSpPr>
          <p:spPr>
            <a:xfrm>
              <a:off x="9817013" y="1474852"/>
              <a:ext cx="7863" cy="82327"/>
            </a:xfrm>
            <a:custGeom>
              <a:avLst/>
              <a:gdLst>
                <a:gd name="connsiteX0" fmla="*/ 0 w 7863"/>
                <a:gd name="connsiteY0" fmla="*/ 0 h 82327"/>
                <a:gd name="connsiteX1" fmla="*/ 0 w 7863"/>
                <a:gd name="connsiteY1" fmla="*/ 82328 h 82327"/>
              </a:gdLst>
              <a:ahLst/>
              <a:cxnLst>
                <a:cxn ang="0">
                  <a:pos x="connsiteX0" y="connsiteY0"/>
                </a:cxn>
                <a:cxn ang="0">
                  <a:pos x="connsiteX1" y="connsiteY1"/>
                </a:cxn>
              </a:cxnLst>
              <a:rect l="l" t="t" r="r" b="b"/>
              <a:pathLst>
                <a:path w="7863" h="82327">
                  <a:moveTo>
                    <a:pt x="0" y="0"/>
                  </a:moveTo>
                  <a:lnTo>
                    <a:pt x="0" y="82328"/>
                  </a:lnTo>
                </a:path>
              </a:pathLst>
            </a:custGeom>
            <a:noFill/>
            <a:ln w="15875" cap="flat">
              <a:solidFill>
                <a:srgbClr val="25408F"/>
              </a:solidFill>
              <a:prstDash val="solid"/>
              <a:miter/>
            </a:ln>
          </p:spPr>
          <p:txBody>
            <a:bodyPr rtlCol="0" anchor="ctr"/>
            <a:lstStyle/>
            <a:p>
              <a:endParaRPr lang="en-US"/>
            </a:p>
          </p:txBody>
        </p:sp>
        <p:sp>
          <p:nvSpPr>
            <p:cNvPr id="48" name="Forme libre : forme 47">
              <a:extLst>
                <a:ext uri="{FF2B5EF4-FFF2-40B4-BE49-F238E27FC236}">
                  <a16:creationId xmlns:a16="http://schemas.microsoft.com/office/drawing/2014/main" id="{08A562B1-6D55-4152-B7B6-1FF66BBB3946}"/>
                </a:ext>
              </a:extLst>
            </p:cNvPr>
            <p:cNvSpPr/>
            <p:nvPr/>
          </p:nvSpPr>
          <p:spPr>
            <a:xfrm>
              <a:off x="9744672" y="1519279"/>
              <a:ext cx="72341" cy="37900"/>
            </a:xfrm>
            <a:custGeom>
              <a:avLst/>
              <a:gdLst>
                <a:gd name="connsiteX0" fmla="*/ 72341 w 72341"/>
                <a:gd name="connsiteY0" fmla="*/ 0 h 37900"/>
                <a:gd name="connsiteX1" fmla="*/ 0 w 72341"/>
                <a:gd name="connsiteY1" fmla="*/ 37901 h 37900"/>
              </a:gdLst>
              <a:ahLst/>
              <a:cxnLst>
                <a:cxn ang="0">
                  <a:pos x="connsiteX0" y="connsiteY0"/>
                </a:cxn>
                <a:cxn ang="0">
                  <a:pos x="connsiteX1" y="connsiteY1"/>
                </a:cxn>
              </a:cxnLst>
              <a:rect l="l" t="t" r="r" b="b"/>
              <a:pathLst>
                <a:path w="72341" h="37900">
                  <a:moveTo>
                    <a:pt x="72341" y="0"/>
                  </a:moveTo>
                  <a:lnTo>
                    <a:pt x="0" y="37901"/>
                  </a:lnTo>
                </a:path>
              </a:pathLst>
            </a:custGeom>
            <a:noFill/>
            <a:ln w="15875" cap="flat">
              <a:solidFill>
                <a:srgbClr val="25408F"/>
              </a:solidFill>
              <a:prstDash val="solid"/>
              <a:miter/>
            </a:ln>
          </p:spPr>
          <p:txBody>
            <a:bodyPr rtlCol="0" anchor="ctr"/>
            <a:lstStyle/>
            <a:p>
              <a:endParaRPr lang="en-US"/>
            </a:p>
          </p:txBody>
        </p:sp>
        <p:sp>
          <p:nvSpPr>
            <p:cNvPr id="49" name="Forme libre : forme 48">
              <a:extLst>
                <a:ext uri="{FF2B5EF4-FFF2-40B4-BE49-F238E27FC236}">
                  <a16:creationId xmlns:a16="http://schemas.microsoft.com/office/drawing/2014/main" id="{465A701B-DD27-42D1-95EE-1738095E9C32}"/>
                </a:ext>
              </a:extLst>
            </p:cNvPr>
            <p:cNvSpPr/>
            <p:nvPr/>
          </p:nvSpPr>
          <p:spPr>
            <a:xfrm>
              <a:off x="9817013" y="1519279"/>
              <a:ext cx="72341" cy="37900"/>
            </a:xfrm>
            <a:custGeom>
              <a:avLst/>
              <a:gdLst>
                <a:gd name="connsiteX0" fmla="*/ 72341 w 72341"/>
                <a:gd name="connsiteY0" fmla="*/ 37901 h 37900"/>
                <a:gd name="connsiteX1" fmla="*/ 0 w 72341"/>
                <a:gd name="connsiteY1" fmla="*/ 0 h 37900"/>
              </a:gdLst>
              <a:ahLst/>
              <a:cxnLst>
                <a:cxn ang="0">
                  <a:pos x="connsiteX0" y="connsiteY0"/>
                </a:cxn>
                <a:cxn ang="0">
                  <a:pos x="connsiteX1" y="connsiteY1"/>
                </a:cxn>
              </a:cxnLst>
              <a:rect l="l" t="t" r="r" b="b"/>
              <a:pathLst>
                <a:path w="72341" h="37900">
                  <a:moveTo>
                    <a:pt x="72341" y="37901"/>
                  </a:moveTo>
                  <a:lnTo>
                    <a:pt x="0" y="0"/>
                  </a:lnTo>
                </a:path>
              </a:pathLst>
            </a:custGeom>
            <a:noFill/>
            <a:ln w="15875" cap="flat">
              <a:solidFill>
                <a:srgbClr val="25408F"/>
              </a:solidFill>
              <a:prstDash val="solid"/>
              <a:miter/>
            </a:ln>
          </p:spPr>
          <p:txBody>
            <a:bodyPr rtlCol="0" anchor="ctr"/>
            <a:lstStyle/>
            <a:p>
              <a:endParaRPr lang="en-US"/>
            </a:p>
          </p:txBody>
        </p:sp>
        <p:sp>
          <p:nvSpPr>
            <p:cNvPr id="50" name="Forme libre : forme 49">
              <a:extLst>
                <a:ext uri="{FF2B5EF4-FFF2-40B4-BE49-F238E27FC236}">
                  <a16:creationId xmlns:a16="http://schemas.microsoft.com/office/drawing/2014/main" id="{E79A6AAE-D10A-42FC-AD92-CB68D733548A}"/>
                </a:ext>
              </a:extLst>
            </p:cNvPr>
            <p:cNvSpPr/>
            <p:nvPr/>
          </p:nvSpPr>
          <p:spPr>
            <a:xfrm>
              <a:off x="9589295" y="1372945"/>
              <a:ext cx="52840" cy="20522"/>
            </a:xfrm>
            <a:custGeom>
              <a:avLst/>
              <a:gdLst>
                <a:gd name="connsiteX0" fmla="*/ 0 w 52840"/>
                <a:gd name="connsiteY0" fmla="*/ 20523 h 20522"/>
                <a:gd name="connsiteX1" fmla="*/ 52841 w 52840"/>
                <a:gd name="connsiteY1" fmla="*/ 20523 h 20522"/>
                <a:gd name="connsiteX2" fmla="*/ 52841 w 52840"/>
                <a:gd name="connsiteY2" fmla="*/ 0 h 20522"/>
              </a:gdLst>
              <a:ahLst/>
              <a:cxnLst>
                <a:cxn ang="0">
                  <a:pos x="connsiteX0" y="connsiteY0"/>
                </a:cxn>
                <a:cxn ang="0">
                  <a:pos x="connsiteX1" y="connsiteY1"/>
                </a:cxn>
                <a:cxn ang="0">
                  <a:pos x="connsiteX2" y="connsiteY2"/>
                </a:cxn>
              </a:cxnLst>
              <a:rect l="l" t="t" r="r" b="b"/>
              <a:pathLst>
                <a:path w="52840" h="20522">
                  <a:moveTo>
                    <a:pt x="0" y="20523"/>
                  </a:moveTo>
                  <a:lnTo>
                    <a:pt x="52841" y="20523"/>
                  </a:lnTo>
                  <a:lnTo>
                    <a:pt x="52841" y="0"/>
                  </a:lnTo>
                </a:path>
              </a:pathLst>
            </a:custGeom>
            <a:noFill/>
            <a:ln w="15875" cap="flat">
              <a:solidFill>
                <a:srgbClr val="25408F"/>
              </a:solidFill>
              <a:prstDash val="solid"/>
              <a:miter/>
            </a:ln>
          </p:spPr>
          <p:txBody>
            <a:bodyPr rtlCol="0" anchor="ctr"/>
            <a:lstStyle/>
            <a:p>
              <a:endParaRPr lang="en-US"/>
            </a:p>
          </p:txBody>
        </p:sp>
        <p:sp>
          <p:nvSpPr>
            <p:cNvPr id="51" name="Forme libre : forme 50">
              <a:extLst>
                <a:ext uri="{FF2B5EF4-FFF2-40B4-BE49-F238E27FC236}">
                  <a16:creationId xmlns:a16="http://schemas.microsoft.com/office/drawing/2014/main" id="{A228B914-44A8-416E-8A25-59CCB4CEA994}"/>
                </a:ext>
              </a:extLst>
            </p:cNvPr>
            <p:cNvSpPr/>
            <p:nvPr/>
          </p:nvSpPr>
          <p:spPr>
            <a:xfrm>
              <a:off x="9381628" y="1372945"/>
              <a:ext cx="53784" cy="20522"/>
            </a:xfrm>
            <a:custGeom>
              <a:avLst/>
              <a:gdLst>
                <a:gd name="connsiteX0" fmla="*/ 53784 w 53784"/>
                <a:gd name="connsiteY0" fmla="*/ 20523 h 20522"/>
                <a:gd name="connsiteX1" fmla="*/ 0 w 53784"/>
                <a:gd name="connsiteY1" fmla="*/ 20523 h 20522"/>
                <a:gd name="connsiteX2" fmla="*/ 0 w 53784"/>
                <a:gd name="connsiteY2" fmla="*/ 0 h 20522"/>
              </a:gdLst>
              <a:ahLst/>
              <a:cxnLst>
                <a:cxn ang="0">
                  <a:pos x="connsiteX0" y="connsiteY0"/>
                </a:cxn>
                <a:cxn ang="0">
                  <a:pos x="connsiteX1" y="connsiteY1"/>
                </a:cxn>
                <a:cxn ang="0">
                  <a:pos x="connsiteX2" y="connsiteY2"/>
                </a:cxn>
              </a:cxnLst>
              <a:rect l="l" t="t" r="r" b="b"/>
              <a:pathLst>
                <a:path w="53784" h="20522">
                  <a:moveTo>
                    <a:pt x="53784" y="20523"/>
                  </a:moveTo>
                  <a:lnTo>
                    <a:pt x="0" y="20523"/>
                  </a:lnTo>
                  <a:lnTo>
                    <a:pt x="0" y="0"/>
                  </a:lnTo>
                </a:path>
              </a:pathLst>
            </a:custGeom>
            <a:noFill/>
            <a:ln w="15875" cap="flat">
              <a:solidFill>
                <a:srgbClr val="25408F"/>
              </a:solidFill>
              <a:prstDash val="solid"/>
              <a:miter/>
            </a:ln>
          </p:spPr>
          <p:txBody>
            <a:bodyPr rtlCol="0" anchor="ctr"/>
            <a:lstStyle/>
            <a:p>
              <a:endParaRPr lang="en-US"/>
            </a:p>
          </p:txBody>
        </p:sp>
        <p:sp>
          <p:nvSpPr>
            <p:cNvPr id="52" name="Forme libre : forme 51">
              <a:extLst>
                <a:ext uri="{FF2B5EF4-FFF2-40B4-BE49-F238E27FC236}">
                  <a16:creationId xmlns:a16="http://schemas.microsoft.com/office/drawing/2014/main" id="{517FE930-142A-4EF5-8727-835199B78AFE}"/>
                </a:ext>
              </a:extLst>
            </p:cNvPr>
            <p:cNvSpPr/>
            <p:nvPr/>
          </p:nvSpPr>
          <p:spPr>
            <a:xfrm>
              <a:off x="9589295" y="1451341"/>
              <a:ext cx="53705" cy="17534"/>
            </a:xfrm>
            <a:custGeom>
              <a:avLst/>
              <a:gdLst>
                <a:gd name="connsiteX0" fmla="*/ 0 w 53705"/>
                <a:gd name="connsiteY0" fmla="*/ 17535 h 17534"/>
                <a:gd name="connsiteX1" fmla="*/ 53706 w 53705"/>
                <a:gd name="connsiteY1" fmla="*/ 0 h 17534"/>
              </a:gdLst>
              <a:ahLst/>
              <a:cxnLst>
                <a:cxn ang="0">
                  <a:pos x="connsiteX0" y="connsiteY0"/>
                </a:cxn>
                <a:cxn ang="0">
                  <a:pos x="connsiteX1" y="connsiteY1"/>
                </a:cxn>
              </a:cxnLst>
              <a:rect l="l" t="t" r="r" b="b"/>
              <a:pathLst>
                <a:path w="53705" h="17534">
                  <a:moveTo>
                    <a:pt x="0" y="17535"/>
                  </a:moveTo>
                  <a:cubicBezTo>
                    <a:pt x="18435" y="13472"/>
                    <a:pt x="36425" y="7599"/>
                    <a:pt x="53706" y="0"/>
                  </a:cubicBezTo>
                </a:path>
              </a:pathLst>
            </a:custGeom>
            <a:noFill/>
            <a:ln w="15875" cap="flat">
              <a:solidFill>
                <a:srgbClr val="25408F"/>
              </a:solidFill>
              <a:prstDash val="solid"/>
              <a:miter/>
            </a:ln>
          </p:spPr>
          <p:txBody>
            <a:bodyPr rtlCol="0" anchor="ctr"/>
            <a:lstStyle/>
            <a:p>
              <a:endParaRPr lang="en-US"/>
            </a:p>
          </p:txBody>
        </p:sp>
        <p:sp>
          <p:nvSpPr>
            <p:cNvPr id="53" name="Forme libre : forme 52">
              <a:extLst>
                <a:ext uri="{FF2B5EF4-FFF2-40B4-BE49-F238E27FC236}">
                  <a16:creationId xmlns:a16="http://schemas.microsoft.com/office/drawing/2014/main" id="{4BEB3C2A-2B99-453E-BC9D-0809A78FBD5F}"/>
                </a:ext>
              </a:extLst>
            </p:cNvPr>
            <p:cNvSpPr/>
            <p:nvPr/>
          </p:nvSpPr>
          <p:spPr>
            <a:xfrm>
              <a:off x="9381707" y="1451341"/>
              <a:ext cx="166778" cy="25968"/>
            </a:xfrm>
            <a:custGeom>
              <a:avLst/>
              <a:gdLst>
                <a:gd name="connsiteX0" fmla="*/ 0 w 166778"/>
                <a:gd name="connsiteY0" fmla="*/ 0 h 25968"/>
                <a:gd name="connsiteX1" fmla="*/ 130922 w 166778"/>
                <a:gd name="connsiteY1" fmla="*/ 25949 h 25968"/>
                <a:gd name="connsiteX2" fmla="*/ 166778 w 166778"/>
                <a:gd name="connsiteY2" fmla="*/ 24219 h 25968"/>
              </a:gdLst>
              <a:ahLst/>
              <a:cxnLst>
                <a:cxn ang="0">
                  <a:pos x="connsiteX0" y="connsiteY0"/>
                </a:cxn>
                <a:cxn ang="0">
                  <a:pos x="connsiteX1" y="connsiteY1"/>
                </a:cxn>
                <a:cxn ang="0">
                  <a:pos x="connsiteX2" y="connsiteY2"/>
                </a:cxn>
              </a:cxnLst>
              <a:rect l="l" t="t" r="r" b="b"/>
              <a:pathLst>
                <a:path w="166778" h="25968">
                  <a:moveTo>
                    <a:pt x="0" y="0"/>
                  </a:moveTo>
                  <a:cubicBezTo>
                    <a:pt x="41376" y="17612"/>
                    <a:pt x="85956" y="26448"/>
                    <a:pt x="130922" y="25949"/>
                  </a:cubicBezTo>
                  <a:cubicBezTo>
                    <a:pt x="143110" y="25949"/>
                    <a:pt x="155141" y="25319"/>
                    <a:pt x="166778" y="24219"/>
                  </a:cubicBezTo>
                </a:path>
              </a:pathLst>
            </a:custGeom>
            <a:noFill/>
            <a:ln w="15875" cap="flat">
              <a:solidFill>
                <a:srgbClr val="25408F"/>
              </a:solidFill>
              <a:prstDash val="solid"/>
              <a:miter/>
            </a:ln>
          </p:spPr>
          <p:txBody>
            <a:bodyPr rtlCol="0" anchor="ctr"/>
            <a:lstStyle/>
            <a:p>
              <a:endParaRPr lang="en-US"/>
            </a:p>
          </p:txBody>
        </p:sp>
        <p:sp>
          <p:nvSpPr>
            <p:cNvPr id="54" name="Forme libre : forme 53">
              <a:extLst>
                <a:ext uri="{FF2B5EF4-FFF2-40B4-BE49-F238E27FC236}">
                  <a16:creationId xmlns:a16="http://schemas.microsoft.com/office/drawing/2014/main" id="{C238D73B-C092-482B-87C8-C28F598ADC10}"/>
                </a:ext>
              </a:extLst>
            </p:cNvPr>
            <p:cNvSpPr/>
            <p:nvPr/>
          </p:nvSpPr>
          <p:spPr>
            <a:xfrm>
              <a:off x="9512629" y="1476582"/>
              <a:ext cx="7863" cy="82406"/>
            </a:xfrm>
            <a:custGeom>
              <a:avLst/>
              <a:gdLst>
                <a:gd name="connsiteX0" fmla="*/ 0 w 7863"/>
                <a:gd name="connsiteY0" fmla="*/ 0 h 82406"/>
                <a:gd name="connsiteX1" fmla="*/ 0 w 7863"/>
                <a:gd name="connsiteY1" fmla="*/ 82406 h 82406"/>
              </a:gdLst>
              <a:ahLst/>
              <a:cxnLst>
                <a:cxn ang="0">
                  <a:pos x="connsiteX0" y="connsiteY0"/>
                </a:cxn>
                <a:cxn ang="0">
                  <a:pos x="connsiteX1" y="connsiteY1"/>
                </a:cxn>
              </a:cxnLst>
              <a:rect l="l" t="t" r="r" b="b"/>
              <a:pathLst>
                <a:path w="7863" h="82406">
                  <a:moveTo>
                    <a:pt x="0" y="0"/>
                  </a:moveTo>
                  <a:lnTo>
                    <a:pt x="0" y="82406"/>
                  </a:lnTo>
                </a:path>
              </a:pathLst>
            </a:custGeom>
            <a:noFill/>
            <a:ln w="15875" cap="flat">
              <a:solidFill>
                <a:srgbClr val="25408F"/>
              </a:solidFill>
              <a:prstDash val="solid"/>
              <a:miter/>
            </a:ln>
          </p:spPr>
          <p:txBody>
            <a:bodyPr rtlCol="0" anchor="ctr"/>
            <a:lstStyle/>
            <a:p>
              <a:endParaRPr lang="en-US"/>
            </a:p>
          </p:txBody>
        </p:sp>
        <p:sp>
          <p:nvSpPr>
            <p:cNvPr id="55" name="Forme libre : forme 54">
              <a:extLst>
                <a:ext uri="{FF2B5EF4-FFF2-40B4-BE49-F238E27FC236}">
                  <a16:creationId xmlns:a16="http://schemas.microsoft.com/office/drawing/2014/main" id="{946CA551-9E06-489A-A19F-BBAF5F91C6B0}"/>
                </a:ext>
              </a:extLst>
            </p:cNvPr>
            <p:cNvSpPr/>
            <p:nvPr/>
          </p:nvSpPr>
          <p:spPr>
            <a:xfrm>
              <a:off x="9440288" y="1521009"/>
              <a:ext cx="72341" cy="37979"/>
            </a:xfrm>
            <a:custGeom>
              <a:avLst/>
              <a:gdLst>
                <a:gd name="connsiteX0" fmla="*/ 72341 w 72341"/>
                <a:gd name="connsiteY0" fmla="*/ 0 h 37979"/>
                <a:gd name="connsiteX1" fmla="*/ 0 w 72341"/>
                <a:gd name="connsiteY1" fmla="*/ 37979 h 37979"/>
              </a:gdLst>
              <a:ahLst/>
              <a:cxnLst>
                <a:cxn ang="0">
                  <a:pos x="connsiteX0" y="connsiteY0"/>
                </a:cxn>
                <a:cxn ang="0">
                  <a:pos x="connsiteX1" y="connsiteY1"/>
                </a:cxn>
              </a:cxnLst>
              <a:rect l="l" t="t" r="r" b="b"/>
              <a:pathLst>
                <a:path w="72341" h="37979">
                  <a:moveTo>
                    <a:pt x="72341" y="0"/>
                  </a:moveTo>
                  <a:lnTo>
                    <a:pt x="0" y="37979"/>
                  </a:lnTo>
                </a:path>
              </a:pathLst>
            </a:custGeom>
            <a:noFill/>
            <a:ln w="15875" cap="flat">
              <a:solidFill>
                <a:srgbClr val="25408F"/>
              </a:solidFill>
              <a:prstDash val="solid"/>
              <a:miter/>
            </a:ln>
          </p:spPr>
          <p:txBody>
            <a:bodyPr rtlCol="0" anchor="ctr"/>
            <a:lstStyle/>
            <a:p>
              <a:endParaRPr lang="en-US"/>
            </a:p>
          </p:txBody>
        </p:sp>
        <p:sp>
          <p:nvSpPr>
            <p:cNvPr id="56" name="Forme libre : forme 55">
              <a:extLst>
                <a:ext uri="{FF2B5EF4-FFF2-40B4-BE49-F238E27FC236}">
                  <a16:creationId xmlns:a16="http://schemas.microsoft.com/office/drawing/2014/main" id="{8048AC30-682A-450B-97FF-6CDBC44B84B7}"/>
                </a:ext>
              </a:extLst>
            </p:cNvPr>
            <p:cNvSpPr/>
            <p:nvPr/>
          </p:nvSpPr>
          <p:spPr>
            <a:xfrm>
              <a:off x="9512629" y="1521009"/>
              <a:ext cx="72105" cy="37979"/>
            </a:xfrm>
            <a:custGeom>
              <a:avLst/>
              <a:gdLst>
                <a:gd name="connsiteX0" fmla="*/ 72105 w 72105"/>
                <a:gd name="connsiteY0" fmla="*/ 37979 h 37979"/>
                <a:gd name="connsiteX1" fmla="*/ 0 w 72105"/>
                <a:gd name="connsiteY1" fmla="*/ 0 h 37979"/>
              </a:gdLst>
              <a:ahLst/>
              <a:cxnLst>
                <a:cxn ang="0">
                  <a:pos x="connsiteX0" y="connsiteY0"/>
                </a:cxn>
                <a:cxn ang="0">
                  <a:pos x="connsiteX1" y="connsiteY1"/>
                </a:cxn>
              </a:cxnLst>
              <a:rect l="l" t="t" r="r" b="b"/>
              <a:pathLst>
                <a:path w="72105" h="37979">
                  <a:moveTo>
                    <a:pt x="72105" y="37979"/>
                  </a:moveTo>
                  <a:lnTo>
                    <a:pt x="0" y="0"/>
                  </a:lnTo>
                </a:path>
              </a:pathLst>
            </a:custGeom>
            <a:noFill/>
            <a:ln w="15875" cap="flat">
              <a:solidFill>
                <a:srgbClr val="25408F"/>
              </a:solidFill>
              <a:prstDash val="solid"/>
              <a:miter/>
            </a:ln>
          </p:spPr>
          <p:txBody>
            <a:bodyPr rtlCol="0" anchor="ctr"/>
            <a:lstStyle/>
            <a:p>
              <a:endParaRPr lang="en-US"/>
            </a:p>
          </p:txBody>
        </p:sp>
        <p:sp>
          <p:nvSpPr>
            <p:cNvPr id="57" name="Forme libre : forme 56">
              <a:extLst>
                <a:ext uri="{FF2B5EF4-FFF2-40B4-BE49-F238E27FC236}">
                  <a16:creationId xmlns:a16="http://schemas.microsoft.com/office/drawing/2014/main" id="{E5F2AE23-5765-42AB-9B50-9FD221E9FAE7}"/>
                </a:ext>
              </a:extLst>
            </p:cNvPr>
            <p:cNvSpPr/>
            <p:nvPr/>
          </p:nvSpPr>
          <p:spPr>
            <a:xfrm>
              <a:off x="9409779" y="1165593"/>
              <a:ext cx="574766" cy="109691"/>
            </a:xfrm>
            <a:custGeom>
              <a:avLst/>
              <a:gdLst>
                <a:gd name="connsiteX0" fmla="*/ 0 w 574766"/>
                <a:gd name="connsiteY0" fmla="*/ 0 h 109691"/>
                <a:gd name="connsiteX1" fmla="*/ 537764 w 574766"/>
                <a:gd name="connsiteY1" fmla="*/ 0 h 109691"/>
                <a:gd name="connsiteX2" fmla="*/ 573777 w 574766"/>
                <a:gd name="connsiteY2" fmla="*/ 90348 h 109691"/>
                <a:gd name="connsiteX3" fmla="*/ 565799 w 574766"/>
                <a:gd name="connsiteY3" fmla="*/ 108705 h 109691"/>
                <a:gd name="connsiteX4" fmla="*/ 560645 w 574766"/>
                <a:gd name="connsiteY4" fmla="*/ 109692 h 109691"/>
                <a:gd name="connsiteX5" fmla="*/ 537056 w 574766"/>
                <a:gd name="connsiteY5" fmla="*/ 109692 h 109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4766" h="109691">
                  <a:moveTo>
                    <a:pt x="0" y="0"/>
                  </a:moveTo>
                  <a:lnTo>
                    <a:pt x="537764" y="0"/>
                  </a:lnTo>
                  <a:lnTo>
                    <a:pt x="573777" y="90348"/>
                  </a:lnTo>
                  <a:cubicBezTo>
                    <a:pt x="576643" y="97621"/>
                    <a:pt x="573071" y="105839"/>
                    <a:pt x="565799" y="108705"/>
                  </a:cubicBezTo>
                  <a:cubicBezTo>
                    <a:pt x="564157" y="109353"/>
                    <a:pt x="562410" y="109687"/>
                    <a:pt x="560645" y="109692"/>
                  </a:cubicBezTo>
                  <a:lnTo>
                    <a:pt x="537056" y="109692"/>
                  </a:lnTo>
                </a:path>
              </a:pathLst>
            </a:custGeom>
            <a:noFill/>
            <a:ln w="15875" cap="flat">
              <a:solidFill>
                <a:srgbClr val="25408F"/>
              </a:solidFill>
              <a:prstDash val="solid"/>
              <a:miter/>
            </a:ln>
          </p:spPr>
          <p:txBody>
            <a:bodyPr rtlCol="0" anchor="ctr"/>
            <a:lstStyle/>
            <a:p>
              <a:endParaRPr lang="en-US"/>
            </a:p>
          </p:txBody>
        </p:sp>
        <p:sp>
          <p:nvSpPr>
            <p:cNvPr id="58" name="Forme libre : forme 57">
              <a:extLst>
                <a:ext uri="{FF2B5EF4-FFF2-40B4-BE49-F238E27FC236}">
                  <a16:creationId xmlns:a16="http://schemas.microsoft.com/office/drawing/2014/main" id="{7A037CE9-D403-44FA-8AC8-78CBAEECDF7C}"/>
                </a:ext>
              </a:extLst>
            </p:cNvPr>
            <p:cNvSpPr/>
            <p:nvPr/>
          </p:nvSpPr>
          <p:spPr>
            <a:xfrm>
              <a:off x="9355356" y="1191384"/>
              <a:ext cx="40818" cy="86966"/>
            </a:xfrm>
            <a:custGeom>
              <a:avLst/>
              <a:gdLst>
                <a:gd name="connsiteX0" fmla="*/ 40819 w 40818"/>
                <a:gd name="connsiteY0" fmla="*/ 86967 h 86966"/>
                <a:gd name="connsiteX1" fmla="*/ 14163 w 40818"/>
                <a:gd name="connsiteY1" fmla="*/ 86967 h 86966"/>
                <a:gd name="connsiteX2" fmla="*/ 0 w 40818"/>
                <a:gd name="connsiteY2" fmla="*/ 72823 h 86966"/>
                <a:gd name="connsiteX3" fmla="*/ 1896 w 40818"/>
                <a:gd name="connsiteY3" fmla="*/ 65736 h 86966"/>
                <a:gd name="connsiteX4" fmla="*/ 39325 w 40818"/>
                <a:gd name="connsiteY4" fmla="*/ 0 h 8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18" h="86966">
                  <a:moveTo>
                    <a:pt x="40819" y="86967"/>
                  </a:moveTo>
                  <a:lnTo>
                    <a:pt x="14163" y="86967"/>
                  </a:lnTo>
                  <a:cubicBezTo>
                    <a:pt x="6346" y="86972"/>
                    <a:pt x="5" y="80639"/>
                    <a:pt x="0" y="72823"/>
                  </a:cubicBezTo>
                  <a:cubicBezTo>
                    <a:pt x="-2" y="70335"/>
                    <a:pt x="652" y="67891"/>
                    <a:pt x="1896" y="65736"/>
                  </a:cubicBezTo>
                  <a:lnTo>
                    <a:pt x="39325" y="0"/>
                  </a:lnTo>
                </a:path>
              </a:pathLst>
            </a:custGeom>
            <a:noFill/>
            <a:ln w="15875" cap="flat">
              <a:solidFill>
                <a:srgbClr val="25408F"/>
              </a:solidFill>
              <a:prstDash val="solid"/>
              <a:miter/>
            </a:ln>
          </p:spPr>
          <p:txBody>
            <a:bodyPr rtlCol="0" anchor="ctr"/>
            <a:lstStyle/>
            <a:p>
              <a:endParaRPr lang="en-US"/>
            </a:p>
          </p:txBody>
        </p:sp>
        <p:sp>
          <p:nvSpPr>
            <p:cNvPr id="59" name="Forme libre : forme 58">
              <a:extLst>
                <a:ext uri="{FF2B5EF4-FFF2-40B4-BE49-F238E27FC236}">
                  <a16:creationId xmlns:a16="http://schemas.microsoft.com/office/drawing/2014/main" id="{6936225D-A194-485C-9870-E77B7917ABD8}"/>
                </a:ext>
              </a:extLst>
            </p:cNvPr>
            <p:cNvSpPr/>
            <p:nvPr/>
          </p:nvSpPr>
          <p:spPr>
            <a:xfrm>
              <a:off x="9734135" y="1242180"/>
              <a:ext cx="165913" cy="195321"/>
            </a:xfrm>
            <a:custGeom>
              <a:avLst/>
              <a:gdLst>
                <a:gd name="connsiteX0" fmla="*/ 7863 w 165913"/>
                <a:gd name="connsiteY0" fmla="*/ 194771 h 195321"/>
                <a:gd name="connsiteX1" fmla="*/ 0 w 165913"/>
                <a:gd name="connsiteY1" fmla="*/ 7863 h 195321"/>
                <a:gd name="connsiteX2" fmla="*/ 7863 w 165913"/>
                <a:gd name="connsiteY2" fmla="*/ 0 h 195321"/>
                <a:gd name="connsiteX3" fmla="*/ 8414 w 165913"/>
                <a:gd name="connsiteY3" fmla="*/ 0 h 195321"/>
                <a:gd name="connsiteX4" fmla="*/ 158050 w 165913"/>
                <a:gd name="connsiteY4" fmla="*/ 0 h 195321"/>
                <a:gd name="connsiteX5" fmla="*/ 165913 w 165913"/>
                <a:gd name="connsiteY5" fmla="*/ 7863 h 195321"/>
                <a:gd name="connsiteX6" fmla="*/ 165913 w 165913"/>
                <a:gd name="connsiteY6" fmla="*/ 8335 h 195321"/>
                <a:gd name="connsiteX7" fmla="*/ 158050 w 165913"/>
                <a:gd name="connsiteY7" fmla="*/ 195322 h 19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5913" h="195321">
                  <a:moveTo>
                    <a:pt x="7863" y="194771"/>
                  </a:moveTo>
                  <a:lnTo>
                    <a:pt x="0" y="7863"/>
                  </a:lnTo>
                  <a:cubicBezTo>
                    <a:pt x="0" y="3520"/>
                    <a:pt x="3520" y="0"/>
                    <a:pt x="7863" y="0"/>
                  </a:cubicBezTo>
                  <a:cubicBezTo>
                    <a:pt x="7863" y="0"/>
                    <a:pt x="7863" y="0"/>
                    <a:pt x="8414" y="0"/>
                  </a:cubicBezTo>
                  <a:lnTo>
                    <a:pt x="158050" y="0"/>
                  </a:lnTo>
                  <a:cubicBezTo>
                    <a:pt x="162393" y="0"/>
                    <a:pt x="165913" y="3520"/>
                    <a:pt x="165913" y="7863"/>
                  </a:cubicBezTo>
                  <a:cubicBezTo>
                    <a:pt x="165913" y="7863"/>
                    <a:pt x="165913" y="7863"/>
                    <a:pt x="165913" y="8335"/>
                  </a:cubicBezTo>
                  <a:lnTo>
                    <a:pt x="158050" y="195322"/>
                  </a:lnTo>
                </a:path>
              </a:pathLst>
            </a:custGeom>
            <a:noFill/>
            <a:ln w="15875" cap="flat">
              <a:solidFill>
                <a:srgbClr val="25408F"/>
              </a:solidFill>
              <a:prstDash val="solid"/>
              <a:miter/>
            </a:ln>
          </p:spPr>
          <p:txBody>
            <a:bodyPr rtlCol="0" anchor="ctr"/>
            <a:lstStyle/>
            <a:p>
              <a:endParaRPr lang="en-US"/>
            </a:p>
          </p:txBody>
        </p:sp>
        <p:sp>
          <p:nvSpPr>
            <p:cNvPr id="60" name="Forme libre : forme 59">
              <a:extLst>
                <a:ext uri="{FF2B5EF4-FFF2-40B4-BE49-F238E27FC236}">
                  <a16:creationId xmlns:a16="http://schemas.microsoft.com/office/drawing/2014/main" id="{E5B909E6-43CC-444A-BCC6-F628F9D2B4E6}"/>
                </a:ext>
              </a:extLst>
            </p:cNvPr>
            <p:cNvSpPr/>
            <p:nvPr/>
          </p:nvSpPr>
          <p:spPr>
            <a:xfrm>
              <a:off x="9429122" y="1243910"/>
              <a:ext cx="166227" cy="195321"/>
            </a:xfrm>
            <a:custGeom>
              <a:avLst/>
              <a:gdLst>
                <a:gd name="connsiteX0" fmla="*/ 8256 w 166227"/>
                <a:gd name="connsiteY0" fmla="*/ 194771 h 195321"/>
                <a:gd name="connsiteX1" fmla="*/ 0 w 166227"/>
                <a:gd name="connsiteY1" fmla="*/ 7863 h 195321"/>
                <a:gd name="connsiteX2" fmla="*/ 7863 w 166227"/>
                <a:gd name="connsiteY2" fmla="*/ 0 h 195321"/>
                <a:gd name="connsiteX3" fmla="*/ 158365 w 166227"/>
                <a:gd name="connsiteY3" fmla="*/ 0 h 195321"/>
                <a:gd name="connsiteX4" fmla="*/ 166228 w 166227"/>
                <a:gd name="connsiteY4" fmla="*/ 7863 h 195321"/>
                <a:gd name="connsiteX5" fmla="*/ 166228 w 166227"/>
                <a:gd name="connsiteY5" fmla="*/ 8335 h 195321"/>
                <a:gd name="connsiteX6" fmla="*/ 158365 w 166227"/>
                <a:gd name="connsiteY6" fmla="*/ 195322 h 19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227" h="195321">
                  <a:moveTo>
                    <a:pt x="8256" y="194771"/>
                  </a:moveTo>
                  <a:lnTo>
                    <a:pt x="0" y="7863"/>
                  </a:lnTo>
                  <a:cubicBezTo>
                    <a:pt x="0" y="3520"/>
                    <a:pt x="3520" y="0"/>
                    <a:pt x="7863" y="0"/>
                  </a:cubicBezTo>
                  <a:lnTo>
                    <a:pt x="158365" y="0"/>
                  </a:lnTo>
                  <a:cubicBezTo>
                    <a:pt x="162708" y="0"/>
                    <a:pt x="166228" y="3520"/>
                    <a:pt x="166228" y="7863"/>
                  </a:cubicBezTo>
                  <a:lnTo>
                    <a:pt x="166228" y="8335"/>
                  </a:lnTo>
                  <a:lnTo>
                    <a:pt x="158365" y="195322"/>
                  </a:lnTo>
                </a:path>
              </a:pathLst>
            </a:custGeom>
            <a:noFill/>
            <a:ln w="15875" cap="flat">
              <a:solidFill>
                <a:srgbClr val="25408F"/>
              </a:solidFill>
              <a:prstDash val="solid"/>
              <a:miter/>
            </a:ln>
          </p:spPr>
          <p:txBody>
            <a:bodyPr rtlCol="0" anchor="ctr"/>
            <a:lstStyle/>
            <a:p>
              <a:endParaRPr lang="en-US"/>
            </a:p>
          </p:txBody>
        </p:sp>
        <p:sp>
          <p:nvSpPr>
            <p:cNvPr id="61" name="Forme libre : forme 60">
              <a:extLst>
                <a:ext uri="{FF2B5EF4-FFF2-40B4-BE49-F238E27FC236}">
                  <a16:creationId xmlns:a16="http://schemas.microsoft.com/office/drawing/2014/main" id="{A9D1D703-84AE-4DCE-BC53-8173F3CA4FAD}"/>
                </a:ext>
              </a:extLst>
            </p:cNvPr>
            <p:cNvSpPr/>
            <p:nvPr/>
          </p:nvSpPr>
          <p:spPr>
            <a:xfrm>
              <a:off x="9439580" y="1042613"/>
              <a:ext cx="166227" cy="128012"/>
            </a:xfrm>
            <a:custGeom>
              <a:avLst/>
              <a:gdLst>
                <a:gd name="connsiteX0" fmla="*/ 8256 w 166227"/>
                <a:gd name="connsiteY0" fmla="*/ 128013 h 128012"/>
                <a:gd name="connsiteX1" fmla="*/ 0 w 166227"/>
                <a:gd name="connsiteY1" fmla="*/ 7863 h 128012"/>
                <a:gd name="connsiteX2" fmla="*/ 7863 w 166227"/>
                <a:gd name="connsiteY2" fmla="*/ 0 h 128012"/>
                <a:gd name="connsiteX3" fmla="*/ 158365 w 166227"/>
                <a:gd name="connsiteY3" fmla="*/ 0 h 128012"/>
                <a:gd name="connsiteX4" fmla="*/ 166228 w 166227"/>
                <a:gd name="connsiteY4" fmla="*/ 7863 h 128012"/>
                <a:gd name="connsiteX5" fmla="*/ 166228 w 166227"/>
                <a:gd name="connsiteY5" fmla="*/ 8414 h 128012"/>
                <a:gd name="connsiteX6" fmla="*/ 158286 w 166227"/>
                <a:gd name="connsiteY6" fmla="*/ 128013 h 128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227" h="128012">
                  <a:moveTo>
                    <a:pt x="8256" y="128013"/>
                  </a:moveTo>
                  <a:lnTo>
                    <a:pt x="0" y="7863"/>
                  </a:lnTo>
                  <a:cubicBezTo>
                    <a:pt x="0" y="3520"/>
                    <a:pt x="3520" y="0"/>
                    <a:pt x="7863" y="0"/>
                  </a:cubicBezTo>
                  <a:lnTo>
                    <a:pt x="158365" y="0"/>
                  </a:lnTo>
                  <a:cubicBezTo>
                    <a:pt x="162708" y="0"/>
                    <a:pt x="166228" y="3520"/>
                    <a:pt x="166228" y="7863"/>
                  </a:cubicBezTo>
                  <a:lnTo>
                    <a:pt x="166228" y="8414"/>
                  </a:lnTo>
                  <a:lnTo>
                    <a:pt x="158286" y="128013"/>
                  </a:lnTo>
                </a:path>
              </a:pathLst>
            </a:custGeom>
            <a:noFill/>
            <a:ln w="15875" cap="flat">
              <a:solidFill>
                <a:srgbClr val="25408F"/>
              </a:solidFill>
              <a:prstDash val="solid"/>
              <a:miter/>
            </a:ln>
          </p:spPr>
          <p:txBody>
            <a:bodyPr rtlCol="0" anchor="ctr"/>
            <a:lstStyle/>
            <a:p>
              <a:endParaRPr lang="en-US"/>
            </a:p>
          </p:txBody>
        </p:sp>
        <p:sp>
          <p:nvSpPr>
            <p:cNvPr id="62" name="Forme libre : forme 61">
              <a:extLst>
                <a:ext uri="{FF2B5EF4-FFF2-40B4-BE49-F238E27FC236}">
                  <a16:creationId xmlns:a16="http://schemas.microsoft.com/office/drawing/2014/main" id="{03CFDE59-CC2C-408D-9F96-EB0EFC75A0AE}"/>
                </a:ext>
              </a:extLst>
            </p:cNvPr>
            <p:cNvSpPr/>
            <p:nvPr/>
          </p:nvSpPr>
          <p:spPr>
            <a:xfrm>
              <a:off x="9734135" y="1042534"/>
              <a:ext cx="165937" cy="128091"/>
            </a:xfrm>
            <a:custGeom>
              <a:avLst/>
              <a:gdLst>
                <a:gd name="connsiteX0" fmla="*/ 7863 w 165937"/>
                <a:gd name="connsiteY0" fmla="*/ 128091 h 128091"/>
                <a:gd name="connsiteX1" fmla="*/ 0 w 165937"/>
                <a:gd name="connsiteY1" fmla="*/ 7863 h 128091"/>
                <a:gd name="connsiteX2" fmla="*/ 7863 w 165937"/>
                <a:gd name="connsiteY2" fmla="*/ 0 h 128091"/>
                <a:gd name="connsiteX3" fmla="*/ 158050 w 165937"/>
                <a:gd name="connsiteY3" fmla="*/ 0 h 128091"/>
                <a:gd name="connsiteX4" fmla="*/ 165913 w 165937"/>
                <a:gd name="connsiteY4" fmla="*/ 7863 h 128091"/>
                <a:gd name="connsiteX5" fmla="*/ 165913 w 165937"/>
                <a:gd name="connsiteY5" fmla="*/ 8414 h 128091"/>
                <a:gd name="connsiteX6" fmla="*/ 157893 w 165937"/>
                <a:gd name="connsiteY6" fmla="*/ 128091 h 12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937" h="128091">
                  <a:moveTo>
                    <a:pt x="7863" y="128091"/>
                  </a:moveTo>
                  <a:lnTo>
                    <a:pt x="0" y="7863"/>
                  </a:lnTo>
                  <a:cubicBezTo>
                    <a:pt x="0" y="3520"/>
                    <a:pt x="3520" y="0"/>
                    <a:pt x="7863" y="0"/>
                  </a:cubicBezTo>
                  <a:lnTo>
                    <a:pt x="158050" y="0"/>
                  </a:lnTo>
                  <a:cubicBezTo>
                    <a:pt x="162393" y="0"/>
                    <a:pt x="165913" y="3520"/>
                    <a:pt x="165913" y="7863"/>
                  </a:cubicBezTo>
                  <a:cubicBezTo>
                    <a:pt x="165946" y="8046"/>
                    <a:pt x="165946" y="8231"/>
                    <a:pt x="165913" y="8414"/>
                  </a:cubicBezTo>
                  <a:lnTo>
                    <a:pt x="157893" y="128091"/>
                  </a:lnTo>
                </a:path>
              </a:pathLst>
            </a:custGeom>
            <a:noFill/>
            <a:ln w="15875" cap="flat">
              <a:solidFill>
                <a:srgbClr val="25408F"/>
              </a:solidFill>
              <a:prstDash val="solid"/>
              <a:miter/>
            </a:ln>
          </p:spPr>
          <p:txBody>
            <a:bodyPr rtlCol="0" anchor="ctr"/>
            <a:lstStyle/>
            <a:p>
              <a:endParaRPr lang="en-US"/>
            </a:p>
          </p:txBody>
        </p:sp>
        <p:sp>
          <p:nvSpPr>
            <p:cNvPr id="63" name="Forme libre : forme 62">
              <a:extLst>
                <a:ext uri="{FF2B5EF4-FFF2-40B4-BE49-F238E27FC236}">
                  <a16:creationId xmlns:a16="http://schemas.microsoft.com/office/drawing/2014/main" id="{4BB9F59D-A79D-4ED9-AB2A-1E25A1D75A6D}"/>
                </a:ext>
              </a:extLst>
            </p:cNvPr>
            <p:cNvSpPr/>
            <p:nvPr/>
          </p:nvSpPr>
          <p:spPr>
            <a:xfrm>
              <a:off x="9893994" y="1371215"/>
              <a:ext cx="52840" cy="20522"/>
            </a:xfrm>
            <a:custGeom>
              <a:avLst/>
              <a:gdLst>
                <a:gd name="connsiteX0" fmla="*/ 0 w 52840"/>
                <a:gd name="connsiteY0" fmla="*/ 20523 h 20522"/>
                <a:gd name="connsiteX1" fmla="*/ 52841 w 52840"/>
                <a:gd name="connsiteY1" fmla="*/ 20523 h 20522"/>
                <a:gd name="connsiteX2" fmla="*/ 52841 w 52840"/>
                <a:gd name="connsiteY2" fmla="*/ 0 h 20522"/>
              </a:gdLst>
              <a:ahLst/>
              <a:cxnLst>
                <a:cxn ang="0">
                  <a:pos x="connsiteX0" y="connsiteY0"/>
                </a:cxn>
                <a:cxn ang="0">
                  <a:pos x="connsiteX1" y="connsiteY1"/>
                </a:cxn>
                <a:cxn ang="0">
                  <a:pos x="connsiteX2" y="connsiteY2"/>
                </a:cxn>
              </a:cxnLst>
              <a:rect l="l" t="t" r="r" b="b"/>
              <a:pathLst>
                <a:path w="52840" h="20522">
                  <a:moveTo>
                    <a:pt x="0" y="20523"/>
                  </a:moveTo>
                  <a:lnTo>
                    <a:pt x="52841" y="20523"/>
                  </a:lnTo>
                  <a:lnTo>
                    <a:pt x="52841" y="0"/>
                  </a:lnTo>
                </a:path>
              </a:pathLst>
            </a:custGeom>
            <a:noFill/>
            <a:ln w="15875" cap="flat">
              <a:solidFill>
                <a:srgbClr val="25408F"/>
              </a:solidFill>
              <a:prstDash val="solid"/>
              <a:miter/>
            </a:ln>
          </p:spPr>
          <p:txBody>
            <a:bodyPr rtlCol="0" anchor="ctr"/>
            <a:lstStyle/>
            <a:p>
              <a:endParaRPr lang="en-US"/>
            </a:p>
          </p:txBody>
        </p:sp>
        <p:sp>
          <p:nvSpPr>
            <p:cNvPr id="64" name="Forme libre : forme 63">
              <a:extLst>
                <a:ext uri="{FF2B5EF4-FFF2-40B4-BE49-F238E27FC236}">
                  <a16:creationId xmlns:a16="http://schemas.microsoft.com/office/drawing/2014/main" id="{452A2EAF-13E6-4539-A2D6-8FF1FA3A57A2}"/>
                </a:ext>
              </a:extLst>
            </p:cNvPr>
            <p:cNvSpPr/>
            <p:nvPr/>
          </p:nvSpPr>
          <p:spPr>
            <a:xfrm>
              <a:off x="9686327" y="1371215"/>
              <a:ext cx="53784" cy="20522"/>
            </a:xfrm>
            <a:custGeom>
              <a:avLst/>
              <a:gdLst>
                <a:gd name="connsiteX0" fmla="*/ 53784 w 53784"/>
                <a:gd name="connsiteY0" fmla="*/ 20523 h 20522"/>
                <a:gd name="connsiteX1" fmla="*/ 0 w 53784"/>
                <a:gd name="connsiteY1" fmla="*/ 20523 h 20522"/>
                <a:gd name="connsiteX2" fmla="*/ 0 w 53784"/>
                <a:gd name="connsiteY2" fmla="*/ 0 h 20522"/>
              </a:gdLst>
              <a:ahLst/>
              <a:cxnLst>
                <a:cxn ang="0">
                  <a:pos x="connsiteX0" y="connsiteY0"/>
                </a:cxn>
                <a:cxn ang="0">
                  <a:pos x="connsiteX1" y="connsiteY1"/>
                </a:cxn>
                <a:cxn ang="0">
                  <a:pos x="connsiteX2" y="connsiteY2"/>
                </a:cxn>
              </a:cxnLst>
              <a:rect l="l" t="t" r="r" b="b"/>
              <a:pathLst>
                <a:path w="53784" h="20522">
                  <a:moveTo>
                    <a:pt x="53784" y="20523"/>
                  </a:moveTo>
                  <a:lnTo>
                    <a:pt x="0" y="20523"/>
                  </a:lnTo>
                  <a:lnTo>
                    <a:pt x="0" y="0"/>
                  </a:lnTo>
                </a:path>
              </a:pathLst>
            </a:custGeom>
            <a:noFill/>
            <a:ln w="15875" cap="flat">
              <a:solidFill>
                <a:srgbClr val="25408F"/>
              </a:solidFill>
              <a:prstDash val="solid"/>
              <a:miter/>
            </a:ln>
          </p:spPr>
          <p:txBody>
            <a:bodyPr rtlCol="0" anchor="ctr"/>
            <a:lstStyle/>
            <a:p>
              <a:endParaRPr lang="en-US"/>
            </a:p>
          </p:txBody>
        </p:sp>
        <p:sp>
          <p:nvSpPr>
            <p:cNvPr id="65" name="Forme libre : forme 64">
              <a:extLst>
                <a:ext uri="{FF2B5EF4-FFF2-40B4-BE49-F238E27FC236}">
                  <a16:creationId xmlns:a16="http://schemas.microsoft.com/office/drawing/2014/main" id="{A9C48D26-8762-4A33-84F3-A44140B2838B}"/>
                </a:ext>
              </a:extLst>
            </p:cNvPr>
            <p:cNvSpPr/>
            <p:nvPr/>
          </p:nvSpPr>
          <p:spPr>
            <a:xfrm>
              <a:off x="9770856" y="1449611"/>
              <a:ext cx="176843" cy="25889"/>
            </a:xfrm>
            <a:custGeom>
              <a:avLst/>
              <a:gdLst>
                <a:gd name="connsiteX0" fmla="*/ 0 w 176843"/>
                <a:gd name="connsiteY0" fmla="*/ 22961 h 25889"/>
                <a:gd name="connsiteX1" fmla="*/ 46157 w 176843"/>
                <a:gd name="connsiteY1" fmla="*/ 25870 h 25889"/>
                <a:gd name="connsiteX2" fmla="*/ 176843 w 176843"/>
                <a:gd name="connsiteY2" fmla="*/ 0 h 25889"/>
              </a:gdLst>
              <a:ahLst/>
              <a:cxnLst>
                <a:cxn ang="0">
                  <a:pos x="connsiteX0" y="connsiteY0"/>
                </a:cxn>
                <a:cxn ang="0">
                  <a:pos x="connsiteX1" y="connsiteY1"/>
                </a:cxn>
                <a:cxn ang="0">
                  <a:pos x="connsiteX2" y="connsiteY2"/>
                </a:cxn>
              </a:cxnLst>
              <a:rect l="l" t="t" r="r" b="b"/>
              <a:pathLst>
                <a:path w="176843" h="25889">
                  <a:moveTo>
                    <a:pt x="0" y="22961"/>
                  </a:moveTo>
                  <a:cubicBezTo>
                    <a:pt x="15310" y="24896"/>
                    <a:pt x="30725" y="25868"/>
                    <a:pt x="46157" y="25870"/>
                  </a:cubicBezTo>
                  <a:cubicBezTo>
                    <a:pt x="91038" y="26361"/>
                    <a:pt x="135534" y="17553"/>
                    <a:pt x="176843" y="0"/>
                  </a:cubicBezTo>
                </a:path>
              </a:pathLst>
            </a:custGeom>
            <a:noFill/>
            <a:ln w="15875" cap="flat">
              <a:solidFill>
                <a:srgbClr val="25408F"/>
              </a:solidFill>
              <a:prstDash val="solid"/>
              <a:miter/>
            </a:ln>
          </p:spPr>
          <p:txBody>
            <a:bodyPr rtlCol="0" anchor="ctr"/>
            <a:lstStyle/>
            <a:p>
              <a:endParaRPr lang="en-US"/>
            </a:p>
          </p:txBody>
        </p:sp>
        <p:sp>
          <p:nvSpPr>
            <p:cNvPr id="66" name="Forme libre : forme 65">
              <a:extLst>
                <a:ext uri="{FF2B5EF4-FFF2-40B4-BE49-F238E27FC236}">
                  <a16:creationId xmlns:a16="http://schemas.microsoft.com/office/drawing/2014/main" id="{A29BB6E2-19D5-4A8E-B0D9-357526DD2D03}"/>
                </a:ext>
              </a:extLst>
            </p:cNvPr>
            <p:cNvSpPr/>
            <p:nvPr/>
          </p:nvSpPr>
          <p:spPr>
            <a:xfrm>
              <a:off x="9686327" y="1449611"/>
              <a:ext cx="42146" cy="14704"/>
            </a:xfrm>
            <a:custGeom>
              <a:avLst/>
              <a:gdLst>
                <a:gd name="connsiteX0" fmla="*/ 0 w 42146"/>
                <a:gd name="connsiteY0" fmla="*/ 0 h 14704"/>
                <a:gd name="connsiteX1" fmla="*/ 42147 w 42146"/>
                <a:gd name="connsiteY1" fmla="*/ 14704 h 14704"/>
              </a:gdLst>
              <a:ahLst/>
              <a:cxnLst>
                <a:cxn ang="0">
                  <a:pos x="connsiteX0" y="connsiteY0"/>
                </a:cxn>
                <a:cxn ang="0">
                  <a:pos x="connsiteX1" y="connsiteY1"/>
                </a:cxn>
              </a:cxnLst>
              <a:rect l="l" t="t" r="r" b="b"/>
              <a:pathLst>
                <a:path w="42146" h="14704">
                  <a:moveTo>
                    <a:pt x="0" y="0"/>
                  </a:moveTo>
                  <a:cubicBezTo>
                    <a:pt x="13643" y="5994"/>
                    <a:pt x="27736" y="10910"/>
                    <a:pt x="42147" y="14704"/>
                  </a:cubicBezTo>
                </a:path>
              </a:pathLst>
            </a:custGeom>
            <a:noFill/>
            <a:ln w="15875" cap="flat">
              <a:solidFill>
                <a:srgbClr val="25408F"/>
              </a:solidFill>
              <a:prstDash val="solid"/>
              <a:miter/>
            </a:ln>
          </p:spPr>
          <p:txBody>
            <a:bodyPr rtlCol="0" anchor="ctr"/>
            <a:lstStyle/>
            <a:p>
              <a:endParaRPr lang="en-US"/>
            </a:p>
          </p:txBody>
        </p:sp>
        <p:sp>
          <p:nvSpPr>
            <p:cNvPr id="67" name="Forme libre : forme 66">
              <a:extLst>
                <a:ext uri="{FF2B5EF4-FFF2-40B4-BE49-F238E27FC236}">
                  <a16:creationId xmlns:a16="http://schemas.microsoft.com/office/drawing/2014/main" id="{4DF1F91A-973F-48CB-A51A-3C7A4A768837}"/>
                </a:ext>
              </a:extLst>
            </p:cNvPr>
            <p:cNvSpPr/>
            <p:nvPr/>
          </p:nvSpPr>
          <p:spPr>
            <a:xfrm>
              <a:off x="9817013" y="1474852"/>
              <a:ext cx="7863" cy="82327"/>
            </a:xfrm>
            <a:custGeom>
              <a:avLst/>
              <a:gdLst>
                <a:gd name="connsiteX0" fmla="*/ 0 w 7863"/>
                <a:gd name="connsiteY0" fmla="*/ 0 h 82327"/>
                <a:gd name="connsiteX1" fmla="*/ 0 w 7863"/>
                <a:gd name="connsiteY1" fmla="*/ 82328 h 82327"/>
              </a:gdLst>
              <a:ahLst/>
              <a:cxnLst>
                <a:cxn ang="0">
                  <a:pos x="connsiteX0" y="connsiteY0"/>
                </a:cxn>
                <a:cxn ang="0">
                  <a:pos x="connsiteX1" y="connsiteY1"/>
                </a:cxn>
              </a:cxnLst>
              <a:rect l="l" t="t" r="r" b="b"/>
              <a:pathLst>
                <a:path w="7863" h="82327">
                  <a:moveTo>
                    <a:pt x="0" y="0"/>
                  </a:moveTo>
                  <a:lnTo>
                    <a:pt x="0" y="82328"/>
                  </a:lnTo>
                </a:path>
              </a:pathLst>
            </a:custGeom>
            <a:noFill/>
            <a:ln w="15875" cap="flat">
              <a:solidFill>
                <a:srgbClr val="25408F"/>
              </a:solidFill>
              <a:prstDash val="solid"/>
              <a:miter/>
            </a:ln>
          </p:spPr>
          <p:txBody>
            <a:bodyPr rtlCol="0" anchor="ctr"/>
            <a:lstStyle/>
            <a:p>
              <a:endParaRPr lang="en-US"/>
            </a:p>
          </p:txBody>
        </p:sp>
        <p:sp>
          <p:nvSpPr>
            <p:cNvPr id="68" name="Forme libre : forme 67">
              <a:extLst>
                <a:ext uri="{FF2B5EF4-FFF2-40B4-BE49-F238E27FC236}">
                  <a16:creationId xmlns:a16="http://schemas.microsoft.com/office/drawing/2014/main" id="{B628E824-D1C8-4F22-A6AD-CE585569D005}"/>
                </a:ext>
              </a:extLst>
            </p:cNvPr>
            <p:cNvSpPr/>
            <p:nvPr/>
          </p:nvSpPr>
          <p:spPr>
            <a:xfrm>
              <a:off x="9744672" y="1519279"/>
              <a:ext cx="72341" cy="37900"/>
            </a:xfrm>
            <a:custGeom>
              <a:avLst/>
              <a:gdLst>
                <a:gd name="connsiteX0" fmla="*/ 72341 w 72341"/>
                <a:gd name="connsiteY0" fmla="*/ 0 h 37900"/>
                <a:gd name="connsiteX1" fmla="*/ 0 w 72341"/>
                <a:gd name="connsiteY1" fmla="*/ 37901 h 37900"/>
              </a:gdLst>
              <a:ahLst/>
              <a:cxnLst>
                <a:cxn ang="0">
                  <a:pos x="connsiteX0" y="connsiteY0"/>
                </a:cxn>
                <a:cxn ang="0">
                  <a:pos x="connsiteX1" y="connsiteY1"/>
                </a:cxn>
              </a:cxnLst>
              <a:rect l="l" t="t" r="r" b="b"/>
              <a:pathLst>
                <a:path w="72341" h="37900">
                  <a:moveTo>
                    <a:pt x="72341" y="0"/>
                  </a:moveTo>
                  <a:lnTo>
                    <a:pt x="0" y="37901"/>
                  </a:lnTo>
                </a:path>
              </a:pathLst>
            </a:custGeom>
            <a:noFill/>
            <a:ln w="15875" cap="flat">
              <a:solidFill>
                <a:srgbClr val="25408F"/>
              </a:solidFill>
              <a:prstDash val="solid"/>
              <a:miter/>
            </a:ln>
          </p:spPr>
          <p:txBody>
            <a:bodyPr rtlCol="0" anchor="ctr"/>
            <a:lstStyle/>
            <a:p>
              <a:endParaRPr lang="en-US"/>
            </a:p>
          </p:txBody>
        </p:sp>
        <p:sp>
          <p:nvSpPr>
            <p:cNvPr id="69" name="Forme libre : forme 68">
              <a:extLst>
                <a:ext uri="{FF2B5EF4-FFF2-40B4-BE49-F238E27FC236}">
                  <a16:creationId xmlns:a16="http://schemas.microsoft.com/office/drawing/2014/main" id="{BDF89AA2-97E3-489F-ACC2-4C3C02C6A38D}"/>
                </a:ext>
              </a:extLst>
            </p:cNvPr>
            <p:cNvSpPr/>
            <p:nvPr/>
          </p:nvSpPr>
          <p:spPr>
            <a:xfrm>
              <a:off x="9817013" y="1519279"/>
              <a:ext cx="72341" cy="37900"/>
            </a:xfrm>
            <a:custGeom>
              <a:avLst/>
              <a:gdLst>
                <a:gd name="connsiteX0" fmla="*/ 72341 w 72341"/>
                <a:gd name="connsiteY0" fmla="*/ 37901 h 37900"/>
                <a:gd name="connsiteX1" fmla="*/ 0 w 72341"/>
                <a:gd name="connsiteY1" fmla="*/ 0 h 37900"/>
              </a:gdLst>
              <a:ahLst/>
              <a:cxnLst>
                <a:cxn ang="0">
                  <a:pos x="connsiteX0" y="connsiteY0"/>
                </a:cxn>
                <a:cxn ang="0">
                  <a:pos x="connsiteX1" y="connsiteY1"/>
                </a:cxn>
              </a:cxnLst>
              <a:rect l="l" t="t" r="r" b="b"/>
              <a:pathLst>
                <a:path w="72341" h="37900">
                  <a:moveTo>
                    <a:pt x="72341" y="37901"/>
                  </a:moveTo>
                  <a:lnTo>
                    <a:pt x="0" y="0"/>
                  </a:lnTo>
                </a:path>
              </a:pathLst>
            </a:custGeom>
            <a:noFill/>
            <a:ln w="15875" cap="flat">
              <a:solidFill>
                <a:srgbClr val="25408F"/>
              </a:solidFill>
              <a:prstDash val="solid"/>
              <a:miter/>
            </a:ln>
          </p:spPr>
          <p:txBody>
            <a:bodyPr rtlCol="0" anchor="ctr"/>
            <a:lstStyle/>
            <a:p>
              <a:endParaRPr lang="en-US"/>
            </a:p>
          </p:txBody>
        </p:sp>
        <p:sp>
          <p:nvSpPr>
            <p:cNvPr id="70" name="Forme libre : forme 69">
              <a:extLst>
                <a:ext uri="{FF2B5EF4-FFF2-40B4-BE49-F238E27FC236}">
                  <a16:creationId xmlns:a16="http://schemas.microsoft.com/office/drawing/2014/main" id="{6B25BD50-B90B-4ED6-A788-D0826223B8A3}"/>
                </a:ext>
              </a:extLst>
            </p:cNvPr>
            <p:cNvSpPr/>
            <p:nvPr/>
          </p:nvSpPr>
          <p:spPr>
            <a:xfrm>
              <a:off x="9589295" y="1372945"/>
              <a:ext cx="52840" cy="20522"/>
            </a:xfrm>
            <a:custGeom>
              <a:avLst/>
              <a:gdLst>
                <a:gd name="connsiteX0" fmla="*/ 0 w 52840"/>
                <a:gd name="connsiteY0" fmla="*/ 20523 h 20522"/>
                <a:gd name="connsiteX1" fmla="*/ 52841 w 52840"/>
                <a:gd name="connsiteY1" fmla="*/ 20523 h 20522"/>
                <a:gd name="connsiteX2" fmla="*/ 52841 w 52840"/>
                <a:gd name="connsiteY2" fmla="*/ 0 h 20522"/>
              </a:gdLst>
              <a:ahLst/>
              <a:cxnLst>
                <a:cxn ang="0">
                  <a:pos x="connsiteX0" y="connsiteY0"/>
                </a:cxn>
                <a:cxn ang="0">
                  <a:pos x="connsiteX1" y="connsiteY1"/>
                </a:cxn>
                <a:cxn ang="0">
                  <a:pos x="connsiteX2" y="connsiteY2"/>
                </a:cxn>
              </a:cxnLst>
              <a:rect l="l" t="t" r="r" b="b"/>
              <a:pathLst>
                <a:path w="52840" h="20522">
                  <a:moveTo>
                    <a:pt x="0" y="20523"/>
                  </a:moveTo>
                  <a:lnTo>
                    <a:pt x="52841" y="20523"/>
                  </a:lnTo>
                  <a:lnTo>
                    <a:pt x="52841" y="0"/>
                  </a:lnTo>
                </a:path>
              </a:pathLst>
            </a:custGeom>
            <a:noFill/>
            <a:ln w="15875" cap="flat">
              <a:solidFill>
                <a:srgbClr val="25408F"/>
              </a:solidFill>
              <a:prstDash val="solid"/>
              <a:miter/>
            </a:ln>
          </p:spPr>
          <p:txBody>
            <a:bodyPr rtlCol="0" anchor="ctr"/>
            <a:lstStyle/>
            <a:p>
              <a:endParaRPr lang="en-US"/>
            </a:p>
          </p:txBody>
        </p:sp>
        <p:sp>
          <p:nvSpPr>
            <p:cNvPr id="71" name="Forme libre : forme 70">
              <a:extLst>
                <a:ext uri="{FF2B5EF4-FFF2-40B4-BE49-F238E27FC236}">
                  <a16:creationId xmlns:a16="http://schemas.microsoft.com/office/drawing/2014/main" id="{38DFF7C8-70A6-4510-B002-B7D1480388E7}"/>
                </a:ext>
              </a:extLst>
            </p:cNvPr>
            <p:cNvSpPr/>
            <p:nvPr/>
          </p:nvSpPr>
          <p:spPr>
            <a:xfrm>
              <a:off x="9381628" y="1372945"/>
              <a:ext cx="53784" cy="20522"/>
            </a:xfrm>
            <a:custGeom>
              <a:avLst/>
              <a:gdLst>
                <a:gd name="connsiteX0" fmla="*/ 53784 w 53784"/>
                <a:gd name="connsiteY0" fmla="*/ 20523 h 20522"/>
                <a:gd name="connsiteX1" fmla="*/ 0 w 53784"/>
                <a:gd name="connsiteY1" fmla="*/ 20523 h 20522"/>
                <a:gd name="connsiteX2" fmla="*/ 0 w 53784"/>
                <a:gd name="connsiteY2" fmla="*/ 0 h 20522"/>
              </a:gdLst>
              <a:ahLst/>
              <a:cxnLst>
                <a:cxn ang="0">
                  <a:pos x="connsiteX0" y="connsiteY0"/>
                </a:cxn>
                <a:cxn ang="0">
                  <a:pos x="connsiteX1" y="connsiteY1"/>
                </a:cxn>
                <a:cxn ang="0">
                  <a:pos x="connsiteX2" y="connsiteY2"/>
                </a:cxn>
              </a:cxnLst>
              <a:rect l="l" t="t" r="r" b="b"/>
              <a:pathLst>
                <a:path w="53784" h="20522">
                  <a:moveTo>
                    <a:pt x="53784" y="20523"/>
                  </a:moveTo>
                  <a:lnTo>
                    <a:pt x="0" y="20523"/>
                  </a:lnTo>
                  <a:lnTo>
                    <a:pt x="0" y="0"/>
                  </a:lnTo>
                </a:path>
              </a:pathLst>
            </a:custGeom>
            <a:noFill/>
            <a:ln w="15875" cap="flat">
              <a:solidFill>
                <a:srgbClr val="25408F"/>
              </a:solidFill>
              <a:prstDash val="solid"/>
              <a:miter/>
            </a:ln>
          </p:spPr>
          <p:txBody>
            <a:bodyPr rtlCol="0" anchor="ctr"/>
            <a:lstStyle/>
            <a:p>
              <a:endParaRPr lang="en-US"/>
            </a:p>
          </p:txBody>
        </p:sp>
        <p:sp>
          <p:nvSpPr>
            <p:cNvPr id="72" name="Forme libre : forme 71">
              <a:extLst>
                <a:ext uri="{FF2B5EF4-FFF2-40B4-BE49-F238E27FC236}">
                  <a16:creationId xmlns:a16="http://schemas.microsoft.com/office/drawing/2014/main" id="{E05E4B3F-A3AB-4CFF-AF95-BE812BE49FA4}"/>
                </a:ext>
              </a:extLst>
            </p:cNvPr>
            <p:cNvSpPr/>
            <p:nvPr/>
          </p:nvSpPr>
          <p:spPr>
            <a:xfrm>
              <a:off x="9589295" y="1451341"/>
              <a:ext cx="53705" cy="17534"/>
            </a:xfrm>
            <a:custGeom>
              <a:avLst/>
              <a:gdLst>
                <a:gd name="connsiteX0" fmla="*/ 0 w 53705"/>
                <a:gd name="connsiteY0" fmla="*/ 17535 h 17534"/>
                <a:gd name="connsiteX1" fmla="*/ 53706 w 53705"/>
                <a:gd name="connsiteY1" fmla="*/ 0 h 17534"/>
              </a:gdLst>
              <a:ahLst/>
              <a:cxnLst>
                <a:cxn ang="0">
                  <a:pos x="connsiteX0" y="connsiteY0"/>
                </a:cxn>
                <a:cxn ang="0">
                  <a:pos x="connsiteX1" y="connsiteY1"/>
                </a:cxn>
              </a:cxnLst>
              <a:rect l="l" t="t" r="r" b="b"/>
              <a:pathLst>
                <a:path w="53705" h="17534">
                  <a:moveTo>
                    <a:pt x="0" y="17535"/>
                  </a:moveTo>
                  <a:cubicBezTo>
                    <a:pt x="18435" y="13472"/>
                    <a:pt x="36425" y="7599"/>
                    <a:pt x="53706" y="0"/>
                  </a:cubicBezTo>
                </a:path>
              </a:pathLst>
            </a:custGeom>
            <a:noFill/>
            <a:ln w="15875" cap="flat">
              <a:solidFill>
                <a:srgbClr val="25408F"/>
              </a:solidFill>
              <a:prstDash val="solid"/>
              <a:miter/>
            </a:ln>
          </p:spPr>
          <p:txBody>
            <a:bodyPr rtlCol="0" anchor="ctr"/>
            <a:lstStyle/>
            <a:p>
              <a:endParaRPr lang="en-US"/>
            </a:p>
          </p:txBody>
        </p:sp>
        <p:sp>
          <p:nvSpPr>
            <p:cNvPr id="73" name="Forme libre : forme 72">
              <a:extLst>
                <a:ext uri="{FF2B5EF4-FFF2-40B4-BE49-F238E27FC236}">
                  <a16:creationId xmlns:a16="http://schemas.microsoft.com/office/drawing/2014/main" id="{4A4CEE2D-4DDE-4622-9341-28F5C2A73636}"/>
                </a:ext>
              </a:extLst>
            </p:cNvPr>
            <p:cNvSpPr/>
            <p:nvPr/>
          </p:nvSpPr>
          <p:spPr>
            <a:xfrm>
              <a:off x="9381707" y="1451341"/>
              <a:ext cx="166778" cy="25968"/>
            </a:xfrm>
            <a:custGeom>
              <a:avLst/>
              <a:gdLst>
                <a:gd name="connsiteX0" fmla="*/ 0 w 166778"/>
                <a:gd name="connsiteY0" fmla="*/ 0 h 25968"/>
                <a:gd name="connsiteX1" fmla="*/ 130922 w 166778"/>
                <a:gd name="connsiteY1" fmla="*/ 25949 h 25968"/>
                <a:gd name="connsiteX2" fmla="*/ 166778 w 166778"/>
                <a:gd name="connsiteY2" fmla="*/ 24219 h 25968"/>
              </a:gdLst>
              <a:ahLst/>
              <a:cxnLst>
                <a:cxn ang="0">
                  <a:pos x="connsiteX0" y="connsiteY0"/>
                </a:cxn>
                <a:cxn ang="0">
                  <a:pos x="connsiteX1" y="connsiteY1"/>
                </a:cxn>
                <a:cxn ang="0">
                  <a:pos x="connsiteX2" y="connsiteY2"/>
                </a:cxn>
              </a:cxnLst>
              <a:rect l="l" t="t" r="r" b="b"/>
              <a:pathLst>
                <a:path w="166778" h="25968">
                  <a:moveTo>
                    <a:pt x="0" y="0"/>
                  </a:moveTo>
                  <a:cubicBezTo>
                    <a:pt x="41376" y="17612"/>
                    <a:pt x="85956" y="26448"/>
                    <a:pt x="130922" y="25949"/>
                  </a:cubicBezTo>
                  <a:cubicBezTo>
                    <a:pt x="143110" y="25949"/>
                    <a:pt x="155141" y="25319"/>
                    <a:pt x="166778" y="24219"/>
                  </a:cubicBezTo>
                </a:path>
              </a:pathLst>
            </a:custGeom>
            <a:noFill/>
            <a:ln w="15875" cap="flat">
              <a:solidFill>
                <a:srgbClr val="25408F"/>
              </a:solidFill>
              <a:prstDash val="solid"/>
              <a:miter/>
            </a:ln>
          </p:spPr>
          <p:txBody>
            <a:bodyPr rtlCol="0" anchor="ctr"/>
            <a:lstStyle/>
            <a:p>
              <a:endParaRPr lang="en-US"/>
            </a:p>
          </p:txBody>
        </p:sp>
        <p:sp>
          <p:nvSpPr>
            <p:cNvPr id="74" name="Forme libre : forme 73">
              <a:extLst>
                <a:ext uri="{FF2B5EF4-FFF2-40B4-BE49-F238E27FC236}">
                  <a16:creationId xmlns:a16="http://schemas.microsoft.com/office/drawing/2014/main" id="{99753638-5D79-4D3E-AE11-ED52E6321EDE}"/>
                </a:ext>
              </a:extLst>
            </p:cNvPr>
            <p:cNvSpPr/>
            <p:nvPr/>
          </p:nvSpPr>
          <p:spPr>
            <a:xfrm>
              <a:off x="9512629" y="1476582"/>
              <a:ext cx="7863" cy="82406"/>
            </a:xfrm>
            <a:custGeom>
              <a:avLst/>
              <a:gdLst>
                <a:gd name="connsiteX0" fmla="*/ 0 w 7863"/>
                <a:gd name="connsiteY0" fmla="*/ 0 h 82406"/>
                <a:gd name="connsiteX1" fmla="*/ 0 w 7863"/>
                <a:gd name="connsiteY1" fmla="*/ 82406 h 82406"/>
              </a:gdLst>
              <a:ahLst/>
              <a:cxnLst>
                <a:cxn ang="0">
                  <a:pos x="connsiteX0" y="connsiteY0"/>
                </a:cxn>
                <a:cxn ang="0">
                  <a:pos x="connsiteX1" y="connsiteY1"/>
                </a:cxn>
              </a:cxnLst>
              <a:rect l="l" t="t" r="r" b="b"/>
              <a:pathLst>
                <a:path w="7863" h="82406">
                  <a:moveTo>
                    <a:pt x="0" y="0"/>
                  </a:moveTo>
                  <a:lnTo>
                    <a:pt x="0" y="82406"/>
                  </a:lnTo>
                </a:path>
              </a:pathLst>
            </a:custGeom>
            <a:noFill/>
            <a:ln w="15875" cap="flat">
              <a:solidFill>
                <a:srgbClr val="25408F"/>
              </a:solidFill>
              <a:prstDash val="solid"/>
              <a:miter/>
            </a:ln>
          </p:spPr>
          <p:txBody>
            <a:bodyPr rtlCol="0" anchor="ctr"/>
            <a:lstStyle/>
            <a:p>
              <a:endParaRPr lang="en-US"/>
            </a:p>
          </p:txBody>
        </p:sp>
        <p:sp>
          <p:nvSpPr>
            <p:cNvPr id="75" name="Forme libre : forme 74">
              <a:extLst>
                <a:ext uri="{FF2B5EF4-FFF2-40B4-BE49-F238E27FC236}">
                  <a16:creationId xmlns:a16="http://schemas.microsoft.com/office/drawing/2014/main" id="{78DBD840-6636-48DD-9025-A3BEC51E3697}"/>
                </a:ext>
              </a:extLst>
            </p:cNvPr>
            <p:cNvSpPr/>
            <p:nvPr/>
          </p:nvSpPr>
          <p:spPr>
            <a:xfrm>
              <a:off x="9440288" y="1521009"/>
              <a:ext cx="72341" cy="37979"/>
            </a:xfrm>
            <a:custGeom>
              <a:avLst/>
              <a:gdLst>
                <a:gd name="connsiteX0" fmla="*/ 72341 w 72341"/>
                <a:gd name="connsiteY0" fmla="*/ 0 h 37979"/>
                <a:gd name="connsiteX1" fmla="*/ 0 w 72341"/>
                <a:gd name="connsiteY1" fmla="*/ 37979 h 37979"/>
              </a:gdLst>
              <a:ahLst/>
              <a:cxnLst>
                <a:cxn ang="0">
                  <a:pos x="connsiteX0" y="connsiteY0"/>
                </a:cxn>
                <a:cxn ang="0">
                  <a:pos x="connsiteX1" y="connsiteY1"/>
                </a:cxn>
              </a:cxnLst>
              <a:rect l="l" t="t" r="r" b="b"/>
              <a:pathLst>
                <a:path w="72341" h="37979">
                  <a:moveTo>
                    <a:pt x="72341" y="0"/>
                  </a:moveTo>
                  <a:lnTo>
                    <a:pt x="0" y="37979"/>
                  </a:lnTo>
                </a:path>
              </a:pathLst>
            </a:custGeom>
            <a:noFill/>
            <a:ln w="15875" cap="flat">
              <a:solidFill>
                <a:srgbClr val="25408F"/>
              </a:solidFill>
              <a:prstDash val="solid"/>
              <a:miter/>
            </a:ln>
          </p:spPr>
          <p:txBody>
            <a:bodyPr rtlCol="0" anchor="ctr"/>
            <a:lstStyle/>
            <a:p>
              <a:endParaRPr lang="en-US"/>
            </a:p>
          </p:txBody>
        </p:sp>
        <p:sp>
          <p:nvSpPr>
            <p:cNvPr id="76" name="Forme libre : forme 75">
              <a:extLst>
                <a:ext uri="{FF2B5EF4-FFF2-40B4-BE49-F238E27FC236}">
                  <a16:creationId xmlns:a16="http://schemas.microsoft.com/office/drawing/2014/main" id="{B8828555-4ABC-42BA-9282-1F139B1BD20D}"/>
                </a:ext>
              </a:extLst>
            </p:cNvPr>
            <p:cNvSpPr/>
            <p:nvPr/>
          </p:nvSpPr>
          <p:spPr>
            <a:xfrm>
              <a:off x="9512629" y="1521009"/>
              <a:ext cx="72105" cy="37979"/>
            </a:xfrm>
            <a:custGeom>
              <a:avLst/>
              <a:gdLst>
                <a:gd name="connsiteX0" fmla="*/ 72105 w 72105"/>
                <a:gd name="connsiteY0" fmla="*/ 37979 h 37979"/>
                <a:gd name="connsiteX1" fmla="*/ 0 w 72105"/>
                <a:gd name="connsiteY1" fmla="*/ 0 h 37979"/>
              </a:gdLst>
              <a:ahLst/>
              <a:cxnLst>
                <a:cxn ang="0">
                  <a:pos x="connsiteX0" y="connsiteY0"/>
                </a:cxn>
                <a:cxn ang="0">
                  <a:pos x="connsiteX1" y="connsiteY1"/>
                </a:cxn>
              </a:cxnLst>
              <a:rect l="l" t="t" r="r" b="b"/>
              <a:pathLst>
                <a:path w="72105" h="37979">
                  <a:moveTo>
                    <a:pt x="72105" y="37979"/>
                  </a:moveTo>
                  <a:lnTo>
                    <a:pt x="0" y="0"/>
                  </a:lnTo>
                </a:path>
              </a:pathLst>
            </a:custGeom>
            <a:noFill/>
            <a:ln w="15875" cap="flat">
              <a:solidFill>
                <a:srgbClr val="25408F"/>
              </a:solidFill>
              <a:prstDash val="solid"/>
              <a:miter/>
            </a:ln>
          </p:spPr>
          <p:txBody>
            <a:bodyPr rtlCol="0" anchor="ctr"/>
            <a:lstStyle/>
            <a:p>
              <a:endParaRPr lang="en-US"/>
            </a:p>
          </p:txBody>
        </p:sp>
        <p:sp>
          <p:nvSpPr>
            <p:cNvPr id="77" name="Forme libre : forme 76">
              <a:extLst>
                <a:ext uri="{FF2B5EF4-FFF2-40B4-BE49-F238E27FC236}">
                  <a16:creationId xmlns:a16="http://schemas.microsoft.com/office/drawing/2014/main" id="{8D427F2B-8537-4F18-A06D-D6133B5440B4}"/>
                </a:ext>
              </a:extLst>
            </p:cNvPr>
            <p:cNvSpPr/>
            <p:nvPr/>
          </p:nvSpPr>
          <p:spPr>
            <a:xfrm>
              <a:off x="9409779" y="1165593"/>
              <a:ext cx="574766" cy="109691"/>
            </a:xfrm>
            <a:custGeom>
              <a:avLst/>
              <a:gdLst>
                <a:gd name="connsiteX0" fmla="*/ 0 w 574766"/>
                <a:gd name="connsiteY0" fmla="*/ 0 h 109691"/>
                <a:gd name="connsiteX1" fmla="*/ 537764 w 574766"/>
                <a:gd name="connsiteY1" fmla="*/ 0 h 109691"/>
                <a:gd name="connsiteX2" fmla="*/ 573777 w 574766"/>
                <a:gd name="connsiteY2" fmla="*/ 90348 h 109691"/>
                <a:gd name="connsiteX3" fmla="*/ 565799 w 574766"/>
                <a:gd name="connsiteY3" fmla="*/ 108705 h 109691"/>
                <a:gd name="connsiteX4" fmla="*/ 560645 w 574766"/>
                <a:gd name="connsiteY4" fmla="*/ 109692 h 109691"/>
                <a:gd name="connsiteX5" fmla="*/ 537056 w 574766"/>
                <a:gd name="connsiteY5" fmla="*/ 109692 h 109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4766" h="109691">
                  <a:moveTo>
                    <a:pt x="0" y="0"/>
                  </a:moveTo>
                  <a:lnTo>
                    <a:pt x="537764" y="0"/>
                  </a:lnTo>
                  <a:lnTo>
                    <a:pt x="573777" y="90348"/>
                  </a:lnTo>
                  <a:cubicBezTo>
                    <a:pt x="576643" y="97621"/>
                    <a:pt x="573071" y="105839"/>
                    <a:pt x="565799" y="108705"/>
                  </a:cubicBezTo>
                  <a:cubicBezTo>
                    <a:pt x="564157" y="109353"/>
                    <a:pt x="562410" y="109687"/>
                    <a:pt x="560645" y="109692"/>
                  </a:cubicBezTo>
                  <a:lnTo>
                    <a:pt x="537056" y="109692"/>
                  </a:lnTo>
                </a:path>
              </a:pathLst>
            </a:custGeom>
            <a:noFill/>
            <a:ln w="15875" cap="flat">
              <a:solidFill>
                <a:srgbClr val="25408F"/>
              </a:solidFill>
              <a:prstDash val="solid"/>
              <a:miter/>
            </a:ln>
          </p:spPr>
          <p:txBody>
            <a:bodyPr rtlCol="0" anchor="ctr"/>
            <a:lstStyle/>
            <a:p>
              <a:endParaRPr lang="en-US"/>
            </a:p>
          </p:txBody>
        </p:sp>
        <p:sp>
          <p:nvSpPr>
            <p:cNvPr id="78" name="Forme libre : forme 77">
              <a:extLst>
                <a:ext uri="{FF2B5EF4-FFF2-40B4-BE49-F238E27FC236}">
                  <a16:creationId xmlns:a16="http://schemas.microsoft.com/office/drawing/2014/main" id="{E0A5419B-58E9-4E82-9820-307D7F2B5984}"/>
                </a:ext>
              </a:extLst>
            </p:cNvPr>
            <p:cNvSpPr/>
            <p:nvPr/>
          </p:nvSpPr>
          <p:spPr>
            <a:xfrm>
              <a:off x="9355356" y="1191384"/>
              <a:ext cx="40818" cy="86966"/>
            </a:xfrm>
            <a:custGeom>
              <a:avLst/>
              <a:gdLst>
                <a:gd name="connsiteX0" fmla="*/ 40819 w 40818"/>
                <a:gd name="connsiteY0" fmla="*/ 86967 h 86966"/>
                <a:gd name="connsiteX1" fmla="*/ 14163 w 40818"/>
                <a:gd name="connsiteY1" fmla="*/ 86967 h 86966"/>
                <a:gd name="connsiteX2" fmla="*/ 0 w 40818"/>
                <a:gd name="connsiteY2" fmla="*/ 72823 h 86966"/>
                <a:gd name="connsiteX3" fmla="*/ 1896 w 40818"/>
                <a:gd name="connsiteY3" fmla="*/ 65736 h 86966"/>
                <a:gd name="connsiteX4" fmla="*/ 39325 w 40818"/>
                <a:gd name="connsiteY4" fmla="*/ 0 h 8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18" h="86966">
                  <a:moveTo>
                    <a:pt x="40819" y="86967"/>
                  </a:moveTo>
                  <a:lnTo>
                    <a:pt x="14163" y="86967"/>
                  </a:lnTo>
                  <a:cubicBezTo>
                    <a:pt x="6346" y="86972"/>
                    <a:pt x="5" y="80639"/>
                    <a:pt x="0" y="72823"/>
                  </a:cubicBezTo>
                  <a:cubicBezTo>
                    <a:pt x="-2" y="70335"/>
                    <a:pt x="652" y="67891"/>
                    <a:pt x="1896" y="65736"/>
                  </a:cubicBezTo>
                  <a:lnTo>
                    <a:pt x="39325" y="0"/>
                  </a:lnTo>
                </a:path>
              </a:pathLst>
            </a:custGeom>
            <a:noFill/>
            <a:ln w="15875" cap="flat">
              <a:solidFill>
                <a:srgbClr val="25408F"/>
              </a:solidFill>
              <a:prstDash val="solid"/>
              <a:miter/>
            </a:ln>
          </p:spPr>
          <p:txBody>
            <a:bodyPr rtlCol="0" anchor="ctr"/>
            <a:lstStyle/>
            <a:p>
              <a:endParaRPr lang="en-US"/>
            </a:p>
          </p:txBody>
        </p:sp>
        <p:sp>
          <p:nvSpPr>
            <p:cNvPr id="79" name="Forme libre : forme 78">
              <a:extLst>
                <a:ext uri="{FF2B5EF4-FFF2-40B4-BE49-F238E27FC236}">
                  <a16:creationId xmlns:a16="http://schemas.microsoft.com/office/drawing/2014/main" id="{6F247439-2387-4F32-B583-66C51750549C}"/>
                </a:ext>
              </a:extLst>
            </p:cNvPr>
            <p:cNvSpPr/>
            <p:nvPr/>
          </p:nvSpPr>
          <p:spPr>
            <a:xfrm>
              <a:off x="9734135" y="1242180"/>
              <a:ext cx="165913" cy="195321"/>
            </a:xfrm>
            <a:custGeom>
              <a:avLst/>
              <a:gdLst>
                <a:gd name="connsiteX0" fmla="*/ 7863 w 165913"/>
                <a:gd name="connsiteY0" fmla="*/ 194771 h 195321"/>
                <a:gd name="connsiteX1" fmla="*/ 0 w 165913"/>
                <a:gd name="connsiteY1" fmla="*/ 7863 h 195321"/>
                <a:gd name="connsiteX2" fmla="*/ 7863 w 165913"/>
                <a:gd name="connsiteY2" fmla="*/ 0 h 195321"/>
                <a:gd name="connsiteX3" fmla="*/ 8414 w 165913"/>
                <a:gd name="connsiteY3" fmla="*/ 0 h 195321"/>
                <a:gd name="connsiteX4" fmla="*/ 158050 w 165913"/>
                <a:gd name="connsiteY4" fmla="*/ 0 h 195321"/>
                <a:gd name="connsiteX5" fmla="*/ 165913 w 165913"/>
                <a:gd name="connsiteY5" fmla="*/ 7863 h 195321"/>
                <a:gd name="connsiteX6" fmla="*/ 165913 w 165913"/>
                <a:gd name="connsiteY6" fmla="*/ 8335 h 195321"/>
                <a:gd name="connsiteX7" fmla="*/ 158050 w 165913"/>
                <a:gd name="connsiteY7" fmla="*/ 195322 h 19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5913" h="195321">
                  <a:moveTo>
                    <a:pt x="7863" y="194771"/>
                  </a:moveTo>
                  <a:lnTo>
                    <a:pt x="0" y="7863"/>
                  </a:lnTo>
                  <a:cubicBezTo>
                    <a:pt x="0" y="3520"/>
                    <a:pt x="3520" y="0"/>
                    <a:pt x="7863" y="0"/>
                  </a:cubicBezTo>
                  <a:cubicBezTo>
                    <a:pt x="7863" y="0"/>
                    <a:pt x="7863" y="0"/>
                    <a:pt x="8414" y="0"/>
                  </a:cubicBezTo>
                  <a:lnTo>
                    <a:pt x="158050" y="0"/>
                  </a:lnTo>
                  <a:cubicBezTo>
                    <a:pt x="162393" y="0"/>
                    <a:pt x="165913" y="3520"/>
                    <a:pt x="165913" y="7863"/>
                  </a:cubicBezTo>
                  <a:cubicBezTo>
                    <a:pt x="165913" y="7863"/>
                    <a:pt x="165913" y="7863"/>
                    <a:pt x="165913" y="8335"/>
                  </a:cubicBezTo>
                  <a:lnTo>
                    <a:pt x="158050" y="195322"/>
                  </a:lnTo>
                </a:path>
              </a:pathLst>
            </a:custGeom>
            <a:noFill/>
            <a:ln w="15875" cap="flat">
              <a:solidFill>
                <a:srgbClr val="25408F"/>
              </a:solidFill>
              <a:prstDash val="solid"/>
              <a:miter/>
            </a:ln>
          </p:spPr>
          <p:txBody>
            <a:bodyPr rtlCol="0" anchor="ctr"/>
            <a:lstStyle/>
            <a:p>
              <a:endParaRPr lang="en-US"/>
            </a:p>
          </p:txBody>
        </p:sp>
        <p:sp>
          <p:nvSpPr>
            <p:cNvPr id="80" name="Forme libre : forme 79">
              <a:extLst>
                <a:ext uri="{FF2B5EF4-FFF2-40B4-BE49-F238E27FC236}">
                  <a16:creationId xmlns:a16="http://schemas.microsoft.com/office/drawing/2014/main" id="{53950EF1-34CC-4667-B143-9D8262528B14}"/>
                </a:ext>
              </a:extLst>
            </p:cNvPr>
            <p:cNvSpPr/>
            <p:nvPr/>
          </p:nvSpPr>
          <p:spPr>
            <a:xfrm>
              <a:off x="9429122" y="1243910"/>
              <a:ext cx="166227" cy="195321"/>
            </a:xfrm>
            <a:custGeom>
              <a:avLst/>
              <a:gdLst>
                <a:gd name="connsiteX0" fmla="*/ 8256 w 166227"/>
                <a:gd name="connsiteY0" fmla="*/ 194771 h 195321"/>
                <a:gd name="connsiteX1" fmla="*/ 0 w 166227"/>
                <a:gd name="connsiteY1" fmla="*/ 7863 h 195321"/>
                <a:gd name="connsiteX2" fmla="*/ 7863 w 166227"/>
                <a:gd name="connsiteY2" fmla="*/ 0 h 195321"/>
                <a:gd name="connsiteX3" fmla="*/ 158365 w 166227"/>
                <a:gd name="connsiteY3" fmla="*/ 0 h 195321"/>
                <a:gd name="connsiteX4" fmla="*/ 166228 w 166227"/>
                <a:gd name="connsiteY4" fmla="*/ 7863 h 195321"/>
                <a:gd name="connsiteX5" fmla="*/ 166228 w 166227"/>
                <a:gd name="connsiteY5" fmla="*/ 8335 h 195321"/>
                <a:gd name="connsiteX6" fmla="*/ 158365 w 166227"/>
                <a:gd name="connsiteY6" fmla="*/ 195322 h 19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227" h="195321">
                  <a:moveTo>
                    <a:pt x="8256" y="194771"/>
                  </a:moveTo>
                  <a:lnTo>
                    <a:pt x="0" y="7863"/>
                  </a:lnTo>
                  <a:cubicBezTo>
                    <a:pt x="0" y="3520"/>
                    <a:pt x="3520" y="0"/>
                    <a:pt x="7863" y="0"/>
                  </a:cubicBezTo>
                  <a:lnTo>
                    <a:pt x="158365" y="0"/>
                  </a:lnTo>
                  <a:cubicBezTo>
                    <a:pt x="162708" y="0"/>
                    <a:pt x="166228" y="3520"/>
                    <a:pt x="166228" y="7863"/>
                  </a:cubicBezTo>
                  <a:lnTo>
                    <a:pt x="166228" y="8335"/>
                  </a:lnTo>
                  <a:lnTo>
                    <a:pt x="158365" y="195322"/>
                  </a:lnTo>
                </a:path>
              </a:pathLst>
            </a:custGeom>
            <a:noFill/>
            <a:ln w="15875" cap="flat">
              <a:solidFill>
                <a:srgbClr val="25408F"/>
              </a:solidFill>
              <a:prstDash val="solid"/>
              <a:miter/>
            </a:ln>
          </p:spPr>
          <p:txBody>
            <a:bodyPr rtlCol="0" anchor="ctr"/>
            <a:lstStyle/>
            <a:p>
              <a:endParaRPr lang="en-US"/>
            </a:p>
          </p:txBody>
        </p:sp>
      </p:grpSp>
      <p:grpSp>
        <p:nvGrpSpPr>
          <p:cNvPr id="108" name="Graphic 2">
            <a:extLst>
              <a:ext uri="{FF2B5EF4-FFF2-40B4-BE49-F238E27FC236}">
                <a16:creationId xmlns:a16="http://schemas.microsoft.com/office/drawing/2014/main" id="{626664A2-A6D1-47E2-8840-0A0219747ECA}"/>
              </a:ext>
            </a:extLst>
          </p:cNvPr>
          <p:cNvGrpSpPr/>
          <p:nvPr/>
        </p:nvGrpSpPr>
        <p:grpSpPr>
          <a:xfrm>
            <a:off x="7010645" y="965584"/>
            <a:ext cx="650491" cy="576253"/>
            <a:chOff x="6942155" y="965584"/>
            <a:chExt cx="650491" cy="576253"/>
          </a:xfrm>
        </p:grpSpPr>
        <p:grpSp>
          <p:nvGrpSpPr>
            <p:cNvPr id="109" name="Graphic 2">
              <a:extLst>
                <a:ext uri="{FF2B5EF4-FFF2-40B4-BE49-F238E27FC236}">
                  <a16:creationId xmlns:a16="http://schemas.microsoft.com/office/drawing/2014/main" id="{74F5D00E-02C9-4984-A0F9-DA537C6879CA}"/>
                </a:ext>
              </a:extLst>
            </p:cNvPr>
            <p:cNvGrpSpPr/>
            <p:nvPr/>
          </p:nvGrpSpPr>
          <p:grpSpPr>
            <a:xfrm>
              <a:off x="7059487" y="965584"/>
              <a:ext cx="533158" cy="568403"/>
              <a:chOff x="7059487" y="965584"/>
              <a:chExt cx="533158" cy="568403"/>
            </a:xfrm>
            <a:noFill/>
          </p:grpSpPr>
          <p:sp>
            <p:nvSpPr>
              <p:cNvPr id="110" name="Forme libre : forme 109">
                <a:extLst>
                  <a:ext uri="{FF2B5EF4-FFF2-40B4-BE49-F238E27FC236}">
                    <a16:creationId xmlns:a16="http://schemas.microsoft.com/office/drawing/2014/main" id="{CFA0CB29-1318-4381-830D-BBD8367ABC05}"/>
                  </a:ext>
                </a:extLst>
              </p:cNvPr>
              <p:cNvSpPr/>
              <p:nvPr/>
            </p:nvSpPr>
            <p:spPr>
              <a:xfrm>
                <a:off x="7439815" y="1200083"/>
                <a:ext cx="121470" cy="333903"/>
              </a:xfrm>
              <a:custGeom>
                <a:avLst/>
                <a:gdLst>
                  <a:gd name="connsiteX0" fmla="*/ 121471 w 121470"/>
                  <a:gd name="connsiteY0" fmla="*/ 0 h 333903"/>
                  <a:gd name="connsiteX1" fmla="*/ 121471 w 121470"/>
                  <a:gd name="connsiteY1" fmla="*/ 333904 h 333903"/>
                  <a:gd name="connsiteX2" fmla="*/ 0 w 121470"/>
                  <a:gd name="connsiteY2" fmla="*/ 333904 h 333903"/>
                </a:gdLst>
                <a:ahLst/>
                <a:cxnLst>
                  <a:cxn ang="0">
                    <a:pos x="connsiteX0" y="connsiteY0"/>
                  </a:cxn>
                  <a:cxn ang="0">
                    <a:pos x="connsiteX1" y="connsiteY1"/>
                  </a:cxn>
                  <a:cxn ang="0">
                    <a:pos x="connsiteX2" y="connsiteY2"/>
                  </a:cxn>
                </a:cxnLst>
                <a:rect l="l" t="t" r="r" b="b"/>
                <a:pathLst>
                  <a:path w="121470" h="333903">
                    <a:moveTo>
                      <a:pt x="121471" y="0"/>
                    </a:moveTo>
                    <a:lnTo>
                      <a:pt x="121471" y="333904"/>
                    </a:lnTo>
                    <a:lnTo>
                      <a:pt x="0" y="333904"/>
                    </a:lnTo>
                  </a:path>
                </a:pathLst>
              </a:custGeom>
              <a:noFill/>
              <a:ln w="15875" cap="flat">
                <a:solidFill>
                  <a:srgbClr val="25408F"/>
                </a:solidFill>
                <a:prstDash val="solid"/>
                <a:miter/>
              </a:ln>
            </p:spPr>
            <p:txBody>
              <a:bodyPr rtlCol="0" anchor="ctr"/>
              <a:lstStyle/>
              <a:p>
                <a:endParaRPr lang="en-US"/>
              </a:p>
            </p:txBody>
          </p:sp>
          <p:sp>
            <p:nvSpPr>
              <p:cNvPr id="111" name="Forme libre : forme 110">
                <a:extLst>
                  <a:ext uri="{FF2B5EF4-FFF2-40B4-BE49-F238E27FC236}">
                    <a16:creationId xmlns:a16="http://schemas.microsoft.com/office/drawing/2014/main" id="{7CAD7F6C-CE6B-44A1-8F6B-2160C628C9B0}"/>
                  </a:ext>
                </a:extLst>
              </p:cNvPr>
              <p:cNvSpPr/>
              <p:nvPr/>
            </p:nvSpPr>
            <p:spPr>
              <a:xfrm>
                <a:off x="7441372" y="1064310"/>
                <a:ext cx="151274" cy="54061"/>
              </a:xfrm>
              <a:custGeom>
                <a:avLst/>
                <a:gdLst>
                  <a:gd name="connsiteX0" fmla="*/ 0 w 151274"/>
                  <a:gd name="connsiteY0" fmla="*/ 0 h 54061"/>
                  <a:gd name="connsiteX1" fmla="*/ 151274 w 151274"/>
                  <a:gd name="connsiteY1" fmla="*/ 54062 h 54061"/>
                </a:gdLst>
                <a:ahLst/>
                <a:cxnLst>
                  <a:cxn ang="0">
                    <a:pos x="connsiteX0" y="connsiteY0"/>
                  </a:cxn>
                  <a:cxn ang="0">
                    <a:pos x="connsiteX1" y="connsiteY1"/>
                  </a:cxn>
                </a:cxnLst>
                <a:rect l="l" t="t" r="r" b="b"/>
                <a:pathLst>
                  <a:path w="151274" h="54061">
                    <a:moveTo>
                      <a:pt x="0" y="0"/>
                    </a:moveTo>
                    <a:lnTo>
                      <a:pt x="151274" y="54062"/>
                    </a:lnTo>
                  </a:path>
                </a:pathLst>
              </a:custGeom>
              <a:noFill/>
              <a:ln w="15875" cap="flat">
                <a:solidFill>
                  <a:srgbClr val="25408F"/>
                </a:solidFill>
                <a:prstDash val="solid"/>
                <a:miter/>
              </a:ln>
            </p:spPr>
            <p:txBody>
              <a:bodyPr rtlCol="0" anchor="ctr"/>
              <a:lstStyle/>
              <a:p>
                <a:endParaRPr lang="en-US"/>
              </a:p>
            </p:txBody>
          </p:sp>
          <p:sp>
            <p:nvSpPr>
              <p:cNvPr id="112" name="Forme libre : forme 111">
                <a:extLst>
                  <a:ext uri="{FF2B5EF4-FFF2-40B4-BE49-F238E27FC236}">
                    <a16:creationId xmlns:a16="http://schemas.microsoft.com/office/drawing/2014/main" id="{A032CD1C-AF50-4F28-B83F-845B8DA9875D}"/>
                  </a:ext>
                </a:extLst>
              </p:cNvPr>
              <p:cNvSpPr/>
              <p:nvPr/>
            </p:nvSpPr>
            <p:spPr>
              <a:xfrm>
                <a:off x="7089297" y="1107873"/>
                <a:ext cx="8598" cy="115063"/>
              </a:xfrm>
              <a:custGeom>
                <a:avLst/>
                <a:gdLst>
                  <a:gd name="connsiteX0" fmla="*/ 0 w 8598"/>
                  <a:gd name="connsiteY0" fmla="*/ 0 h 115063"/>
                  <a:gd name="connsiteX1" fmla="*/ 0 w 8598"/>
                  <a:gd name="connsiteY1" fmla="*/ 115064 h 115063"/>
                </a:gdLst>
                <a:ahLst/>
                <a:cxnLst>
                  <a:cxn ang="0">
                    <a:pos x="connsiteX0" y="connsiteY0"/>
                  </a:cxn>
                  <a:cxn ang="0">
                    <a:pos x="connsiteX1" y="connsiteY1"/>
                  </a:cxn>
                </a:cxnLst>
                <a:rect l="l" t="t" r="r" b="b"/>
                <a:pathLst>
                  <a:path w="8598" h="115063">
                    <a:moveTo>
                      <a:pt x="0" y="0"/>
                    </a:moveTo>
                    <a:lnTo>
                      <a:pt x="0" y="115064"/>
                    </a:lnTo>
                  </a:path>
                </a:pathLst>
              </a:custGeom>
              <a:noFill/>
              <a:ln w="15875" cap="flat">
                <a:solidFill>
                  <a:srgbClr val="25408F"/>
                </a:solidFill>
                <a:prstDash val="solid"/>
                <a:miter/>
              </a:ln>
            </p:spPr>
            <p:txBody>
              <a:bodyPr rtlCol="0" anchor="ctr"/>
              <a:lstStyle/>
              <a:p>
                <a:endParaRPr lang="en-US"/>
              </a:p>
            </p:txBody>
          </p:sp>
          <p:sp>
            <p:nvSpPr>
              <p:cNvPr id="113" name="Forme libre : forme 112">
                <a:extLst>
                  <a:ext uri="{FF2B5EF4-FFF2-40B4-BE49-F238E27FC236}">
                    <a16:creationId xmlns:a16="http://schemas.microsoft.com/office/drawing/2014/main" id="{91A2950A-D1BC-4D58-AE1E-F6FF6622A106}"/>
                  </a:ext>
                </a:extLst>
              </p:cNvPr>
              <p:cNvSpPr/>
              <p:nvPr/>
            </p:nvSpPr>
            <p:spPr>
              <a:xfrm>
                <a:off x="7059487" y="1064310"/>
                <a:ext cx="151274" cy="54061"/>
              </a:xfrm>
              <a:custGeom>
                <a:avLst/>
                <a:gdLst>
                  <a:gd name="connsiteX0" fmla="*/ 151274 w 151274"/>
                  <a:gd name="connsiteY0" fmla="*/ 0 h 54061"/>
                  <a:gd name="connsiteX1" fmla="*/ 0 w 151274"/>
                  <a:gd name="connsiteY1" fmla="*/ 54062 h 54061"/>
                </a:gdLst>
                <a:ahLst/>
                <a:cxnLst>
                  <a:cxn ang="0">
                    <a:pos x="connsiteX0" y="connsiteY0"/>
                  </a:cxn>
                  <a:cxn ang="0">
                    <a:pos x="connsiteX1" y="connsiteY1"/>
                  </a:cxn>
                </a:cxnLst>
                <a:rect l="l" t="t" r="r" b="b"/>
                <a:pathLst>
                  <a:path w="151274" h="54061">
                    <a:moveTo>
                      <a:pt x="151274" y="0"/>
                    </a:moveTo>
                    <a:lnTo>
                      <a:pt x="0" y="54062"/>
                    </a:lnTo>
                  </a:path>
                </a:pathLst>
              </a:custGeom>
              <a:noFill/>
              <a:ln w="15875" cap="flat">
                <a:solidFill>
                  <a:srgbClr val="25408F"/>
                </a:solidFill>
                <a:prstDash val="solid"/>
                <a:miter/>
              </a:ln>
            </p:spPr>
            <p:txBody>
              <a:bodyPr rtlCol="0" anchor="ctr"/>
              <a:lstStyle/>
              <a:p>
                <a:endParaRPr lang="en-US"/>
              </a:p>
            </p:txBody>
          </p:sp>
          <p:sp>
            <p:nvSpPr>
              <p:cNvPr id="114" name="Forme libre : forme 113">
                <a:extLst>
                  <a:ext uri="{FF2B5EF4-FFF2-40B4-BE49-F238E27FC236}">
                    <a16:creationId xmlns:a16="http://schemas.microsoft.com/office/drawing/2014/main" id="{AB28062F-BA3F-426F-9019-FD9D7C3FAB39}"/>
                  </a:ext>
                </a:extLst>
              </p:cNvPr>
              <p:cNvSpPr/>
              <p:nvPr/>
            </p:nvSpPr>
            <p:spPr>
              <a:xfrm>
                <a:off x="7209512" y="965584"/>
                <a:ext cx="229827" cy="568403"/>
              </a:xfrm>
              <a:custGeom>
                <a:avLst/>
                <a:gdLst>
                  <a:gd name="connsiteX0" fmla="*/ 137901 w 229827"/>
                  <a:gd name="connsiteY0" fmla="*/ 568403 h 568403"/>
                  <a:gd name="connsiteX1" fmla="*/ 229827 w 229827"/>
                  <a:gd name="connsiteY1" fmla="*/ 568403 h 568403"/>
                  <a:gd name="connsiteX2" fmla="*/ 229827 w 229827"/>
                  <a:gd name="connsiteY2" fmla="*/ 63019 h 568403"/>
                  <a:gd name="connsiteX3" fmla="*/ 115381 w 229827"/>
                  <a:gd name="connsiteY3" fmla="*/ 0 h 568403"/>
                  <a:gd name="connsiteX4" fmla="*/ 836 w 229827"/>
                  <a:gd name="connsiteY4" fmla="*/ 63019 h 568403"/>
                  <a:gd name="connsiteX5" fmla="*/ 0 w 229827"/>
                  <a:gd name="connsiteY5" fmla="*/ 309960 h 56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827" h="568403">
                    <a:moveTo>
                      <a:pt x="137901" y="568403"/>
                    </a:moveTo>
                    <a:lnTo>
                      <a:pt x="229827" y="568403"/>
                    </a:lnTo>
                    <a:lnTo>
                      <a:pt x="229827" y="63019"/>
                    </a:lnTo>
                    <a:lnTo>
                      <a:pt x="115381" y="0"/>
                    </a:lnTo>
                    <a:lnTo>
                      <a:pt x="836" y="63019"/>
                    </a:lnTo>
                    <a:lnTo>
                      <a:pt x="0" y="309960"/>
                    </a:lnTo>
                  </a:path>
                </a:pathLst>
              </a:custGeom>
              <a:noFill/>
              <a:ln w="15875" cap="flat">
                <a:solidFill>
                  <a:srgbClr val="25408F"/>
                </a:solidFill>
                <a:prstDash val="solid"/>
                <a:miter/>
              </a:ln>
            </p:spPr>
            <p:txBody>
              <a:bodyPr rtlCol="0" anchor="ctr"/>
              <a:lstStyle/>
              <a:p>
                <a:endParaRPr lang="en-US"/>
              </a:p>
            </p:txBody>
          </p:sp>
        </p:grpSp>
        <p:sp>
          <p:nvSpPr>
            <p:cNvPr id="115" name="Forme libre : forme 114">
              <a:extLst>
                <a:ext uri="{FF2B5EF4-FFF2-40B4-BE49-F238E27FC236}">
                  <a16:creationId xmlns:a16="http://schemas.microsoft.com/office/drawing/2014/main" id="{36B6A712-DDAE-45FD-8EFA-D6E383AC9562}"/>
                </a:ext>
              </a:extLst>
            </p:cNvPr>
            <p:cNvSpPr/>
            <p:nvPr/>
          </p:nvSpPr>
          <p:spPr>
            <a:xfrm>
              <a:off x="6942155" y="1278290"/>
              <a:ext cx="430507" cy="206182"/>
            </a:xfrm>
            <a:custGeom>
              <a:avLst/>
              <a:gdLst>
                <a:gd name="connsiteX0" fmla="*/ 393602 w 430507"/>
                <a:gd name="connsiteY0" fmla="*/ 0 h 206182"/>
                <a:gd name="connsiteX1" fmla="*/ 430508 w 430507"/>
                <a:gd name="connsiteY1" fmla="*/ 0 h 206182"/>
                <a:gd name="connsiteX2" fmla="*/ 430508 w 430507"/>
                <a:gd name="connsiteY2" fmla="*/ 206183 h 206182"/>
                <a:gd name="connsiteX3" fmla="*/ 393602 w 430507"/>
                <a:gd name="connsiteY3" fmla="*/ 206183 h 206182"/>
                <a:gd name="connsiteX4" fmla="*/ 36906 w 430507"/>
                <a:gd name="connsiteY4" fmla="*/ 206183 h 206182"/>
                <a:gd name="connsiteX5" fmla="*/ 0 w 430507"/>
                <a:gd name="connsiteY5" fmla="*/ 206183 h 206182"/>
                <a:gd name="connsiteX6" fmla="*/ 0 w 430507"/>
                <a:gd name="connsiteY6" fmla="*/ 0 h 206182"/>
                <a:gd name="connsiteX7" fmla="*/ 36906 w 430507"/>
                <a:gd name="connsiteY7" fmla="*/ 0 h 20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507" h="206182">
                  <a:moveTo>
                    <a:pt x="393602" y="0"/>
                  </a:moveTo>
                  <a:cubicBezTo>
                    <a:pt x="413984" y="0"/>
                    <a:pt x="430508" y="0"/>
                    <a:pt x="430508" y="0"/>
                  </a:cubicBezTo>
                  <a:lnTo>
                    <a:pt x="430508" y="206183"/>
                  </a:lnTo>
                  <a:cubicBezTo>
                    <a:pt x="430508" y="206183"/>
                    <a:pt x="413984" y="206183"/>
                    <a:pt x="393602" y="206183"/>
                  </a:cubicBezTo>
                  <a:lnTo>
                    <a:pt x="36906" y="206183"/>
                  </a:lnTo>
                  <a:cubicBezTo>
                    <a:pt x="16523" y="206183"/>
                    <a:pt x="0" y="206183"/>
                    <a:pt x="0" y="206183"/>
                  </a:cubicBezTo>
                  <a:lnTo>
                    <a:pt x="0" y="0"/>
                  </a:lnTo>
                  <a:cubicBezTo>
                    <a:pt x="0" y="0"/>
                    <a:pt x="16523" y="0"/>
                    <a:pt x="36906" y="0"/>
                  </a:cubicBezTo>
                  <a:close/>
                </a:path>
              </a:pathLst>
            </a:custGeom>
            <a:noFill/>
            <a:ln w="15875" cap="flat">
              <a:solidFill>
                <a:srgbClr val="25408F"/>
              </a:solidFill>
              <a:prstDash val="solid"/>
              <a:miter/>
            </a:ln>
          </p:spPr>
          <p:txBody>
            <a:bodyPr rtlCol="0" anchor="ctr"/>
            <a:lstStyle/>
            <a:p>
              <a:endParaRPr lang="en-US"/>
            </a:p>
          </p:txBody>
        </p:sp>
        <p:sp>
          <p:nvSpPr>
            <p:cNvPr id="116" name="Forme libre : forme 115">
              <a:extLst>
                <a:ext uri="{FF2B5EF4-FFF2-40B4-BE49-F238E27FC236}">
                  <a16:creationId xmlns:a16="http://schemas.microsoft.com/office/drawing/2014/main" id="{B5159840-1A94-4701-B631-A6B58A700F02}"/>
                </a:ext>
              </a:extLst>
            </p:cNvPr>
            <p:cNvSpPr/>
            <p:nvPr/>
          </p:nvSpPr>
          <p:spPr>
            <a:xfrm>
              <a:off x="7276546" y="1487949"/>
              <a:ext cx="8598" cy="53888"/>
            </a:xfrm>
            <a:custGeom>
              <a:avLst/>
              <a:gdLst>
                <a:gd name="connsiteX0" fmla="*/ 0 w 8598"/>
                <a:gd name="connsiteY0" fmla="*/ 0 h 53888"/>
                <a:gd name="connsiteX1" fmla="*/ 0 w 8598"/>
                <a:gd name="connsiteY1" fmla="*/ 53889 h 53888"/>
              </a:gdLst>
              <a:ahLst/>
              <a:cxnLst>
                <a:cxn ang="0">
                  <a:pos x="connsiteX0" y="connsiteY0"/>
                </a:cxn>
                <a:cxn ang="0">
                  <a:pos x="connsiteX1" y="connsiteY1"/>
                </a:cxn>
              </a:cxnLst>
              <a:rect l="l" t="t" r="r" b="b"/>
              <a:pathLst>
                <a:path w="8598" h="53888">
                  <a:moveTo>
                    <a:pt x="0" y="0"/>
                  </a:moveTo>
                  <a:lnTo>
                    <a:pt x="0" y="53889"/>
                  </a:lnTo>
                </a:path>
              </a:pathLst>
            </a:custGeom>
            <a:ln w="15875" cap="flat">
              <a:solidFill>
                <a:srgbClr val="25408F"/>
              </a:solidFill>
              <a:prstDash val="solid"/>
              <a:miter/>
            </a:ln>
          </p:spPr>
          <p:txBody>
            <a:bodyPr rtlCol="0" anchor="ctr"/>
            <a:lstStyle/>
            <a:p>
              <a:endParaRPr lang="en-US"/>
            </a:p>
          </p:txBody>
        </p:sp>
        <p:sp>
          <p:nvSpPr>
            <p:cNvPr id="117" name="Forme libre : forme 116">
              <a:extLst>
                <a:ext uri="{FF2B5EF4-FFF2-40B4-BE49-F238E27FC236}">
                  <a16:creationId xmlns:a16="http://schemas.microsoft.com/office/drawing/2014/main" id="{698CC9AB-812C-4475-97F5-3C1AFC2723A6}"/>
                </a:ext>
              </a:extLst>
            </p:cNvPr>
            <p:cNvSpPr/>
            <p:nvPr/>
          </p:nvSpPr>
          <p:spPr>
            <a:xfrm>
              <a:off x="7039863" y="1487949"/>
              <a:ext cx="8598" cy="53888"/>
            </a:xfrm>
            <a:custGeom>
              <a:avLst/>
              <a:gdLst>
                <a:gd name="connsiteX0" fmla="*/ 0 w 8598"/>
                <a:gd name="connsiteY0" fmla="*/ 0 h 53888"/>
                <a:gd name="connsiteX1" fmla="*/ 0 w 8598"/>
                <a:gd name="connsiteY1" fmla="*/ 53889 h 53888"/>
              </a:gdLst>
              <a:ahLst/>
              <a:cxnLst>
                <a:cxn ang="0">
                  <a:pos x="connsiteX0" y="connsiteY0"/>
                </a:cxn>
                <a:cxn ang="0">
                  <a:pos x="connsiteX1" y="connsiteY1"/>
                </a:cxn>
              </a:cxnLst>
              <a:rect l="l" t="t" r="r" b="b"/>
              <a:pathLst>
                <a:path w="8598" h="53888">
                  <a:moveTo>
                    <a:pt x="0" y="0"/>
                  </a:moveTo>
                  <a:lnTo>
                    <a:pt x="0" y="53889"/>
                  </a:lnTo>
                </a:path>
              </a:pathLst>
            </a:custGeom>
            <a:ln w="15875" cap="flat">
              <a:solidFill>
                <a:srgbClr val="25408F"/>
              </a:solidFill>
              <a:prstDash val="solid"/>
              <a:miter/>
            </a:ln>
          </p:spPr>
          <p:txBody>
            <a:bodyPr rtlCol="0" anchor="ctr"/>
            <a:lstStyle/>
            <a:p>
              <a:endParaRPr lang="en-US"/>
            </a:p>
          </p:txBody>
        </p:sp>
        <p:sp>
          <p:nvSpPr>
            <p:cNvPr id="118" name="Forme libre : forme 117">
              <a:extLst>
                <a:ext uri="{FF2B5EF4-FFF2-40B4-BE49-F238E27FC236}">
                  <a16:creationId xmlns:a16="http://schemas.microsoft.com/office/drawing/2014/main" id="{EEDF5790-9E6E-4D0F-9093-F3CC39694AAA}"/>
                </a:ext>
              </a:extLst>
            </p:cNvPr>
            <p:cNvSpPr/>
            <p:nvPr/>
          </p:nvSpPr>
          <p:spPr>
            <a:xfrm>
              <a:off x="7034000" y="1338866"/>
              <a:ext cx="62083" cy="82839"/>
            </a:xfrm>
            <a:custGeom>
              <a:avLst/>
              <a:gdLst>
                <a:gd name="connsiteX0" fmla="*/ 13527 w 62083"/>
                <a:gd name="connsiteY0" fmla="*/ 49789 h 82839"/>
                <a:gd name="connsiteX1" fmla="*/ 13527 w 62083"/>
                <a:gd name="connsiteY1" fmla="*/ 82839 h 82839"/>
                <a:gd name="connsiteX2" fmla="*/ 0 w 62083"/>
                <a:gd name="connsiteY2" fmla="*/ 82839 h 82839"/>
                <a:gd name="connsiteX3" fmla="*/ 0 w 62083"/>
                <a:gd name="connsiteY3" fmla="*/ 112 h 82839"/>
                <a:gd name="connsiteX4" fmla="*/ 23373 w 62083"/>
                <a:gd name="connsiteY4" fmla="*/ 112 h 82839"/>
                <a:gd name="connsiteX5" fmla="*/ 47086 w 62083"/>
                <a:gd name="connsiteY5" fmla="*/ 6108 h 82839"/>
                <a:gd name="connsiteX6" fmla="*/ 54782 w 62083"/>
                <a:gd name="connsiteY6" fmla="*/ 24212 h 82839"/>
                <a:gd name="connsiteX7" fmla="*/ 38710 w 62083"/>
                <a:gd name="connsiteY7" fmla="*/ 46224 h 82839"/>
                <a:gd name="connsiteX8" fmla="*/ 62083 w 62083"/>
                <a:gd name="connsiteY8" fmla="*/ 82835 h 82839"/>
                <a:gd name="connsiteX9" fmla="*/ 46688 w 62083"/>
                <a:gd name="connsiteY9" fmla="*/ 82835 h 82839"/>
                <a:gd name="connsiteX10" fmla="*/ 26883 w 62083"/>
                <a:gd name="connsiteY10" fmla="*/ 49785 h 82839"/>
                <a:gd name="connsiteX11" fmla="*/ 13527 w 62083"/>
                <a:gd name="connsiteY11" fmla="*/ 38588 h 82839"/>
                <a:gd name="connsiteX12" fmla="*/ 22919 w 62083"/>
                <a:gd name="connsiteY12" fmla="*/ 38588 h 82839"/>
                <a:gd name="connsiteX13" fmla="*/ 36615 w 62083"/>
                <a:gd name="connsiteY13" fmla="*/ 35078 h 82839"/>
                <a:gd name="connsiteX14" fmla="*/ 40859 w 62083"/>
                <a:gd name="connsiteY14" fmla="*/ 24665 h 82839"/>
                <a:gd name="connsiteX15" fmla="*/ 36275 w 62083"/>
                <a:gd name="connsiteY15" fmla="*/ 14590 h 82839"/>
                <a:gd name="connsiteX16" fmla="*/ 22466 w 62083"/>
                <a:gd name="connsiteY16" fmla="*/ 11534 h 82839"/>
                <a:gd name="connsiteX17" fmla="*/ 13524 w 62083"/>
                <a:gd name="connsiteY17" fmla="*/ 11534 h 8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2083" h="82839">
                  <a:moveTo>
                    <a:pt x="13527" y="49789"/>
                  </a:moveTo>
                  <a:lnTo>
                    <a:pt x="13527" y="82839"/>
                  </a:lnTo>
                  <a:lnTo>
                    <a:pt x="0" y="82839"/>
                  </a:lnTo>
                  <a:lnTo>
                    <a:pt x="0" y="112"/>
                  </a:lnTo>
                  <a:lnTo>
                    <a:pt x="23373" y="112"/>
                  </a:lnTo>
                  <a:cubicBezTo>
                    <a:pt x="31719" y="-526"/>
                    <a:pt x="40045" y="1580"/>
                    <a:pt x="47086" y="6108"/>
                  </a:cubicBezTo>
                  <a:cubicBezTo>
                    <a:pt x="52418" y="10550"/>
                    <a:pt x="55283" y="17290"/>
                    <a:pt x="54782" y="24212"/>
                  </a:cubicBezTo>
                  <a:cubicBezTo>
                    <a:pt x="54938" y="34314"/>
                    <a:pt x="48380" y="43295"/>
                    <a:pt x="38710" y="46224"/>
                  </a:cubicBezTo>
                  <a:lnTo>
                    <a:pt x="62083" y="82835"/>
                  </a:lnTo>
                  <a:lnTo>
                    <a:pt x="46688" y="82835"/>
                  </a:lnTo>
                  <a:lnTo>
                    <a:pt x="26883" y="49785"/>
                  </a:lnTo>
                  <a:close/>
                  <a:moveTo>
                    <a:pt x="13527" y="38588"/>
                  </a:moveTo>
                  <a:lnTo>
                    <a:pt x="22919" y="38588"/>
                  </a:lnTo>
                  <a:cubicBezTo>
                    <a:pt x="27751" y="39005"/>
                    <a:pt x="32580" y="37767"/>
                    <a:pt x="36615" y="35078"/>
                  </a:cubicBezTo>
                  <a:cubicBezTo>
                    <a:pt x="39570" y="32454"/>
                    <a:pt x="41138" y="28606"/>
                    <a:pt x="40859" y="24665"/>
                  </a:cubicBezTo>
                  <a:cubicBezTo>
                    <a:pt x="41206" y="20735"/>
                    <a:pt x="39466" y="16911"/>
                    <a:pt x="36275" y="14590"/>
                  </a:cubicBezTo>
                  <a:cubicBezTo>
                    <a:pt x="32058" y="12274"/>
                    <a:pt x="27267" y="11212"/>
                    <a:pt x="22466" y="11534"/>
                  </a:cubicBezTo>
                  <a:lnTo>
                    <a:pt x="13524" y="11534"/>
                  </a:lnTo>
                  <a:close/>
                </a:path>
              </a:pathLst>
            </a:custGeom>
            <a:solidFill>
              <a:srgbClr val="25408F"/>
            </a:solidFill>
            <a:ln w="15875" cap="flat">
              <a:noFill/>
              <a:prstDash val="solid"/>
              <a:miter/>
            </a:ln>
          </p:spPr>
          <p:txBody>
            <a:bodyPr rtlCol="0" anchor="ctr"/>
            <a:lstStyle/>
            <a:p>
              <a:endParaRPr lang="en-US"/>
            </a:p>
          </p:txBody>
        </p:sp>
        <p:sp>
          <p:nvSpPr>
            <p:cNvPr id="119" name="Forme libre : forme 118">
              <a:extLst>
                <a:ext uri="{FF2B5EF4-FFF2-40B4-BE49-F238E27FC236}">
                  <a16:creationId xmlns:a16="http://schemas.microsoft.com/office/drawing/2014/main" id="{9822F72D-461D-4788-B6C2-FCE985E7A19C}"/>
                </a:ext>
              </a:extLst>
            </p:cNvPr>
            <p:cNvSpPr/>
            <p:nvPr/>
          </p:nvSpPr>
          <p:spPr>
            <a:xfrm>
              <a:off x="7102873" y="1357950"/>
              <a:ext cx="55508" cy="64945"/>
            </a:xfrm>
            <a:custGeom>
              <a:avLst/>
              <a:gdLst>
                <a:gd name="connsiteX0" fmla="*/ 31127 w 55508"/>
                <a:gd name="connsiteY0" fmla="*/ 64896 h 64945"/>
                <a:gd name="connsiteX1" fmla="*/ 8292 w 55508"/>
                <a:gd name="connsiteY1" fmla="*/ 56383 h 64945"/>
                <a:gd name="connsiteX2" fmla="*/ 59 w 55508"/>
                <a:gd name="connsiteY2" fmla="*/ 32922 h 64945"/>
                <a:gd name="connsiteX3" fmla="*/ 7696 w 55508"/>
                <a:gd name="connsiteY3" fmla="*/ 8806 h 64945"/>
                <a:gd name="connsiteX4" fmla="*/ 28692 w 55508"/>
                <a:gd name="connsiteY4" fmla="*/ 35 h 64945"/>
                <a:gd name="connsiteX5" fmla="*/ 48274 w 55508"/>
                <a:gd name="connsiteY5" fmla="*/ 7559 h 64945"/>
                <a:gd name="connsiteX6" fmla="*/ 55462 w 55508"/>
                <a:gd name="connsiteY6" fmla="*/ 28266 h 64945"/>
                <a:gd name="connsiteX7" fmla="*/ 55462 w 55508"/>
                <a:gd name="connsiteY7" fmla="*/ 35453 h 64945"/>
                <a:gd name="connsiteX8" fmla="*/ 13754 w 55508"/>
                <a:gd name="connsiteY8" fmla="*/ 35453 h 64945"/>
                <a:gd name="connsiteX9" fmla="*/ 18674 w 55508"/>
                <a:gd name="connsiteY9" fmla="*/ 49460 h 64945"/>
                <a:gd name="connsiteX10" fmla="*/ 31744 w 55508"/>
                <a:gd name="connsiteY10" fmla="*/ 54361 h 64945"/>
                <a:gd name="connsiteX11" fmla="*/ 42073 w 55508"/>
                <a:gd name="connsiteY11" fmla="*/ 53319 h 64945"/>
                <a:gd name="connsiteX12" fmla="*/ 52342 w 55508"/>
                <a:gd name="connsiteY12" fmla="*/ 49827 h 64945"/>
                <a:gd name="connsiteX13" fmla="*/ 52342 w 55508"/>
                <a:gd name="connsiteY13" fmla="*/ 60648 h 64945"/>
                <a:gd name="connsiteX14" fmla="*/ 42497 w 55508"/>
                <a:gd name="connsiteY14" fmla="*/ 63923 h 64945"/>
                <a:gd name="connsiteX15" fmla="*/ 31127 w 55508"/>
                <a:gd name="connsiteY15" fmla="*/ 64896 h 64945"/>
                <a:gd name="connsiteX16" fmla="*/ 28692 w 55508"/>
                <a:gd name="connsiteY16" fmla="*/ 10113 h 64945"/>
                <a:gd name="connsiteX17" fmla="*/ 18536 w 55508"/>
                <a:gd name="connsiteY17" fmla="*/ 14127 h 64945"/>
                <a:gd name="connsiteX18" fmla="*/ 13979 w 55508"/>
                <a:gd name="connsiteY18" fmla="*/ 25849 h 64945"/>
                <a:gd name="connsiteX19" fmla="*/ 42386 w 55508"/>
                <a:gd name="connsiteY19" fmla="*/ 25849 h 64945"/>
                <a:gd name="connsiteX20" fmla="*/ 38649 w 55508"/>
                <a:gd name="connsiteY20" fmla="*/ 14093 h 64945"/>
                <a:gd name="connsiteX21" fmla="*/ 28692 w 55508"/>
                <a:gd name="connsiteY21" fmla="*/ 10115 h 6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5508" h="64945">
                  <a:moveTo>
                    <a:pt x="31127" y="64896"/>
                  </a:moveTo>
                  <a:cubicBezTo>
                    <a:pt x="22659" y="65382"/>
                    <a:pt x="14375" y="62294"/>
                    <a:pt x="8292" y="56383"/>
                  </a:cubicBezTo>
                  <a:cubicBezTo>
                    <a:pt x="2534" y="49970"/>
                    <a:pt x="-429" y="41526"/>
                    <a:pt x="59" y="32922"/>
                  </a:cubicBezTo>
                  <a:cubicBezTo>
                    <a:pt x="-442" y="24218"/>
                    <a:pt x="2276" y="15635"/>
                    <a:pt x="7696" y="8806"/>
                  </a:cubicBezTo>
                  <a:cubicBezTo>
                    <a:pt x="13011" y="2861"/>
                    <a:pt x="20728" y="-363"/>
                    <a:pt x="28692" y="35"/>
                  </a:cubicBezTo>
                  <a:cubicBezTo>
                    <a:pt x="35990" y="-346"/>
                    <a:pt x="43108" y="2389"/>
                    <a:pt x="48274" y="7559"/>
                  </a:cubicBezTo>
                  <a:cubicBezTo>
                    <a:pt x="53309" y="13242"/>
                    <a:pt x="55892" y="20685"/>
                    <a:pt x="55462" y="28266"/>
                  </a:cubicBezTo>
                  <a:lnTo>
                    <a:pt x="55462" y="35453"/>
                  </a:lnTo>
                  <a:lnTo>
                    <a:pt x="13754" y="35453"/>
                  </a:lnTo>
                  <a:cubicBezTo>
                    <a:pt x="13589" y="40572"/>
                    <a:pt x="15345" y="45568"/>
                    <a:pt x="18674" y="49460"/>
                  </a:cubicBezTo>
                  <a:cubicBezTo>
                    <a:pt x="22136" y="52877"/>
                    <a:pt x="26889" y="54659"/>
                    <a:pt x="31744" y="54361"/>
                  </a:cubicBezTo>
                  <a:cubicBezTo>
                    <a:pt x="35215" y="54381"/>
                    <a:pt x="38676" y="54032"/>
                    <a:pt x="42073" y="53319"/>
                  </a:cubicBezTo>
                  <a:cubicBezTo>
                    <a:pt x="45604" y="52502"/>
                    <a:pt x="49045" y="51331"/>
                    <a:pt x="52342" y="49827"/>
                  </a:cubicBezTo>
                  <a:lnTo>
                    <a:pt x="52342" y="60648"/>
                  </a:lnTo>
                  <a:cubicBezTo>
                    <a:pt x="49213" y="62155"/>
                    <a:pt x="45904" y="63256"/>
                    <a:pt x="42497" y="63923"/>
                  </a:cubicBezTo>
                  <a:cubicBezTo>
                    <a:pt x="38747" y="64613"/>
                    <a:pt x="34940" y="64938"/>
                    <a:pt x="31127" y="64896"/>
                  </a:cubicBezTo>
                  <a:close/>
                  <a:moveTo>
                    <a:pt x="28692" y="10113"/>
                  </a:moveTo>
                  <a:cubicBezTo>
                    <a:pt x="24890" y="9947"/>
                    <a:pt x="21196" y="11406"/>
                    <a:pt x="18536" y="14127"/>
                  </a:cubicBezTo>
                  <a:cubicBezTo>
                    <a:pt x="15740" y="17409"/>
                    <a:pt x="14134" y="21540"/>
                    <a:pt x="13979" y="25849"/>
                  </a:cubicBezTo>
                  <a:lnTo>
                    <a:pt x="42386" y="25849"/>
                  </a:lnTo>
                  <a:cubicBezTo>
                    <a:pt x="42620" y="21605"/>
                    <a:pt x="41290" y="17423"/>
                    <a:pt x="38649" y="14093"/>
                  </a:cubicBezTo>
                  <a:cubicBezTo>
                    <a:pt x="36073" y="11372"/>
                    <a:pt x="32433" y="9918"/>
                    <a:pt x="28692" y="10115"/>
                  </a:cubicBezTo>
                  <a:close/>
                </a:path>
              </a:pathLst>
            </a:custGeom>
            <a:solidFill>
              <a:srgbClr val="25408F"/>
            </a:solidFill>
            <a:ln w="15875" cap="flat">
              <a:noFill/>
              <a:prstDash val="solid"/>
              <a:miter/>
            </a:ln>
          </p:spPr>
          <p:txBody>
            <a:bodyPr rtlCol="0" anchor="ctr"/>
            <a:lstStyle/>
            <a:p>
              <a:endParaRPr lang="en-US"/>
            </a:p>
          </p:txBody>
        </p:sp>
        <p:sp>
          <p:nvSpPr>
            <p:cNvPr id="120" name="Forme libre : forme 119">
              <a:extLst>
                <a:ext uri="{FF2B5EF4-FFF2-40B4-BE49-F238E27FC236}">
                  <a16:creationId xmlns:a16="http://schemas.microsoft.com/office/drawing/2014/main" id="{3086CE2F-AC21-4A15-B182-0CA657E44DA2}"/>
                </a:ext>
              </a:extLst>
            </p:cNvPr>
            <p:cNvSpPr/>
            <p:nvPr/>
          </p:nvSpPr>
          <p:spPr>
            <a:xfrm>
              <a:off x="7173441" y="1357809"/>
              <a:ext cx="55291" cy="63895"/>
            </a:xfrm>
            <a:custGeom>
              <a:avLst/>
              <a:gdLst>
                <a:gd name="connsiteX0" fmla="*/ 55063 w 55291"/>
                <a:gd name="connsiteY0" fmla="*/ 63896 h 63895"/>
                <a:gd name="connsiteX1" fmla="*/ 41707 w 55291"/>
                <a:gd name="connsiteY1" fmla="*/ 63896 h 63895"/>
                <a:gd name="connsiteX2" fmla="*/ 41707 w 55291"/>
                <a:gd name="connsiteY2" fmla="*/ 25421 h 63895"/>
                <a:gd name="connsiteX3" fmla="*/ 38794 w 55291"/>
                <a:gd name="connsiteY3" fmla="*/ 14605 h 63895"/>
                <a:gd name="connsiteX4" fmla="*/ 29540 w 55291"/>
                <a:gd name="connsiteY4" fmla="*/ 11046 h 63895"/>
                <a:gd name="connsiteX5" fmla="*/ 17205 w 55291"/>
                <a:gd name="connsiteY5" fmla="*/ 16016 h 63895"/>
                <a:gd name="connsiteX6" fmla="*/ 13300 w 55291"/>
                <a:gd name="connsiteY6" fmla="*/ 32726 h 63895"/>
                <a:gd name="connsiteX7" fmla="*/ 13300 w 55291"/>
                <a:gd name="connsiteY7" fmla="*/ 63896 h 63895"/>
                <a:gd name="connsiteX8" fmla="*/ 0 w 55291"/>
                <a:gd name="connsiteY8" fmla="*/ 63896 h 63895"/>
                <a:gd name="connsiteX9" fmla="*/ 0 w 55291"/>
                <a:gd name="connsiteY9" fmla="*/ 1304 h 63895"/>
                <a:gd name="connsiteX10" fmla="*/ 10416 w 55291"/>
                <a:gd name="connsiteY10" fmla="*/ 1304 h 63895"/>
                <a:gd name="connsiteX11" fmla="*/ 12280 w 55291"/>
                <a:gd name="connsiteY11" fmla="*/ 9517 h 63895"/>
                <a:gd name="connsiteX12" fmla="*/ 12961 w 55291"/>
                <a:gd name="connsiteY12" fmla="*/ 9517 h 63895"/>
                <a:gd name="connsiteX13" fmla="*/ 20997 w 55291"/>
                <a:gd name="connsiteY13" fmla="*/ 2615 h 63895"/>
                <a:gd name="connsiteX14" fmla="*/ 32542 w 55291"/>
                <a:gd name="connsiteY14" fmla="*/ 180 h 63895"/>
                <a:gd name="connsiteX15" fmla="*/ 55113 w 55291"/>
                <a:gd name="connsiteY15" fmla="*/ 17426 h 63895"/>
                <a:gd name="connsiteX16" fmla="*/ 55063 w 55291"/>
                <a:gd name="connsiteY16" fmla="*/ 23103 h 6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91" h="63895">
                  <a:moveTo>
                    <a:pt x="55063" y="63896"/>
                  </a:moveTo>
                  <a:lnTo>
                    <a:pt x="41707" y="63896"/>
                  </a:lnTo>
                  <a:lnTo>
                    <a:pt x="41707" y="25421"/>
                  </a:lnTo>
                  <a:cubicBezTo>
                    <a:pt x="41998" y="21589"/>
                    <a:pt x="40970" y="17773"/>
                    <a:pt x="38794" y="14605"/>
                  </a:cubicBezTo>
                  <a:cubicBezTo>
                    <a:pt x="36424" y="12055"/>
                    <a:pt x="33009" y="10742"/>
                    <a:pt x="29540" y="11046"/>
                  </a:cubicBezTo>
                  <a:cubicBezTo>
                    <a:pt x="24872" y="10647"/>
                    <a:pt x="20293" y="12493"/>
                    <a:pt x="17205" y="16016"/>
                  </a:cubicBezTo>
                  <a:cubicBezTo>
                    <a:pt x="14158" y="21028"/>
                    <a:pt x="12790" y="26882"/>
                    <a:pt x="13300" y="32726"/>
                  </a:cubicBezTo>
                  <a:lnTo>
                    <a:pt x="13300" y="63896"/>
                  </a:lnTo>
                  <a:lnTo>
                    <a:pt x="0" y="63896"/>
                  </a:lnTo>
                  <a:lnTo>
                    <a:pt x="0" y="1304"/>
                  </a:lnTo>
                  <a:lnTo>
                    <a:pt x="10416" y="1304"/>
                  </a:lnTo>
                  <a:lnTo>
                    <a:pt x="12280" y="9517"/>
                  </a:lnTo>
                  <a:lnTo>
                    <a:pt x="12961" y="9517"/>
                  </a:lnTo>
                  <a:cubicBezTo>
                    <a:pt x="14908" y="6481"/>
                    <a:pt x="17702" y="4082"/>
                    <a:pt x="20997" y="2615"/>
                  </a:cubicBezTo>
                  <a:cubicBezTo>
                    <a:pt x="24617" y="956"/>
                    <a:pt x="28561" y="125"/>
                    <a:pt x="32542" y="180"/>
                  </a:cubicBezTo>
                  <a:cubicBezTo>
                    <a:pt x="43538" y="-1291"/>
                    <a:pt x="53643" y="6431"/>
                    <a:pt x="55113" y="17426"/>
                  </a:cubicBezTo>
                  <a:cubicBezTo>
                    <a:pt x="55366" y="19311"/>
                    <a:pt x="55349" y="21223"/>
                    <a:pt x="55063" y="23103"/>
                  </a:cubicBezTo>
                  <a:close/>
                </a:path>
              </a:pathLst>
            </a:custGeom>
            <a:solidFill>
              <a:srgbClr val="25408F"/>
            </a:solidFill>
            <a:ln w="15875" cap="flat">
              <a:noFill/>
              <a:prstDash val="solid"/>
              <a:miter/>
            </a:ln>
          </p:spPr>
          <p:txBody>
            <a:bodyPr rtlCol="0" anchor="ctr"/>
            <a:lstStyle/>
            <a:p>
              <a:endParaRPr lang="en-US" dirty="0"/>
            </a:p>
          </p:txBody>
        </p:sp>
        <p:sp>
          <p:nvSpPr>
            <p:cNvPr id="121" name="Forme libre : forme 120">
              <a:extLst>
                <a:ext uri="{FF2B5EF4-FFF2-40B4-BE49-F238E27FC236}">
                  <a16:creationId xmlns:a16="http://schemas.microsoft.com/office/drawing/2014/main" id="{28CDF452-E930-491C-818A-43179F3DBD68}"/>
                </a:ext>
              </a:extLst>
            </p:cNvPr>
            <p:cNvSpPr/>
            <p:nvPr/>
          </p:nvSpPr>
          <p:spPr>
            <a:xfrm>
              <a:off x="7239713" y="1345192"/>
              <a:ext cx="40343" cy="77655"/>
            </a:xfrm>
            <a:custGeom>
              <a:avLst/>
              <a:gdLst>
                <a:gd name="connsiteX0" fmla="*/ 30611 w 40343"/>
                <a:gd name="connsiteY0" fmla="*/ 66890 h 77655"/>
                <a:gd name="connsiteX1" fmla="*/ 40344 w 40343"/>
                <a:gd name="connsiteY1" fmla="*/ 65362 h 77655"/>
                <a:gd name="connsiteX2" fmla="*/ 40344 w 40343"/>
                <a:gd name="connsiteY2" fmla="*/ 75388 h 77655"/>
                <a:gd name="connsiteX3" fmla="*/ 34655 w 40343"/>
                <a:gd name="connsiteY3" fmla="*/ 77000 h 77655"/>
                <a:gd name="connsiteX4" fmla="*/ 27441 w 40343"/>
                <a:gd name="connsiteY4" fmla="*/ 77655 h 77655"/>
                <a:gd name="connsiteX5" fmla="*/ 8539 w 40343"/>
                <a:gd name="connsiteY5" fmla="*/ 57737 h 77655"/>
                <a:gd name="connsiteX6" fmla="*/ 8539 w 40343"/>
                <a:gd name="connsiteY6" fmla="*/ 23999 h 77655"/>
                <a:gd name="connsiteX7" fmla="*/ 0 w 40343"/>
                <a:gd name="connsiteY7" fmla="*/ 23999 h 77655"/>
                <a:gd name="connsiteX8" fmla="*/ 0 w 40343"/>
                <a:gd name="connsiteY8" fmla="*/ 18121 h 77655"/>
                <a:gd name="connsiteX9" fmla="*/ 9165 w 40343"/>
                <a:gd name="connsiteY9" fmla="*/ 13250 h 77655"/>
                <a:gd name="connsiteX10" fmla="*/ 13696 w 40343"/>
                <a:gd name="connsiteY10" fmla="*/ 0 h 77655"/>
                <a:gd name="connsiteX11" fmla="*/ 21900 w 40343"/>
                <a:gd name="connsiteY11" fmla="*/ 0 h 77655"/>
                <a:gd name="connsiteX12" fmla="*/ 21900 w 40343"/>
                <a:gd name="connsiteY12" fmla="*/ 13921 h 77655"/>
                <a:gd name="connsiteX13" fmla="*/ 39725 w 40343"/>
                <a:gd name="connsiteY13" fmla="*/ 13921 h 77655"/>
                <a:gd name="connsiteX14" fmla="*/ 39725 w 40343"/>
                <a:gd name="connsiteY14" fmla="*/ 23999 h 77655"/>
                <a:gd name="connsiteX15" fmla="*/ 21897 w 40343"/>
                <a:gd name="connsiteY15" fmla="*/ 23999 h 77655"/>
                <a:gd name="connsiteX16" fmla="*/ 21897 w 40343"/>
                <a:gd name="connsiteY16" fmla="*/ 57503 h 77655"/>
                <a:gd name="connsiteX17" fmla="*/ 24305 w 40343"/>
                <a:gd name="connsiteY17" fmla="*/ 64607 h 77655"/>
                <a:gd name="connsiteX18" fmla="*/ 30611 w 40343"/>
                <a:gd name="connsiteY18" fmla="*/ 66890 h 77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343" h="77655">
                  <a:moveTo>
                    <a:pt x="30611" y="66890"/>
                  </a:moveTo>
                  <a:cubicBezTo>
                    <a:pt x="33914" y="66883"/>
                    <a:pt x="37197" y="66368"/>
                    <a:pt x="40344" y="65362"/>
                  </a:cubicBezTo>
                  <a:lnTo>
                    <a:pt x="40344" y="75388"/>
                  </a:lnTo>
                  <a:cubicBezTo>
                    <a:pt x="38511" y="76131"/>
                    <a:pt x="36604" y="76671"/>
                    <a:pt x="34655" y="77000"/>
                  </a:cubicBezTo>
                  <a:cubicBezTo>
                    <a:pt x="32276" y="77442"/>
                    <a:pt x="29861" y="77662"/>
                    <a:pt x="27441" y="77655"/>
                  </a:cubicBezTo>
                  <a:cubicBezTo>
                    <a:pt x="14842" y="77655"/>
                    <a:pt x="8542" y="71015"/>
                    <a:pt x="8539" y="57737"/>
                  </a:cubicBezTo>
                  <a:lnTo>
                    <a:pt x="8539" y="23999"/>
                  </a:lnTo>
                  <a:lnTo>
                    <a:pt x="0" y="23999"/>
                  </a:lnTo>
                  <a:lnTo>
                    <a:pt x="0" y="18121"/>
                  </a:lnTo>
                  <a:lnTo>
                    <a:pt x="9165" y="13250"/>
                  </a:lnTo>
                  <a:lnTo>
                    <a:pt x="13696" y="0"/>
                  </a:lnTo>
                  <a:lnTo>
                    <a:pt x="21900" y="0"/>
                  </a:lnTo>
                  <a:lnTo>
                    <a:pt x="21900" y="13921"/>
                  </a:lnTo>
                  <a:lnTo>
                    <a:pt x="39725" y="13921"/>
                  </a:lnTo>
                  <a:lnTo>
                    <a:pt x="39725" y="23999"/>
                  </a:lnTo>
                  <a:lnTo>
                    <a:pt x="21897" y="23999"/>
                  </a:lnTo>
                  <a:lnTo>
                    <a:pt x="21897" y="57503"/>
                  </a:lnTo>
                  <a:cubicBezTo>
                    <a:pt x="21680" y="60102"/>
                    <a:pt x="22551" y="62676"/>
                    <a:pt x="24305" y="64607"/>
                  </a:cubicBezTo>
                  <a:cubicBezTo>
                    <a:pt x="26021" y="66174"/>
                    <a:pt x="28289" y="66995"/>
                    <a:pt x="30611" y="66890"/>
                  </a:cubicBezTo>
                  <a:close/>
                </a:path>
              </a:pathLst>
            </a:custGeom>
            <a:solidFill>
              <a:srgbClr val="25408F"/>
            </a:solidFill>
            <a:ln w="15875" cap="flat">
              <a:noFill/>
              <a:prstDash val="solid"/>
              <a:miter/>
            </a:ln>
          </p:spPr>
          <p:txBody>
            <a:bodyPr rtlCol="0" anchor="ctr"/>
            <a:lstStyle/>
            <a:p>
              <a:endParaRPr lang="en-US"/>
            </a:p>
          </p:txBody>
        </p:sp>
      </p:grpSp>
      <p:grpSp>
        <p:nvGrpSpPr>
          <p:cNvPr id="95" name="Graphic 37">
            <a:extLst>
              <a:ext uri="{FF2B5EF4-FFF2-40B4-BE49-F238E27FC236}">
                <a16:creationId xmlns:a16="http://schemas.microsoft.com/office/drawing/2014/main" id="{7429ED01-7D44-4BAE-97D4-E88657F8E29B}"/>
              </a:ext>
            </a:extLst>
          </p:cNvPr>
          <p:cNvGrpSpPr/>
          <p:nvPr/>
        </p:nvGrpSpPr>
        <p:grpSpPr>
          <a:xfrm>
            <a:off x="8253515" y="1050520"/>
            <a:ext cx="694878" cy="478735"/>
            <a:chOff x="8169239" y="1050520"/>
            <a:chExt cx="694878" cy="478735"/>
          </a:xfrm>
          <a:noFill/>
        </p:grpSpPr>
        <p:sp>
          <p:nvSpPr>
            <p:cNvPr id="96" name="Forme libre : forme 95">
              <a:extLst>
                <a:ext uri="{FF2B5EF4-FFF2-40B4-BE49-F238E27FC236}">
                  <a16:creationId xmlns:a16="http://schemas.microsoft.com/office/drawing/2014/main" id="{15AA721D-2C9C-497F-9EF8-B5FB14B74C6C}"/>
                </a:ext>
              </a:extLst>
            </p:cNvPr>
            <p:cNvSpPr/>
            <p:nvPr/>
          </p:nvSpPr>
          <p:spPr>
            <a:xfrm>
              <a:off x="8295768" y="1339840"/>
              <a:ext cx="385695" cy="136154"/>
            </a:xfrm>
            <a:custGeom>
              <a:avLst/>
              <a:gdLst>
                <a:gd name="connsiteX0" fmla="*/ 0 w 385695"/>
                <a:gd name="connsiteY0" fmla="*/ 2867 h 136154"/>
                <a:gd name="connsiteX1" fmla="*/ 190392 w 385695"/>
                <a:gd name="connsiteY1" fmla="*/ 8219 h 136154"/>
                <a:gd name="connsiteX2" fmla="*/ 358635 w 385695"/>
                <a:gd name="connsiteY2" fmla="*/ 59163 h 136154"/>
                <a:gd name="connsiteX3" fmla="*/ 337409 w 385695"/>
                <a:gd name="connsiteY3" fmla="*/ 134286 h 136154"/>
                <a:gd name="connsiteX4" fmla="*/ 160675 w 385695"/>
                <a:gd name="connsiteY4" fmla="*/ 80851 h 136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695" h="136154">
                  <a:moveTo>
                    <a:pt x="0" y="2867"/>
                  </a:moveTo>
                  <a:cubicBezTo>
                    <a:pt x="85737" y="-2671"/>
                    <a:pt x="163721" y="190"/>
                    <a:pt x="190392" y="8219"/>
                  </a:cubicBezTo>
                  <a:lnTo>
                    <a:pt x="358635" y="59163"/>
                  </a:lnTo>
                  <a:cubicBezTo>
                    <a:pt x="406626" y="73745"/>
                    <a:pt x="385307" y="148868"/>
                    <a:pt x="337409" y="134286"/>
                  </a:cubicBezTo>
                  <a:lnTo>
                    <a:pt x="160675" y="80851"/>
                  </a:lnTo>
                </a:path>
              </a:pathLst>
            </a:custGeom>
            <a:noFill/>
            <a:ln w="15875" cap="flat">
              <a:solidFill>
                <a:srgbClr val="25408F"/>
              </a:solidFill>
              <a:prstDash val="solid"/>
              <a:miter/>
            </a:ln>
          </p:spPr>
          <p:txBody>
            <a:bodyPr rtlCol="0" anchor="ctr"/>
            <a:lstStyle/>
            <a:p>
              <a:endParaRPr lang="en-US"/>
            </a:p>
          </p:txBody>
        </p:sp>
        <p:sp>
          <p:nvSpPr>
            <p:cNvPr id="97" name="Forme libre : forme 96">
              <a:extLst>
                <a:ext uri="{FF2B5EF4-FFF2-40B4-BE49-F238E27FC236}">
                  <a16:creationId xmlns:a16="http://schemas.microsoft.com/office/drawing/2014/main" id="{E7957711-D40A-43EF-B233-D501708DCD61}"/>
                </a:ext>
              </a:extLst>
            </p:cNvPr>
            <p:cNvSpPr/>
            <p:nvPr/>
          </p:nvSpPr>
          <p:spPr>
            <a:xfrm>
              <a:off x="8291153" y="1358782"/>
              <a:ext cx="572964" cy="170473"/>
            </a:xfrm>
            <a:custGeom>
              <a:avLst/>
              <a:gdLst>
                <a:gd name="connsiteX0" fmla="*/ 387245 w 572964"/>
                <a:gd name="connsiteY0" fmla="*/ 65047 h 170473"/>
                <a:gd name="connsiteX1" fmla="*/ 518296 w 572964"/>
                <a:gd name="connsiteY1" fmla="*/ 4229 h 170473"/>
                <a:gd name="connsiteX2" fmla="*/ 550781 w 572964"/>
                <a:gd name="connsiteY2" fmla="*/ 73999 h 170473"/>
                <a:gd name="connsiteX3" fmla="*/ 373217 w 572964"/>
                <a:gd name="connsiteY3" fmla="*/ 156690 h 170473"/>
                <a:gd name="connsiteX4" fmla="*/ 87582 w 572964"/>
                <a:gd name="connsiteY4" fmla="*/ 125497 h 170473"/>
                <a:gd name="connsiteX5" fmla="*/ 0 w 572964"/>
                <a:gd name="connsiteY5" fmla="*/ 123651 h 170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2964" h="170473">
                  <a:moveTo>
                    <a:pt x="387245" y="65047"/>
                  </a:moveTo>
                  <a:lnTo>
                    <a:pt x="518296" y="4229"/>
                  </a:lnTo>
                  <a:cubicBezTo>
                    <a:pt x="565825" y="-17921"/>
                    <a:pt x="595818" y="53142"/>
                    <a:pt x="550781" y="73999"/>
                  </a:cubicBezTo>
                  <a:lnTo>
                    <a:pt x="373217" y="156690"/>
                  </a:lnTo>
                  <a:cubicBezTo>
                    <a:pt x="342393" y="170811"/>
                    <a:pt x="232569" y="189176"/>
                    <a:pt x="87582" y="125497"/>
                  </a:cubicBezTo>
                  <a:cubicBezTo>
                    <a:pt x="61557" y="113960"/>
                    <a:pt x="29533" y="119036"/>
                    <a:pt x="0" y="123651"/>
                  </a:cubicBezTo>
                </a:path>
              </a:pathLst>
            </a:custGeom>
            <a:noFill/>
            <a:ln w="15875" cap="flat">
              <a:solidFill>
                <a:srgbClr val="25408F"/>
              </a:solidFill>
              <a:prstDash val="solid"/>
              <a:miter/>
            </a:ln>
          </p:spPr>
          <p:txBody>
            <a:bodyPr rtlCol="0" anchor="ctr"/>
            <a:lstStyle/>
            <a:p>
              <a:endParaRPr lang="en-US"/>
            </a:p>
          </p:txBody>
        </p:sp>
        <p:sp>
          <p:nvSpPr>
            <p:cNvPr id="98" name="Forme libre : forme 97">
              <a:extLst>
                <a:ext uri="{FF2B5EF4-FFF2-40B4-BE49-F238E27FC236}">
                  <a16:creationId xmlns:a16="http://schemas.microsoft.com/office/drawing/2014/main" id="{432B0136-BD34-423E-B049-CDD8B66D3693}"/>
                </a:ext>
              </a:extLst>
            </p:cNvPr>
            <p:cNvSpPr/>
            <p:nvPr/>
          </p:nvSpPr>
          <p:spPr>
            <a:xfrm>
              <a:off x="8169239" y="1310406"/>
              <a:ext cx="129297" cy="196483"/>
            </a:xfrm>
            <a:custGeom>
              <a:avLst/>
              <a:gdLst>
                <a:gd name="connsiteX0" fmla="*/ 0 w 129297"/>
                <a:gd name="connsiteY0" fmla="*/ 11075 h 196483"/>
                <a:gd name="connsiteX1" fmla="*/ 0 w 129297"/>
                <a:gd name="connsiteY1" fmla="*/ 0 h 196483"/>
                <a:gd name="connsiteX2" fmla="*/ 129297 w 129297"/>
                <a:gd name="connsiteY2" fmla="*/ 0 h 196483"/>
                <a:gd name="connsiteX3" fmla="*/ 129297 w 129297"/>
                <a:gd name="connsiteY3" fmla="*/ 196483 h 196483"/>
                <a:gd name="connsiteX4" fmla="*/ 0 w 129297"/>
                <a:gd name="connsiteY4" fmla="*/ 196483 h 196483"/>
                <a:gd name="connsiteX5" fmla="*/ 0 w 129297"/>
                <a:gd name="connsiteY5" fmla="*/ 112593 h 196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297" h="196483">
                  <a:moveTo>
                    <a:pt x="0" y="11075"/>
                  </a:moveTo>
                  <a:lnTo>
                    <a:pt x="0" y="0"/>
                  </a:lnTo>
                  <a:lnTo>
                    <a:pt x="129297" y="0"/>
                  </a:lnTo>
                  <a:lnTo>
                    <a:pt x="129297" y="196483"/>
                  </a:lnTo>
                  <a:lnTo>
                    <a:pt x="0" y="196483"/>
                  </a:lnTo>
                  <a:lnTo>
                    <a:pt x="0" y="112593"/>
                  </a:lnTo>
                </a:path>
              </a:pathLst>
            </a:custGeom>
            <a:noFill/>
            <a:ln w="15875" cap="flat">
              <a:solidFill>
                <a:srgbClr val="25408F"/>
              </a:solidFill>
              <a:prstDash val="solid"/>
              <a:miter/>
            </a:ln>
          </p:spPr>
          <p:txBody>
            <a:bodyPr rtlCol="0" anchor="ctr"/>
            <a:lstStyle/>
            <a:p>
              <a:endParaRPr lang="en-US"/>
            </a:p>
          </p:txBody>
        </p:sp>
        <p:sp>
          <p:nvSpPr>
            <p:cNvPr id="99" name="Forme libre : forme 98">
              <a:extLst>
                <a:ext uri="{FF2B5EF4-FFF2-40B4-BE49-F238E27FC236}">
                  <a16:creationId xmlns:a16="http://schemas.microsoft.com/office/drawing/2014/main" id="{79218DE0-3863-48AC-B00C-E901577F421D}"/>
                </a:ext>
              </a:extLst>
            </p:cNvPr>
            <p:cNvSpPr/>
            <p:nvPr/>
          </p:nvSpPr>
          <p:spPr>
            <a:xfrm>
              <a:off x="8432263" y="1197259"/>
              <a:ext cx="100410" cy="31101"/>
            </a:xfrm>
            <a:custGeom>
              <a:avLst/>
              <a:gdLst>
                <a:gd name="connsiteX0" fmla="*/ 0 w 100410"/>
                <a:gd name="connsiteY0" fmla="*/ 0 h 31101"/>
                <a:gd name="connsiteX1" fmla="*/ 93489 w 100410"/>
                <a:gd name="connsiteY1" fmla="*/ 31101 h 31101"/>
                <a:gd name="connsiteX2" fmla="*/ 100411 w 100410"/>
                <a:gd name="connsiteY2" fmla="*/ 31101 h 31101"/>
              </a:gdLst>
              <a:ahLst/>
              <a:cxnLst>
                <a:cxn ang="0">
                  <a:pos x="connsiteX0" y="connsiteY0"/>
                </a:cxn>
                <a:cxn ang="0">
                  <a:pos x="connsiteX1" y="connsiteY1"/>
                </a:cxn>
                <a:cxn ang="0">
                  <a:pos x="connsiteX2" y="connsiteY2"/>
                </a:cxn>
              </a:cxnLst>
              <a:rect l="l" t="t" r="r" b="b"/>
              <a:pathLst>
                <a:path w="100410" h="31101">
                  <a:moveTo>
                    <a:pt x="0" y="0"/>
                  </a:moveTo>
                  <a:cubicBezTo>
                    <a:pt x="0" y="17166"/>
                    <a:pt x="41807" y="31101"/>
                    <a:pt x="93489" y="31101"/>
                  </a:cubicBezTo>
                  <a:lnTo>
                    <a:pt x="100411" y="31101"/>
                  </a:lnTo>
                </a:path>
              </a:pathLst>
            </a:custGeom>
            <a:noFill/>
            <a:ln w="15875" cap="flat">
              <a:solidFill>
                <a:srgbClr val="25408F"/>
              </a:solidFill>
              <a:prstDash val="solid"/>
              <a:round/>
            </a:ln>
          </p:spPr>
          <p:txBody>
            <a:bodyPr rtlCol="0" anchor="ctr"/>
            <a:lstStyle/>
            <a:p>
              <a:endParaRPr lang="en-US"/>
            </a:p>
          </p:txBody>
        </p:sp>
        <p:sp>
          <p:nvSpPr>
            <p:cNvPr id="100" name="Forme libre : forme 99">
              <a:extLst>
                <a:ext uri="{FF2B5EF4-FFF2-40B4-BE49-F238E27FC236}">
                  <a16:creationId xmlns:a16="http://schemas.microsoft.com/office/drawing/2014/main" id="{C37ACF1E-C470-4260-BCF6-2F04D299D412}"/>
                </a:ext>
              </a:extLst>
            </p:cNvPr>
            <p:cNvSpPr/>
            <p:nvPr/>
          </p:nvSpPr>
          <p:spPr>
            <a:xfrm>
              <a:off x="8432263" y="1159328"/>
              <a:ext cx="102717" cy="31101"/>
            </a:xfrm>
            <a:custGeom>
              <a:avLst/>
              <a:gdLst>
                <a:gd name="connsiteX0" fmla="*/ 0 w 102717"/>
                <a:gd name="connsiteY0" fmla="*/ 0 h 31101"/>
                <a:gd name="connsiteX1" fmla="*/ 93489 w 102717"/>
                <a:gd name="connsiteY1" fmla="*/ 31101 h 31101"/>
                <a:gd name="connsiteX2" fmla="*/ 102718 w 102717"/>
                <a:gd name="connsiteY2" fmla="*/ 31101 h 31101"/>
              </a:gdLst>
              <a:ahLst/>
              <a:cxnLst>
                <a:cxn ang="0">
                  <a:pos x="connsiteX0" y="connsiteY0"/>
                </a:cxn>
                <a:cxn ang="0">
                  <a:pos x="connsiteX1" y="connsiteY1"/>
                </a:cxn>
                <a:cxn ang="0">
                  <a:pos x="connsiteX2" y="connsiteY2"/>
                </a:cxn>
              </a:cxnLst>
              <a:rect l="l" t="t" r="r" b="b"/>
              <a:pathLst>
                <a:path w="102717" h="31101">
                  <a:moveTo>
                    <a:pt x="0" y="0"/>
                  </a:moveTo>
                  <a:cubicBezTo>
                    <a:pt x="0" y="17166"/>
                    <a:pt x="41807" y="31101"/>
                    <a:pt x="93489" y="31101"/>
                  </a:cubicBezTo>
                  <a:cubicBezTo>
                    <a:pt x="98103" y="31101"/>
                    <a:pt x="98288" y="31101"/>
                    <a:pt x="102718" y="31101"/>
                  </a:cubicBezTo>
                </a:path>
              </a:pathLst>
            </a:custGeom>
            <a:noFill/>
            <a:ln w="15875" cap="flat">
              <a:solidFill>
                <a:srgbClr val="25408F"/>
              </a:solidFill>
              <a:prstDash val="solid"/>
              <a:round/>
            </a:ln>
          </p:spPr>
          <p:txBody>
            <a:bodyPr rtlCol="0" anchor="ctr"/>
            <a:lstStyle/>
            <a:p>
              <a:endParaRPr lang="en-US"/>
            </a:p>
          </p:txBody>
        </p:sp>
        <p:sp>
          <p:nvSpPr>
            <p:cNvPr id="101" name="Forme libre : forme 100">
              <a:extLst>
                <a:ext uri="{FF2B5EF4-FFF2-40B4-BE49-F238E27FC236}">
                  <a16:creationId xmlns:a16="http://schemas.microsoft.com/office/drawing/2014/main" id="{AFADFE87-AD6A-49D4-A692-76809EE4A053}"/>
                </a:ext>
              </a:extLst>
            </p:cNvPr>
            <p:cNvSpPr/>
            <p:nvPr/>
          </p:nvSpPr>
          <p:spPr>
            <a:xfrm>
              <a:off x="8432263" y="1120936"/>
              <a:ext cx="187254" cy="31101"/>
            </a:xfrm>
            <a:custGeom>
              <a:avLst/>
              <a:gdLst>
                <a:gd name="connsiteX0" fmla="*/ 0 w 187254"/>
                <a:gd name="connsiteY0" fmla="*/ 369 h 31101"/>
                <a:gd name="connsiteX1" fmla="*/ 93673 w 187254"/>
                <a:gd name="connsiteY1" fmla="*/ 31101 h 31101"/>
                <a:gd name="connsiteX2" fmla="*/ 187255 w 187254"/>
                <a:gd name="connsiteY2" fmla="*/ 0 h 31101"/>
              </a:gdLst>
              <a:ahLst/>
              <a:cxnLst>
                <a:cxn ang="0">
                  <a:pos x="connsiteX0" y="connsiteY0"/>
                </a:cxn>
                <a:cxn ang="0">
                  <a:pos x="connsiteX1" y="connsiteY1"/>
                </a:cxn>
                <a:cxn ang="0">
                  <a:pos x="connsiteX2" y="connsiteY2"/>
                </a:cxn>
              </a:cxnLst>
              <a:rect l="l" t="t" r="r" b="b"/>
              <a:pathLst>
                <a:path w="187254" h="31101">
                  <a:moveTo>
                    <a:pt x="0" y="369"/>
                  </a:moveTo>
                  <a:cubicBezTo>
                    <a:pt x="0" y="17627"/>
                    <a:pt x="41807" y="31101"/>
                    <a:pt x="93673" y="31101"/>
                  </a:cubicBezTo>
                  <a:cubicBezTo>
                    <a:pt x="145540" y="31101"/>
                    <a:pt x="187255" y="17258"/>
                    <a:pt x="187255" y="0"/>
                  </a:cubicBezTo>
                </a:path>
              </a:pathLst>
            </a:custGeom>
            <a:noFill/>
            <a:ln w="15875" cap="flat">
              <a:solidFill>
                <a:srgbClr val="25408F"/>
              </a:solidFill>
              <a:prstDash val="solid"/>
              <a:round/>
            </a:ln>
          </p:spPr>
          <p:txBody>
            <a:bodyPr rtlCol="0" anchor="ctr"/>
            <a:lstStyle/>
            <a:p>
              <a:endParaRPr lang="en-US"/>
            </a:p>
          </p:txBody>
        </p:sp>
        <p:sp>
          <p:nvSpPr>
            <p:cNvPr id="102" name="Forme libre : forme 101">
              <a:extLst>
                <a:ext uri="{FF2B5EF4-FFF2-40B4-BE49-F238E27FC236}">
                  <a16:creationId xmlns:a16="http://schemas.microsoft.com/office/drawing/2014/main" id="{8A762BDB-A4A2-464B-85CA-1C9D67B6D650}"/>
                </a:ext>
              </a:extLst>
            </p:cNvPr>
            <p:cNvSpPr/>
            <p:nvPr/>
          </p:nvSpPr>
          <p:spPr>
            <a:xfrm>
              <a:off x="8432263" y="1081621"/>
              <a:ext cx="100595" cy="184578"/>
            </a:xfrm>
            <a:custGeom>
              <a:avLst/>
              <a:gdLst>
                <a:gd name="connsiteX0" fmla="*/ 0 w 100595"/>
                <a:gd name="connsiteY0" fmla="*/ 0 h 184578"/>
                <a:gd name="connsiteX1" fmla="*/ 0 w 100595"/>
                <a:gd name="connsiteY1" fmla="*/ 153477 h 184578"/>
                <a:gd name="connsiteX2" fmla="*/ 93489 w 100595"/>
                <a:gd name="connsiteY2" fmla="*/ 184578 h 184578"/>
                <a:gd name="connsiteX3" fmla="*/ 100595 w 100595"/>
                <a:gd name="connsiteY3" fmla="*/ 184578 h 184578"/>
              </a:gdLst>
              <a:ahLst/>
              <a:cxnLst>
                <a:cxn ang="0">
                  <a:pos x="connsiteX0" y="connsiteY0"/>
                </a:cxn>
                <a:cxn ang="0">
                  <a:pos x="connsiteX1" y="connsiteY1"/>
                </a:cxn>
                <a:cxn ang="0">
                  <a:pos x="connsiteX2" y="connsiteY2"/>
                </a:cxn>
                <a:cxn ang="0">
                  <a:pos x="connsiteX3" y="connsiteY3"/>
                </a:cxn>
              </a:cxnLst>
              <a:rect l="l" t="t" r="r" b="b"/>
              <a:pathLst>
                <a:path w="100595" h="184578">
                  <a:moveTo>
                    <a:pt x="0" y="0"/>
                  </a:moveTo>
                  <a:lnTo>
                    <a:pt x="0" y="153477"/>
                  </a:lnTo>
                  <a:cubicBezTo>
                    <a:pt x="0" y="170643"/>
                    <a:pt x="41807" y="184578"/>
                    <a:pt x="93489" y="184578"/>
                  </a:cubicBezTo>
                  <a:lnTo>
                    <a:pt x="100595" y="184578"/>
                  </a:lnTo>
                </a:path>
              </a:pathLst>
            </a:custGeom>
            <a:noFill/>
            <a:ln w="15875" cap="flat">
              <a:solidFill>
                <a:srgbClr val="25408F"/>
              </a:solidFill>
              <a:prstDash val="solid"/>
              <a:round/>
            </a:ln>
          </p:spPr>
          <p:txBody>
            <a:bodyPr rtlCol="0" anchor="ctr"/>
            <a:lstStyle/>
            <a:p>
              <a:endParaRPr lang="en-US"/>
            </a:p>
          </p:txBody>
        </p:sp>
        <p:sp>
          <p:nvSpPr>
            <p:cNvPr id="103" name="Forme libre : forme 102">
              <a:extLst>
                <a:ext uri="{FF2B5EF4-FFF2-40B4-BE49-F238E27FC236}">
                  <a16:creationId xmlns:a16="http://schemas.microsoft.com/office/drawing/2014/main" id="{C1A16EDC-885D-438E-84EE-D3CB1CF0B2D0}"/>
                </a:ext>
              </a:extLst>
            </p:cNvPr>
            <p:cNvSpPr/>
            <p:nvPr/>
          </p:nvSpPr>
          <p:spPr>
            <a:xfrm>
              <a:off x="8619333" y="1081621"/>
              <a:ext cx="9228" cy="82783"/>
            </a:xfrm>
            <a:custGeom>
              <a:avLst/>
              <a:gdLst>
                <a:gd name="connsiteX0" fmla="*/ 0 w 9228"/>
                <a:gd name="connsiteY0" fmla="*/ 0 h 82783"/>
                <a:gd name="connsiteX1" fmla="*/ 0 w 9228"/>
                <a:gd name="connsiteY1" fmla="*/ 82783 h 82783"/>
              </a:gdLst>
              <a:ahLst/>
              <a:cxnLst>
                <a:cxn ang="0">
                  <a:pos x="connsiteX0" y="connsiteY0"/>
                </a:cxn>
                <a:cxn ang="0">
                  <a:pos x="connsiteX1" y="connsiteY1"/>
                </a:cxn>
              </a:cxnLst>
              <a:rect l="l" t="t" r="r" b="b"/>
              <a:pathLst>
                <a:path w="9228" h="82783">
                  <a:moveTo>
                    <a:pt x="0" y="0"/>
                  </a:moveTo>
                  <a:lnTo>
                    <a:pt x="0" y="82783"/>
                  </a:lnTo>
                </a:path>
              </a:pathLst>
            </a:custGeom>
            <a:ln w="15875" cap="flat">
              <a:solidFill>
                <a:srgbClr val="25408F"/>
              </a:solidFill>
              <a:prstDash val="solid"/>
              <a:round/>
            </a:ln>
          </p:spPr>
          <p:txBody>
            <a:bodyPr rtlCol="0" anchor="ctr"/>
            <a:lstStyle/>
            <a:p>
              <a:endParaRPr lang="en-US"/>
            </a:p>
          </p:txBody>
        </p:sp>
        <p:sp>
          <p:nvSpPr>
            <p:cNvPr id="104" name="Forme libre : forme 103">
              <a:extLst>
                <a:ext uri="{FF2B5EF4-FFF2-40B4-BE49-F238E27FC236}">
                  <a16:creationId xmlns:a16="http://schemas.microsoft.com/office/drawing/2014/main" id="{BB6AD3A4-A8C6-4FB0-8A9D-AEE4C60F5084}"/>
                </a:ext>
              </a:extLst>
            </p:cNvPr>
            <p:cNvSpPr/>
            <p:nvPr/>
          </p:nvSpPr>
          <p:spPr>
            <a:xfrm>
              <a:off x="8432263" y="1050520"/>
              <a:ext cx="187070" cy="62202"/>
            </a:xfrm>
            <a:custGeom>
              <a:avLst/>
              <a:gdLst>
                <a:gd name="connsiteX0" fmla="*/ 187070 w 187070"/>
                <a:gd name="connsiteY0" fmla="*/ 31101 h 62202"/>
                <a:gd name="connsiteX1" fmla="*/ 93489 w 187070"/>
                <a:gd name="connsiteY1" fmla="*/ 62203 h 62202"/>
                <a:gd name="connsiteX2" fmla="*/ 0 w 187070"/>
                <a:gd name="connsiteY2" fmla="*/ 31101 h 62202"/>
                <a:gd name="connsiteX3" fmla="*/ 93673 w 187070"/>
                <a:gd name="connsiteY3" fmla="*/ 0 h 62202"/>
                <a:gd name="connsiteX4" fmla="*/ 187070 w 187070"/>
                <a:gd name="connsiteY4" fmla="*/ 31101 h 62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70" h="62202">
                  <a:moveTo>
                    <a:pt x="187070" y="31101"/>
                  </a:moveTo>
                  <a:cubicBezTo>
                    <a:pt x="187070" y="48267"/>
                    <a:pt x="145171" y="62203"/>
                    <a:pt x="93489" y="62203"/>
                  </a:cubicBezTo>
                  <a:cubicBezTo>
                    <a:pt x="41807" y="62203"/>
                    <a:pt x="0" y="48267"/>
                    <a:pt x="0" y="31101"/>
                  </a:cubicBezTo>
                  <a:cubicBezTo>
                    <a:pt x="0" y="13936"/>
                    <a:pt x="41807" y="0"/>
                    <a:pt x="93673" y="0"/>
                  </a:cubicBezTo>
                  <a:cubicBezTo>
                    <a:pt x="145540" y="0"/>
                    <a:pt x="187070" y="13936"/>
                    <a:pt x="187070" y="31101"/>
                  </a:cubicBezTo>
                  <a:close/>
                </a:path>
              </a:pathLst>
            </a:custGeom>
            <a:noFill/>
            <a:ln w="15875" cap="flat">
              <a:solidFill>
                <a:srgbClr val="25408F"/>
              </a:solidFill>
              <a:prstDash val="solid"/>
              <a:round/>
            </a:ln>
          </p:spPr>
          <p:txBody>
            <a:bodyPr rtlCol="0" anchor="ctr"/>
            <a:lstStyle/>
            <a:p>
              <a:endParaRPr lang="en-US"/>
            </a:p>
          </p:txBody>
        </p:sp>
        <p:sp>
          <p:nvSpPr>
            <p:cNvPr id="105" name="Forme libre : forme 104">
              <a:extLst>
                <a:ext uri="{FF2B5EF4-FFF2-40B4-BE49-F238E27FC236}">
                  <a16:creationId xmlns:a16="http://schemas.microsoft.com/office/drawing/2014/main" id="{B0DE4B34-DFC1-4752-8945-FBCDB6A1DA69}"/>
                </a:ext>
              </a:extLst>
            </p:cNvPr>
            <p:cNvSpPr/>
            <p:nvPr/>
          </p:nvSpPr>
          <p:spPr>
            <a:xfrm>
              <a:off x="8533228" y="1236574"/>
              <a:ext cx="190392" cy="30086"/>
            </a:xfrm>
            <a:custGeom>
              <a:avLst/>
              <a:gdLst>
                <a:gd name="connsiteX0" fmla="*/ 0 w 190392"/>
                <a:gd name="connsiteY0" fmla="*/ 0 h 30086"/>
                <a:gd name="connsiteX1" fmla="*/ 95242 w 190392"/>
                <a:gd name="connsiteY1" fmla="*/ 30086 h 30086"/>
                <a:gd name="connsiteX2" fmla="*/ 190392 w 190392"/>
                <a:gd name="connsiteY2" fmla="*/ 0 h 30086"/>
              </a:gdLst>
              <a:ahLst/>
              <a:cxnLst>
                <a:cxn ang="0">
                  <a:pos x="connsiteX0" y="connsiteY0"/>
                </a:cxn>
                <a:cxn ang="0">
                  <a:pos x="connsiteX1" y="connsiteY1"/>
                </a:cxn>
                <a:cxn ang="0">
                  <a:pos x="connsiteX2" y="connsiteY2"/>
                </a:cxn>
              </a:cxnLst>
              <a:rect l="l" t="t" r="r" b="b"/>
              <a:pathLst>
                <a:path w="190392" h="30086">
                  <a:moveTo>
                    <a:pt x="0" y="0"/>
                  </a:moveTo>
                  <a:cubicBezTo>
                    <a:pt x="0" y="16612"/>
                    <a:pt x="42638" y="30086"/>
                    <a:pt x="95242" y="30086"/>
                  </a:cubicBezTo>
                  <a:cubicBezTo>
                    <a:pt x="147847" y="30086"/>
                    <a:pt x="190392" y="16981"/>
                    <a:pt x="190392" y="0"/>
                  </a:cubicBezTo>
                </a:path>
              </a:pathLst>
            </a:custGeom>
            <a:noFill/>
            <a:ln w="15875" cap="flat">
              <a:solidFill>
                <a:srgbClr val="25408F"/>
              </a:solidFill>
              <a:prstDash val="solid"/>
              <a:round/>
            </a:ln>
          </p:spPr>
          <p:txBody>
            <a:bodyPr rtlCol="0" anchor="ctr"/>
            <a:lstStyle/>
            <a:p>
              <a:endParaRPr lang="en-US"/>
            </a:p>
          </p:txBody>
        </p:sp>
        <p:sp>
          <p:nvSpPr>
            <p:cNvPr id="106" name="Forme libre : forme 105">
              <a:extLst>
                <a:ext uri="{FF2B5EF4-FFF2-40B4-BE49-F238E27FC236}">
                  <a16:creationId xmlns:a16="http://schemas.microsoft.com/office/drawing/2014/main" id="{0DB09F89-4C68-42ED-87CB-8214BD2D8FB1}"/>
                </a:ext>
              </a:extLst>
            </p:cNvPr>
            <p:cNvSpPr/>
            <p:nvPr/>
          </p:nvSpPr>
          <p:spPr>
            <a:xfrm>
              <a:off x="8533228" y="1198182"/>
              <a:ext cx="190392" cy="105025"/>
            </a:xfrm>
            <a:custGeom>
              <a:avLst/>
              <a:gdLst>
                <a:gd name="connsiteX0" fmla="*/ 190392 w 190392"/>
                <a:gd name="connsiteY0" fmla="*/ 0 h 105025"/>
                <a:gd name="connsiteX1" fmla="*/ 190392 w 190392"/>
                <a:gd name="connsiteY1" fmla="*/ 75031 h 105025"/>
                <a:gd name="connsiteX2" fmla="*/ 95242 w 190392"/>
                <a:gd name="connsiteY2" fmla="*/ 105025 h 105025"/>
                <a:gd name="connsiteX3" fmla="*/ 0 w 190392"/>
                <a:gd name="connsiteY3" fmla="*/ 75031 h 105025"/>
                <a:gd name="connsiteX4" fmla="*/ 0 w 190392"/>
                <a:gd name="connsiteY4" fmla="*/ 0 h 10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392" h="105025">
                  <a:moveTo>
                    <a:pt x="190392" y="0"/>
                  </a:moveTo>
                  <a:lnTo>
                    <a:pt x="190392" y="75031"/>
                  </a:lnTo>
                  <a:cubicBezTo>
                    <a:pt x="190392" y="91551"/>
                    <a:pt x="147847" y="105025"/>
                    <a:pt x="95242" y="105025"/>
                  </a:cubicBezTo>
                  <a:cubicBezTo>
                    <a:pt x="42638" y="105025"/>
                    <a:pt x="0" y="91551"/>
                    <a:pt x="0" y="75031"/>
                  </a:cubicBezTo>
                  <a:lnTo>
                    <a:pt x="0" y="0"/>
                  </a:lnTo>
                </a:path>
              </a:pathLst>
            </a:custGeom>
            <a:noFill/>
            <a:ln w="15875" cap="flat">
              <a:solidFill>
                <a:srgbClr val="25408F"/>
              </a:solidFill>
              <a:prstDash val="solid"/>
              <a:round/>
            </a:ln>
          </p:spPr>
          <p:txBody>
            <a:bodyPr rtlCol="0" anchor="ctr"/>
            <a:lstStyle/>
            <a:p>
              <a:endParaRPr lang="en-US"/>
            </a:p>
          </p:txBody>
        </p:sp>
        <p:sp>
          <p:nvSpPr>
            <p:cNvPr id="107" name="Forme libre : forme 106">
              <a:extLst>
                <a:ext uri="{FF2B5EF4-FFF2-40B4-BE49-F238E27FC236}">
                  <a16:creationId xmlns:a16="http://schemas.microsoft.com/office/drawing/2014/main" id="{FA4A0B95-AA98-41B7-A88D-2231AD64BE23}"/>
                </a:ext>
              </a:extLst>
            </p:cNvPr>
            <p:cNvSpPr/>
            <p:nvPr/>
          </p:nvSpPr>
          <p:spPr>
            <a:xfrm>
              <a:off x="8533228" y="1164312"/>
              <a:ext cx="190392" cy="63956"/>
            </a:xfrm>
            <a:custGeom>
              <a:avLst/>
              <a:gdLst>
                <a:gd name="connsiteX0" fmla="*/ 190392 w 190392"/>
                <a:gd name="connsiteY0" fmla="*/ 32024 h 63956"/>
                <a:gd name="connsiteX1" fmla="*/ 95242 w 190392"/>
                <a:gd name="connsiteY1" fmla="*/ 63956 h 63956"/>
                <a:gd name="connsiteX2" fmla="*/ 0 w 190392"/>
                <a:gd name="connsiteY2" fmla="*/ 32024 h 63956"/>
                <a:gd name="connsiteX3" fmla="*/ 95242 w 190392"/>
                <a:gd name="connsiteY3" fmla="*/ 0 h 63956"/>
                <a:gd name="connsiteX4" fmla="*/ 190392 w 190392"/>
                <a:gd name="connsiteY4" fmla="*/ 32024 h 63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392" h="63956">
                  <a:moveTo>
                    <a:pt x="190392" y="32024"/>
                  </a:moveTo>
                  <a:cubicBezTo>
                    <a:pt x="190392" y="49652"/>
                    <a:pt x="147847" y="63956"/>
                    <a:pt x="95242" y="63956"/>
                  </a:cubicBezTo>
                  <a:cubicBezTo>
                    <a:pt x="42638" y="63956"/>
                    <a:pt x="0" y="49652"/>
                    <a:pt x="0" y="32024"/>
                  </a:cubicBezTo>
                  <a:cubicBezTo>
                    <a:pt x="0" y="14397"/>
                    <a:pt x="42638" y="0"/>
                    <a:pt x="95242" y="0"/>
                  </a:cubicBezTo>
                  <a:cubicBezTo>
                    <a:pt x="147847" y="0"/>
                    <a:pt x="190392" y="14305"/>
                    <a:pt x="190392" y="32024"/>
                  </a:cubicBezTo>
                  <a:close/>
                </a:path>
              </a:pathLst>
            </a:custGeom>
            <a:noFill/>
            <a:ln w="15875" cap="flat">
              <a:solidFill>
                <a:srgbClr val="25408F"/>
              </a:solidFill>
              <a:prstDash val="solid"/>
              <a:round/>
            </a:ln>
          </p:spPr>
          <p:txBody>
            <a:bodyPr rtlCol="0" anchor="ctr"/>
            <a:lstStyle/>
            <a:p>
              <a:endParaRPr lang="en-US"/>
            </a:p>
          </p:txBody>
        </p:sp>
      </p:grpSp>
      <p:sp>
        <p:nvSpPr>
          <p:cNvPr id="123" name="Content Placeholder 27">
            <a:extLst>
              <a:ext uri="{FF2B5EF4-FFF2-40B4-BE49-F238E27FC236}">
                <a16:creationId xmlns:a16="http://schemas.microsoft.com/office/drawing/2014/main" id="{C5B99F15-BFD6-476F-B937-9FF153C6C9E1}"/>
              </a:ext>
            </a:extLst>
          </p:cNvPr>
          <p:cNvSpPr txBox="1">
            <a:spLocks/>
          </p:cNvSpPr>
          <p:nvPr/>
        </p:nvSpPr>
        <p:spPr>
          <a:xfrm>
            <a:off x="5237552" y="2366747"/>
            <a:ext cx="4166723" cy="2694456"/>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lvl="4">
              <a:lnSpc>
                <a:spcPct val="150000"/>
              </a:lnSpc>
              <a:spcBef>
                <a:spcPts val="0"/>
              </a:spcBef>
            </a:pPr>
            <a:r>
              <a:rPr lang="en-US" sz="1400" b="1" dirty="0">
                <a:solidFill>
                  <a:schemeClr val="tx2"/>
                </a:solidFill>
              </a:rPr>
              <a:t>Strategies &amp; recommendations</a:t>
            </a:r>
            <a:endParaRPr lang="en-US"/>
          </a:p>
          <a:p>
            <a:pPr lvl="4" indent="-216000">
              <a:lnSpc>
                <a:spcPct val="150000"/>
              </a:lnSpc>
              <a:spcBef>
                <a:spcPts val="0"/>
              </a:spcBef>
              <a:buNone/>
            </a:pPr>
            <a:r>
              <a:rPr lang="en-US" sz="1000" dirty="0"/>
              <a:t>With the rising rents and infrastructure issues in the Eastern quadrant of the Outer Ring Road, North Bangalore has become a preferred destination for many IT companies (e.g. Cerner, </a:t>
            </a:r>
            <a:r>
              <a:rPr lang="en-US" sz="1000" dirty="0" err="1"/>
              <a:t>Synechron</a:t>
            </a:r>
            <a:r>
              <a:rPr lang="en-US" sz="1000" dirty="0"/>
              <a:t>, IBM). </a:t>
            </a:r>
            <a:r>
              <a:rPr lang="en-US" sz="1000" dirty="0" err="1"/>
              <a:t>Idemia</a:t>
            </a:r>
            <a:r>
              <a:rPr lang="en-US" sz="1000" dirty="0"/>
              <a:t> may also consider relocation of its operations. If so, we would recommend North Bangalore (Hebbal, Bellary Road, </a:t>
            </a:r>
            <a:r>
              <a:rPr lang="en-US" sz="1000" dirty="0" err="1"/>
              <a:t>Thannisandra</a:t>
            </a:r>
            <a:r>
              <a:rPr lang="en-US" sz="1000" dirty="0"/>
              <a:t>) as an alternate market to </a:t>
            </a:r>
            <a:r>
              <a:rPr lang="en-US" sz="1000" dirty="0" err="1"/>
              <a:t>Idemia</a:t>
            </a:r>
            <a:r>
              <a:rPr lang="en-US" sz="1000" dirty="0"/>
              <a:t>. Key Highlights of the market are :</a:t>
            </a:r>
            <a:endParaRPr lang="en-US"/>
          </a:p>
          <a:p>
            <a:pPr marL="171450" indent="-171450" algn="just">
              <a:lnSpc>
                <a:spcPts val="1600"/>
              </a:lnSpc>
              <a:spcAft>
                <a:spcPts val="0"/>
              </a:spcAft>
              <a:buFont typeface="Arial" panose="020B0604020202020204" pitchFamily="34" charset="0"/>
              <a:buChar char="•"/>
            </a:pPr>
            <a:r>
              <a:rPr lang="en-US" sz="1000" dirty="0"/>
              <a:t>Emerging micro market for future development </a:t>
            </a:r>
            <a:endParaRPr lang="en-US"/>
          </a:p>
          <a:p>
            <a:pPr marL="171450" indent="-171450" algn="just">
              <a:lnSpc>
                <a:spcPts val="1600"/>
              </a:lnSpc>
              <a:spcAft>
                <a:spcPts val="0"/>
              </a:spcAft>
              <a:buFont typeface="Arial" panose="020B0604020202020204" pitchFamily="34" charset="0"/>
              <a:buChar char="•"/>
            </a:pPr>
            <a:r>
              <a:rPr lang="en-US" sz="1000" dirty="0"/>
              <a:t>Developed infrastructure</a:t>
            </a:r>
            <a:endParaRPr lang="en-US"/>
          </a:p>
          <a:p>
            <a:pPr marL="171450" indent="-171450" algn="just">
              <a:lnSpc>
                <a:spcPts val="1600"/>
              </a:lnSpc>
              <a:spcAft>
                <a:spcPts val="0"/>
              </a:spcAft>
              <a:buFont typeface="Arial" panose="020B0604020202020204" pitchFamily="34" charset="0"/>
              <a:buChar char="•"/>
            </a:pPr>
            <a:r>
              <a:rPr lang="en-US" sz="1000" dirty="0"/>
              <a:t>Total stock – 728k </a:t>
            </a:r>
            <a:r>
              <a:rPr lang="en-US" sz="1000" dirty="0" err="1"/>
              <a:t>SqM</a:t>
            </a:r>
            <a:endParaRPr lang="en-US" sz="1000" dirty="0"/>
          </a:p>
        </p:txBody>
      </p:sp>
      <p:sp>
        <p:nvSpPr>
          <p:cNvPr id="125" name="ZoneTexte 124">
            <a:extLst>
              <a:ext uri="{FF2B5EF4-FFF2-40B4-BE49-F238E27FC236}">
                <a16:creationId xmlns:a16="http://schemas.microsoft.com/office/drawing/2014/main" id="{184E0DE3-726F-4830-8BB2-3D4EB3601CCB}"/>
              </a:ext>
            </a:extLst>
          </p:cNvPr>
          <p:cNvSpPr txBox="1"/>
          <p:nvPr/>
        </p:nvSpPr>
        <p:spPr>
          <a:xfrm>
            <a:off x="642028" y="4911413"/>
            <a:ext cx="3953497" cy="422360"/>
          </a:xfrm>
          <a:prstGeom prst="rect">
            <a:avLst/>
          </a:prstGeom>
        </p:spPr>
        <p:txBody>
          <a:bodyPr vert="horz" lIns="0" tIns="0" rIns="0" bIns="0" rtlCol="0">
            <a:noAutofit/>
          </a:bodyPr>
          <a:lstStyle>
            <a:lvl1pPr marL="216000" indent="-216000">
              <a:lnSpc>
                <a:spcPct val="100000"/>
              </a:lnSpc>
              <a:spcBef>
                <a:spcPts val="300"/>
              </a:spcBef>
              <a:spcAft>
                <a:spcPts val="600"/>
              </a:spcAft>
              <a:buFont typeface="Arial" panose="020B0604020202020204" pitchFamily="34" charset="0"/>
              <a:buChar char="•"/>
              <a:defRPr sz="1600"/>
            </a:lvl1pPr>
            <a:lvl2pPr marL="432000" indent="-216000">
              <a:lnSpc>
                <a:spcPct val="100000"/>
              </a:lnSpc>
              <a:spcBef>
                <a:spcPts val="300"/>
              </a:spcBef>
              <a:spcAft>
                <a:spcPts val="600"/>
              </a:spcAft>
              <a:buFont typeface="Arial" panose="020B0604020202020204" pitchFamily="34" charset="0"/>
              <a:buChar char="•"/>
              <a:defRPr sz="1600"/>
            </a:lvl2pPr>
            <a:lvl3pPr marL="648000" indent="-216000">
              <a:lnSpc>
                <a:spcPct val="100000"/>
              </a:lnSpc>
              <a:spcBef>
                <a:spcPts val="300"/>
              </a:spcBef>
              <a:spcAft>
                <a:spcPts val="600"/>
              </a:spcAft>
              <a:buFont typeface="Arial" panose="020B0604020202020204" pitchFamily="34" charset="0"/>
              <a:buChar char="•"/>
              <a:defRPr sz="1600"/>
            </a:lvl3pPr>
            <a:lvl4pPr marL="0" indent="0">
              <a:lnSpc>
                <a:spcPct val="100000"/>
              </a:lnSpc>
              <a:spcBef>
                <a:spcPts val="300"/>
              </a:spcBef>
              <a:spcAft>
                <a:spcPts val="600"/>
              </a:spcAft>
              <a:buFont typeface="Arial" panose="020B0604020202020204" pitchFamily="34" charset="0"/>
              <a:buChar char="​"/>
              <a:defRPr sz="2000" b="1">
                <a:solidFill>
                  <a:schemeClr val="tx2"/>
                </a:solidFill>
              </a:defRPr>
            </a:lvl4pPr>
            <a:lvl5pPr marL="0" lvl="4" indent="0">
              <a:lnSpc>
                <a:spcPct val="150000"/>
              </a:lnSpc>
              <a:spcBef>
                <a:spcPts val="0"/>
              </a:spcBef>
              <a:spcAft>
                <a:spcPts val="600"/>
              </a:spcAft>
              <a:buFont typeface="Arial" panose="020B0604020202020204" pitchFamily="34" charset="0"/>
              <a:buChar char="​"/>
              <a:tabLst/>
              <a:defRPr sz="1600" b="1">
                <a:solidFill>
                  <a:schemeClr val="tx2"/>
                </a:solidFill>
              </a:defRPr>
            </a:lvl5pPr>
            <a:lvl6pPr marL="108000" indent="-108000">
              <a:lnSpc>
                <a:spcPct val="100000"/>
              </a:lnSpc>
              <a:spcBef>
                <a:spcPts val="0"/>
              </a:spcBef>
              <a:spcAft>
                <a:spcPts val="600"/>
              </a:spcAft>
              <a:buFont typeface="Arial" panose="020B0604020202020204" pitchFamily="34" charset="0"/>
              <a:buChar char="•"/>
              <a:defRPr sz="1000"/>
            </a:lvl6pPr>
            <a:lvl7pPr marL="0" indent="0">
              <a:lnSpc>
                <a:spcPct val="100000"/>
              </a:lnSpc>
              <a:spcBef>
                <a:spcPts val="300"/>
              </a:spcBef>
              <a:spcAft>
                <a:spcPts val="600"/>
              </a:spcAft>
              <a:buFont typeface="Arial" panose="020B0604020202020204" pitchFamily="34" charset="0"/>
              <a:buChar char="​"/>
              <a:defRPr sz="1000" b="1" baseline="0">
                <a:solidFill>
                  <a:schemeClr val="tx2"/>
                </a:solidFill>
              </a:defRPr>
            </a:lvl7pPr>
            <a:lvl8pPr marL="0" indent="0">
              <a:lnSpc>
                <a:spcPct val="100000"/>
              </a:lnSpc>
              <a:spcBef>
                <a:spcPts val="300"/>
              </a:spcBef>
              <a:spcAft>
                <a:spcPts val="600"/>
              </a:spcAft>
              <a:buFont typeface="Arial" panose="020B0604020202020204" pitchFamily="34" charset="0"/>
              <a:buChar char="​"/>
              <a:defRPr sz="1000"/>
            </a:lvl8pPr>
            <a:lvl9pPr marL="0" indent="0">
              <a:lnSpc>
                <a:spcPct val="90000"/>
              </a:lnSpc>
              <a:spcBef>
                <a:spcPts val="2400"/>
              </a:spcBef>
              <a:spcAft>
                <a:spcPts val="1200"/>
              </a:spcAft>
              <a:buFont typeface="Arial" panose="020B0604020202020204" pitchFamily="34" charset="0"/>
              <a:buChar char="​"/>
              <a:defRPr sz="4400" baseline="0">
                <a:solidFill>
                  <a:schemeClr val="tx2"/>
                </a:solidFill>
                <a:latin typeface="+mj-lt"/>
              </a:defRPr>
            </a:lvl9pPr>
          </a:lstStyle>
          <a:p>
            <a:pPr lvl="4"/>
            <a:r>
              <a:rPr lang="en-US" sz="1400" dirty="0"/>
              <a:t>Timeline &amp; actions</a:t>
            </a:r>
            <a:endParaRPr lang="en-US"/>
          </a:p>
        </p:txBody>
      </p:sp>
      <p:sp>
        <p:nvSpPr>
          <p:cNvPr id="126" name="Espace réservé du pied de page 125">
            <a:extLst>
              <a:ext uri="{FF2B5EF4-FFF2-40B4-BE49-F238E27FC236}">
                <a16:creationId xmlns:a16="http://schemas.microsoft.com/office/drawing/2014/main" id="{A829EB30-2851-466F-A5D1-BBDA8FABEF12}"/>
              </a:ext>
            </a:extLst>
          </p:cNvPr>
          <p:cNvSpPr>
            <a:spLocks noGrp="1"/>
          </p:cNvSpPr>
          <p:nvPr>
            <p:ph type="ftr" sz="quarter" idx="11"/>
          </p:nvPr>
        </p:nvSpPr>
        <p:spPr/>
        <p:txBody>
          <a:bodyPr/>
          <a:lstStyle/>
          <a:p>
            <a:r>
              <a:rPr lang="en-US"/>
              <a:t>Project Name</a:t>
            </a:r>
          </a:p>
        </p:txBody>
      </p:sp>
      <p:sp>
        <p:nvSpPr>
          <p:cNvPr id="127" name="Espace réservé du numéro de diapositive 126">
            <a:extLst>
              <a:ext uri="{FF2B5EF4-FFF2-40B4-BE49-F238E27FC236}">
                <a16:creationId xmlns:a16="http://schemas.microsoft.com/office/drawing/2014/main" id="{AE492FA3-1331-4970-91D0-E955229A61EE}"/>
              </a:ext>
            </a:extLst>
          </p:cNvPr>
          <p:cNvSpPr>
            <a:spLocks noGrp="1"/>
          </p:cNvSpPr>
          <p:nvPr>
            <p:ph type="sldNum" sz="quarter" idx="12"/>
          </p:nvPr>
        </p:nvSpPr>
        <p:spPr/>
        <p:txBody>
          <a:bodyPr/>
          <a:lstStyle/>
          <a:p>
            <a:fld id="{23AA811B-2EBD-4900-905E-5BE206449611}" type="slidenum">
              <a:rPr lang="en-US" smtClean="0"/>
              <a:pPr/>
              <a:t>2</a:t>
            </a:fld>
            <a:endParaRPr lang="en-US" dirty="0"/>
          </a:p>
        </p:txBody>
      </p:sp>
      <p:graphicFrame>
        <p:nvGraphicFramePr>
          <p:cNvPr id="122" name="Table Placeholder 6">
            <a:extLst>
              <a:ext uri="{FF2B5EF4-FFF2-40B4-BE49-F238E27FC236}">
                <a16:creationId xmlns:a16="http://schemas.microsoft.com/office/drawing/2014/main" id="{D7CA4531-6842-45D7-ABA9-FB346EBA9452}"/>
              </a:ext>
            </a:extLst>
          </p:cNvPr>
          <p:cNvGraphicFramePr>
            <a:graphicFrameLocks/>
          </p:cNvGraphicFramePr>
          <p:nvPr/>
        </p:nvGraphicFramePr>
        <p:xfrm>
          <a:off x="9880527" y="4211768"/>
          <a:ext cx="1652343" cy="700305"/>
        </p:xfrm>
        <a:graphic>
          <a:graphicData uri="http://schemas.openxmlformats.org/drawingml/2006/table">
            <a:tbl>
              <a:tblPr firstRow="1" bandRow="1">
                <a:tableStyleId>{5C22544A-7EE6-4342-B048-85BDC9FD1C3A}</a:tableStyleId>
              </a:tblPr>
              <a:tblGrid>
                <a:gridCol w="764613">
                  <a:extLst>
                    <a:ext uri="{9D8B030D-6E8A-4147-A177-3AD203B41FA5}">
                      <a16:colId xmlns:a16="http://schemas.microsoft.com/office/drawing/2014/main" val="3808231526"/>
                    </a:ext>
                  </a:extLst>
                </a:gridCol>
                <a:gridCol w="887730">
                  <a:extLst>
                    <a:ext uri="{9D8B030D-6E8A-4147-A177-3AD203B41FA5}">
                      <a16:colId xmlns:a16="http://schemas.microsoft.com/office/drawing/2014/main" val="2306115643"/>
                    </a:ext>
                  </a:extLst>
                </a:gridCol>
              </a:tblGrid>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Lease Expiry</a:t>
                      </a:r>
                      <a:endParaRPr lang="en-US"/>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r>
                        <a:rPr lang="en-US" sz="1000" b="1" i="0" u="none" strike="noStrike" dirty="0">
                          <a:solidFill>
                            <a:schemeClr val="tx2"/>
                          </a:solidFill>
                          <a:effectLst/>
                          <a:latin typeface="+mn-lt"/>
                          <a:cs typeface="Calibri" panose="020F0502020204030204" pitchFamily="34" charset="0"/>
                        </a:rPr>
                        <a:t>28/02/2023</a:t>
                      </a:r>
                      <a:endParaRPr lang="en-US"/>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406366264"/>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Leased Area</a:t>
                      </a:r>
                      <a:endParaRPr lang="en-US"/>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r>
                        <a:rPr lang="en-US" sz="1000" b="1" u="none" strike="noStrike" dirty="0">
                          <a:solidFill>
                            <a:schemeClr val="tx2"/>
                          </a:solidFill>
                          <a:effectLst/>
                          <a:latin typeface="+mn-lt"/>
                          <a:cs typeface="Calibri" panose="020F0502020204030204" pitchFamily="34" charset="0"/>
                        </a:rPr>
                        <a:t>2,408 sqm</a:t>
                      </a:r>
                      <a:endParaRPr lang="en-US"/>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31431798"/>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Rent</a:t>
                      </a:r>
                      <a:endParaRPr lang="en-US"/>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r" rtl="0" fontAlgn="ctr"/>
                      <a:r>
                        <a:rPr lang="en-US" sz="1000" b="1" u="none" strike="noStrike" dirty="0">
                          <a:solidFill>
                            <a:schemeClr val="tx2"/>
                          </a:solidFill>
                          <a:effectLst/>
                          <a:latin typeface="+mn-lt"/>
                          <a:cs typeface="Calibri" panose="020F0502020204030204" pitchFamily="34" charset="0"/>
                        </a:rPr>
                        <a:t>€ 0.6 m / year</a:t>
                      </a:r>
                      <a:endParaRPr lang="en-US"/>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6259878"/>
                  </a:ext>
                </a:extLst>
              </a:tr>
            </a:tbl>
          </a:graphicData>
        </a:graphic>
      </p:graphicFrame>
      <p:sp>
        <p:nvSpPr>
          <p:cNvPr id="128" name="Rectangle 127">
            <a:extLst>
              <a:ext uri="{FF2B5EF4-FFF2-40B4-BE49-F238E27FC236}">
                <a16:creationId xmlns:a16="http://schemas.microsoft.com/office/drawing/2014/main" id="{0DF79789-8131-4C76-ACDF-2DBCC360A2EB}"/>
              </a:ext>
            </a:extLst>
          </p:cNvPr>
          <p:cNvSpPr/>
          <p:nvPr/>
        </p:nvSpPr>
        <p:spPr>
          <a:xfrm>
            <a:off x="9875418" y="2440113"/>
            <a:ext cx="1661443" cy="1661446"/>
          </a:xfrm>
          <a:prstGeom prst="rect">
            <a:avLst/>
          </a:prstGeom>
          <a:solidFill>
            <a:schemeClr val="bg2"/>
          </a:solidFill>
          <a:ln>
            <a:noFill/>
          </a:ln>
        </p:spPr>
        <p:style>
          <a:lnRef idx="2">
            <a:scrgbClr r="0" g="0" b="0"/>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custDataLst>
      <p:custData r:id="rId1"/>
      <p:custData r:id="rId2"/>
    </p:custDataLst>
    <p:extLst>
      <p:ext uri="{BB962C8B-B14F-4D97-AF65-F5344CB8AC3E}">
        <p14:creationId xmlns:p14="http://schemas.microsoft.com/office/powerpoint/2010/main" val="1468983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pour une image  1">
            <a:extLst>
              <a:ext uri="{FF2B5EF4-FFF2-40B4-BE49-F238E27FC236}">
                <a16:creationId xmlns:a16="http://schemas.microsoft.com/office/drawing/2014/main" id="{ADC8C775-69C0-BBD5-9945-BD49F84BC7F7}"/>
              </a:ext>
            </a:extLst>
          </p:cNvPr>
          <p:cNvSpPr>
            <a:spLocks noGrp="1"/>
          </p:cNvSpPr>
          <p:nvPr>
            <p:ph type="pic" sz="quarter" idx="16"/>
          </p:nvPr>
        </p:nvSpPr>
        <p:spPr/>
        <p:txBody>
          <a:bodyPr/>
          <a:lstStyle/>
          <a:p>
            <a:endParaRPr lang="en-US"/>
          </a:p>
        </p:txBody>
      </p:sp>
      <p:sp>
        <p:nvSpPr>
          <p:cNvPr id="3" name="Espace réservé du texte 2">
            <a:extLst>
              <a:ext uri="{FF2B5EF4-FFF2-40B4-BE49-F238E27FC236}">
                <a16:creationId xmlns:a16="http://schemas.microsoft.com/office/drawing/2014/main" id="{6411B1E3-E87C-EB85-69C9-8EE364EBD7C2}"/>
              </a:ext>
            </a:extLst>
          </p:cNvPr>
          <p:cNvSpPr>
            <a:spLocks noGrp="1"/>
          </p:cNvSpPr>
          <p:nvPr>
            <p:ph type="body" sz="quarter" idx="13"/>
          </p:nvPr>
        </p:nvSpPr>
        <p:spPr/>
        <p:txBody>
          <a:bodyPr/>
          <a:lstStyle/>
          <a:p>
            <a:endParaRPr lang="en-US"/>
          </a:p>
        </p:txBody>
      </p:sp>
      <p:sp>
        <p:nvSpPr>
          <p:cNvPr id="4" name="Titre 3">
            <a:extLst>
              <a:ext uri="{FF2B5EF4-FFF2-40B4-BE49-F238E27FC236}">
                <a16:creationId xmlns:a16="http://schemas.microsoft.com/office/drawing/2014/main" id="{642ABF2F-5609-D5E8-BF6E-B4B9141EEBC0}"/>
              </a:ext>
            </a:extLst>
          </p:cNvPr>
          <p:cNvSpPr>
            <a:spLocks noGrp="1"/>
          </p:cNvSpPr>
          <p:nvPr>
            <p:ph type="title"/>
          </p:nvPr>
        </p:nvSpPr>
        <p:spPr/>
        <p:txBody>
          <a:bodyPr/>
          <a:lstStyle/>
          <a:p>
            <a:endParaRPr lang="en-US"/>
          </a:p>
        </p:txBody>
      </p:sp>
      <p:sp>
        <p:nvSpPr>
          <p:cNvPr id="5" name="Espace réservé du contenu 4">
            <a:extLst>
              <a:ext uri="{FF2B5EF4-FFF2-40B4-BE49-F238E27FC236}">
                <a16:creationId xmlns:a16="http://schemas.microsoft.com/office/drawing/2014/main" id="{B910202F-5DB4-0397-5661-6F26A07B927B}"/>
              </a:ext>
            </a:extLst>
          </p:cNvPr>
          <p:cNvSpPr>
            <a:spLocks noGrp="1"/>
          </p:cNvSpPr>
          <p:nvPr>
            <p:ph idx="1"/>
          </p:nvPr>
        </p:nvSpPr>
        <p:spPr/>
        <p:txBody>
          <a:bodyPr/>
          <a:lstStyle/>
          <a:p>
            <a:endParaRPr lang="en-US"/>
          </a:p>
        </p:txBody>
      </p:sp>
      <p:sp>
        <p:nvSpPr>
          <p:cNvPr id="6" name="Espace réservé du texte 5">
            <a:extLst>
              <a:ext uri="{FF2B5EF4-FFF2-40B4-BE49-F238E27FC236}">
                <a16:creationId xmlns:a16="http://schemas.microsoft.com/office/drawing/2014/main" id="{681BE592-35DC-C8D9-CD5C-BE635FC7BD56}"/>
              </a:ext>
            </a:extLst>
          </p:cNvPr>
          <p:cNvSpPr>
            <a:spLocks noGrp="1"/>
          </p:cNvSpPr>
          <p:nvPr>
            <p:ph type="body" sz="quarter" idx="14"/>
          </p:nvPr>
        </p:nvSpPr>
        <p:spPr/>
        <p:txBody>
          <a:bodyPr/>
          <a:lstStyle/>
          <a:p>
            <a:endParaRPr lang="en-US"/>
          </a:p>
        </p:txBody>
      </p:sp>
      <p:sp>
        <p:nvSpPr>
          <p:cNvPr id="7" name="Espace réservé du texte 6">
            <a:extLst>
              <a:ext uri="{FF2B5EF4-FFF2-40B4-BE49-F238E27FC236}">
                <a16:creationId xmlns:a16="http://schemas.microsoft.com/office/drawing/2014/main" id="{1801C91B-154E-B42E-AB94-0B1E1D2AA657}"/>
              </a:ext>
            </a:extLst>
          </p:cNvPr>
          <p:cNvSpPr>
            <a:spLocks noGrp="1"/>
          </p:cNvSpPr>
          <p:nvPr>
            <p:ph type="body" sz="quarter" idx="17"/>
          </p:nvPr>
        </p:nvSpPr>
        <p:spPr/>
        <p:txBody>
          <a:bodyPr/>
          <a:lstStyle/>
          <a:p>
            <a:endParaRPr lang="en-US"/>
          </a:p>
        </p:txBody>
      </p:sp>
      <p:sp>
        <p:nvSpPr>
          <p:cNvPr id="8" name="Espace réservé du pied de page 7">
            <a:extLst>
              <a:ext uri="{FF2B5EF4-FFF2-40B4-BE49-F238E27FC236}">
                <a16:creationId xmlns:a16="http://schemas.microsoft.com/office/drawing/2014/main" id="{47131AAC-EDA9-7798-BA08-55E7C2C1A35C}"/>
              </a:ext>
            </a:extLst>
          </p:cNvPr>
          <p:cNvSpPr>
            <a:spLocks noGrp="1"/>
          </p:cNvSpPr>
          <p:nvPr>
            <p:ph type="ftr" sz="quarter" idx="11"/>
          </p:nvPr>
        </p:nvSpPr>
        <p:spPr/>
        <p:txBody>
          <a:bodyPr/>
          <a:lstStyle/>
          <a:p>
            <a:r>
              <a:rPr lang="en-US"/>
              <a:t>Project Name</a:t>
            </a:r>
          </a:p>
        </p:txBody>
      </p:sp>
      <p:sp>
        <p:nvSpPr>
          <p:cNvPr id="9" name="Espace réservé du numéro de diapositive 8">
            <a:extLst>
              <a:ext uri="{FF2B5EF4-FFF2-40B4-BE49-F238E27FC236}">
                <a16:creationId xmlns:a16="http://schemas.microsoft.com/office/drawing/2014/main" id="{633C890D-1CC4-D9DB-6392-946FF0FE4E0D}"/>
              </a:ext>
            </a:extLst>
          </p:cNvPr>
          <p:cNvSpPr>
            <a:spLocks noGrp="1"/>
          </p:cNvSpPr>
          <p:nvPr>
            <p:ph type="sldNum" sz="quarter" idx="12"/>
          </p:nvPr>
        </p:nvSpPr>
        <p:spPr/>
        <p:txBody>
          <a:bodyPr/>
          <a:lstStyle/>
          <a:p>
            <a:fld id="{23AA811B-2EBD-4900-905E-5BE206449611}" type="slidenum">
              <a:rPr lang="en-US" smtClean="0"/>
              <a:pPr/>
              <a:t>3</a:t>
            </a:fld>
            <a:endParaRPr lang="en-US" dirty="0"/>
          </a:p>
        </p:txBody>
      </p:sp>
    </p:spTree>
    <p:custDataLst>
      <p:custData r:id="rId1"/>
      <p:custData r:id="rId2"/>
    </p:custDataLst>
    <p:extLst>
      <p:ext uri="{BB962C8B-B14F-4D97-AF65-F5344CB8AC3E}">
        <p14:creationId xmlns:p14="http://schemas.microsoft.com/office/powerpoint/2010/main" val="1024076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Espace réservé pour une image  29">
            <a:extLst>
              <a:ext uri="{FF2B5EF4-FFF2-40B4-BE49-F238E27FC236}">
                <a16:creationId xmlns:a16="http://schemas.microsoft.com/office/drawing/2014/main" id="{982617C0-091B-49BC-8B0A-FE2076BC8E88}"/>
              </a:ext>
            </a:extLst>
          </p:cNvPr>
          <p:cNvSpPr>
            <a:spLocks noGrp="1"/>
          </p:cNvSpPr>
          <p:nvPr>
            <p:ph type="pic" sz="quarter" idx="16"/>
          </p:nvPr>
        </p:nvSpPr>
        <p:spPr>
          <a:solidFill>
            <a:schemeClr val="bg1">
              <a:lumMod val="95000"/>
            </a:schemeClr>
          </a:solidFill>
        </p:spPr>
        <p:txBody>
          <a:bodyPr/>
          <a:lstStyle/>
          <a:p>
            <a:endParaRPr lang="en-US"/>
          </a:p>
        </p:txBody>
      </p:sp>
      <p:sp>
        <p:nvSpPr>
          <p:cNvPr id="3" name="Text Placeholder 2">
            <a:extLst>
              <a:ext uri="{FF2B5EF4-FFF2-40B4-BE49-F238E27FC236}">
                <a16:creationId xmlns:a16="http://schemas.microsoft.com/office/drawing/2014/main" id="{706CCF0F-725E-4824-92D3-50CCF7755D28}"/>
              </a:ext>
            </a:extLst>
          </p:cNvPr>
          <p:cNvSpPr>
            <a:spLocks noGrp="1"/>
          </p:cNvSpPr>
          <p:nvPr>
            <p:ph type="body" sz="quarter" idx="13"/>
          </p:nvPr>
        </p:nvSpPr>
        <p:spPr/>
        <p:txBody>
          <a:bodyPr/>
          <a:lstStyle/>
          <a:p>
            <a:r>
              <a:rPr lang="en-US" dirty="0"/>
              <a:t>BUILDING OVERVIEW</a:t>
            </a:r>
            <a:endParaRPr lang="en-US"/>
          </a:p>
        </p:txBody>
      </p:sp>
      <p:sp>
        <p:nvSpPr>
          <p:cNvPr id="2" name="Title 1">
            <a:extLst>
              <a:ext uri="{FF2B5EF4-FFF2-40B4-BE49-F238E27FC236}">
                <a16:creationId xmlns:a16="http://schemas.microsoft.com/office/drawing/2014/main" id="{C0DB9E03-7872-44E7-963C-1749E8A7F261}"/>
              </a:ext>
            </a:extLst>
          </p:cNvPr>
          <p:cNvSpPr>
            <a:spLocks noGrp="1"/>
          </p:cNvSpPr>
          <p:nvPr>
            <p:ph type="title"/>
          </p:nvPr>
        </p:nvSpPr>
        <p:spPr/>
        <p:txBody>
          <a:bodyPr/>
          <a:lstStyle/>
          <a:p>
            <a:r>
              <a:rPr lang="en-US" dirty="0"/>
              <a:t>Building Name</a:t>
            </a:r>
            <a:endParaRPr lang="en-US"/>
          </a:p>
        </p:txBody>
      </p:sp>
      <p:graphicFrame>
        <p:nvGraphicFramePr>
          <p:cNvPr id="10" name="Table Placeholder 6">
            <a:extLst>
              <a:ext uri="{FF2B5EF4-FFF2-40B4-BE49-F238E27FC236}">
                <a16:creationId xmlns:a16="http://schemas.microsoft.com/office/drawing/2014/main" id="{EDAE4097-C9C7-4835-87AA-F833C7E20026}"/>
              </a:ext>
            </a:extLst>
          </p:cNvPr>
          <p:cNvGraphicFramePr>
            <a:graphicFrameLocks noGrp="1"/>
          </p:cNvGraphicFramePr>
          <p:nvPr>
            <p:ph idx="1"/>
          </p:nvPr>
        </p:nvGraphicFramePr>
        <p:xfrm>
          <a:off x="647700" y="2044700"/>
          <a:ext cx="4301204" cy="4188645"/>
        </p:xfrm>
        <a:graphic>
          <a:graphicData uri="http://schemas.openxmlformats.org/drawingml/2006/table">
            <a:tbl>
              <a:tblPr firstRow="1" bandRow="1">
                <a:tableStyleId>{5C22544A-7EE6-4342-B048-85BDC9FD1C3A}</a:tableStyleId>
              </a:tblPr>
              <a:tblGrid>
                <a:gridCol w="1676338">
                  <a:extLst>
                    <a:ext uri="{9D8B030D-6E8A-4147-A177-3AD203B41FA5}">
                      <a16:colId xmlns:a16="http://schemas.microsoft.com/office/drawing/2014/main" val="3808231526"/>
                    </a:ext>
                  </a:extLst>
                </a:gridCol>
                <a:gridCol w="2624866">
                  <a:extLst>
                    <a:ext uri="{9D8B030D-6E8A-4147-A177-3AD203B41FA5}">
                      <a16:colId xmlns:a16="http://schemas.microsoft.com/office/drawing/2014/main" val="2306115643"/>
                    </a:ext>
                  </a:extLst>
                </a:gridCol>
              </a:tblGrid>
              <a:tr h="664073">
                <a:tc gridSpan="2">
                  <a:txBody>
                    <a:bodyPr/>
                    <a:lstStyle/>
                    <a:p>
                      <a:pPr lvl="0">
                        <a:lnSpc>
                          <a:spcPct val="100000"/>
                        </a:lnSpc>
                      </a:pPr>
                      <a:r>
                        <a:rPr lang="en-US" sz="2400" b="1" dirty="0">
                          <a:solidFill>
                            <a:schemeClr val="tx2"/>
                          </a:solidFill>
                          <a:highlight>
                            <a:srgbClr val="FFFF00"/>
                          </a:highlight>
                          <a:latin typeface="Open Sans" panose="020B0606030504020204" pitchFamily="34" charset="0"/>
                          <a:ea typeface="Open Sans" panose="020B0606030504020204" pitchFamily="34" charset="0"/>
                          <a:cs typeface="Open Sans" panose="020B0606030504020204" pitchFamily="34" charset="0"/>
                        </a:rPr>
                        <a:t>123 Address Ln.</a:t>
                      </a:r>
                      <a:endParaRPr lang="en-US"/>
                    </a:p>
                    <a:p>
                      <a:pPr lvl="0">
                        <a:lnSpc>
                          <a:spcPct val="100000"/>
                        </a:lnSpc>
                      </a:pPr>
                      <a:r>
                        <a:rPr lang="en-US" sz="1400" b="0" dirty="0">
                          <a:solidFill>
                            <a:schemeClr val="tx2"/>
                          </a:solidFill>
                          <a:highlight>
                            <a:srgbClr val="FFFF00"/>
                          </a:highlight>
                          <a:latin typeface="Open Sans" panose="020B0606030504020204" pitchFamily="34" charset="0"/>
                          <a:ea typeface="Open Sans" panose="020B0606030504020204" pitchFamily="34" charset="0"/>
                          <a:cs typeface="Open Sans" panose="020B0606030504020204" pitchFamily="34" charset="0"/>
                        </a:rPr>
                        <a:t>City | State | 56789</a:t>
                      </a:r>
                      <a:endParaRPr lang="en-US"/>
                    </a:p>
                  </a:txBody>
                  <a:tcPr marL="180000" marR="0" marT="0" marB="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26369328"/>
                  </a:ext>
                </a:extLst>
              </a:tr>
              <a:tr h="233435">
                <a:tc>
                  <a:txBody>
                    <a:bodyPr/>
                    <a:lstStyle/>
                    <a:p>
                      <a:pPr algn="l" rtl="0" fontAlgn="ctr"/>
                      <a:r>
                        <a:rPr lang="en-US" sz="1000" b="0" u="none" strike="noStrike" dirty="0">
                          <a:solidFill>
                            <a:schemeClr val="tx1"/>
                          </a:solidFill>
                          <a:effectLst/>
                          <a:latin typeface="+mn-lt"/>
                          <a:cs typeface="Calibri" panose="020F0502020204030204" pitchFamily="34" charset="0"/>
                        </a:rPr>
                        <a:t>Asset Type</a:t>
                      </a:r>
                      <a:endParaRPr lang="en-US" sz="1000" b="0" i="0" u="none" strike="noStrike" dirty="0">
                        <a:solidFill>
                          <a:schemeClr val="tx1"/>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u="none" strike="noStrike" dirty="0">
                          <a:solidFill>
                            <a:schemeClr val="tx2"/>
                          </a:solidFill>
                          <a:effectLst/>
                          <a:latin typeface="+mn-lt"/>
                          <a:cs typeface="Calibri" panose="020F0502020204030204" pitchFamily="34" charset="0"/>
                        </a:rPr>
                        <a:t>Office (PRA03)</a:t>
                      </a:r>
                      <a:endParaRPr lang="en-US" sz="1000" b="1" i="0" u="none" strike="noStrike" dirty="0">
                        <a:solidFill>
                          <a:schemeClr val="tx2"/>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89028669"/>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Landlord Profile</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i="0" u="none" strike="noStrike" dirty="0">
                          <a:solidFill>
                            <a:schemeClr val="tx2"/>
                          </a:solidFill>
                          <a:effectLst/>
                          <a:latin typeface="+mn-lt"/>
                          <a:cs typeface="Calibri" panose="020F0502020204030204" pitchFamily="34" charset="0"/>
                        </a:rPr>
                        <a:t>Private, Institutional etc. </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84325438"/>
                  </a:ext>
                </a:extLst>
              </a:tr>
              <a:tr h="233435">
                <a:tc>
                  <a:txBody>
                    <a:bodyPr/>
                    <a:lstStyle/>
                    <a:p>
                      <a:pPr algn="l" rtl="0" fontAlgn="ctr"/>
                      <a:r>
                        <a:rPr lang="en-US" sz="1000" b="0" u="none" strike="noStrike" dirty="0">
                          <a:solidFill>
                            <a:schemeClr val="tx1"/>
                          </a:solidFill>
                          <a:effectLst/>
                          <a:latin typeface="+mn-lt"/>
                          <a:cs typeface="Calibri" panose="020F0502020204030204" pitchFamily="34" charset="0"/>
                        </a:rPr>
                        <a:t>Occupation</a:t>
                      </a:r>
                      <a:endParaRPr lang="en-US" sz="1000" b="0" i="0" u="none" strike="noStrike" dirty="0">
                        <a:solidFill>
                          <a:schemeClr val="tx1"/>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u="none" strike="noStrike" dirty="0">
                          <a:solidFill>
                            <a:schemeClr val="tx2"/>
                          </a:solidFill>
                          <a:effectLst/>
                          <a:latin typeface="+mn-lt"/>
                          <a:cs typeface="Calibri" panose="020F0502020204030204" pitchFamily="34" charset="0"/>
                        </a:rPr>
                        <a:t>c. 15% of the building</a:t>
                      </a:r>
                      <a:endParaRPr lang="en-US" sz="1000" b="1" i="0" u="none" strike="noStrike" dirty="0">
                        <a:solidFill>
                          <a:schemeClr val="tx2"/>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59969471"/>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Construction Year </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u="none" strike="noStrike" dirty="0">
                          <a:solidFill>
                            <a:schemeClr val="tx2"/>
                          </a:solidFill>
                          <a:effectLst/>
                          <a:latin typeface="+mn-lt"/>
                          <a:cs typeface="Calibri" panose="020F0502020204030204" pitchFamily="34" charset="0"/>
                        </a:rPr>
                        <a:t>2005</a:t>
                      </a:r>
                      <a:endParaRPr lang="en-US" sz="1000" b="1" i="1" u="none" strike="noStrike" dirty="0">
                        <a:solidFill>
                          <a:schemeClr val="tx2"/>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35256295"/>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Last Upgrade</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i="0" u="none" strike="noStrike" dirty="0">
                          <a:solidFill>
                            <a:schemeClr val="tx2"/>
                          </a:solidFill>
                          <a:effectLst/>
                          <a:latin typeface="+mn-lt"/>
                          <a:cs typeface="Calibri" panose="020F0502020204030204" pitchFamily="34" charset="0"/>
                        </a:rPr>
                        <a:t>2018</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80829642"/>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Lease Expiry</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i="0" u="none" strike="noStrike" dirty="0">
                          <a:solidFill>
                            <a:schemeClr val="tx2"/>
                          </a:solidFill>
                          <a:effectLst/>
                          <a:latin typeface="+mn-lt"/>
                          <a:cs typeface="Calibri" panose="020F0502020204030204" pitchFamily="34" charset="0"/>
                        </a:rPr>
                        <a:t>28/02/2023</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06366264"/>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Notification Date</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endParaRPr lang="en-US" sz="1000" b="1" i="0" u="none" strike="noStrike" dirty="0">
                        <a:solidFill>
                          <a:schemeClr val="tx2"/>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83725983"/>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Total Size (sqm)</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u="none" strike="noStrike" dirty="0">
                          <a:solidFill>
                            <a:schemeClr val="tx2"/>
                          </a:solidFill>
                          <a:effectLst/>
                          <a:latin typeface="+mn-lt"/>
                          <a:cs typeface="Calibri" panose="020F0502020204030204" pitchFamily="34" charset="0"/>
                        </a:rPr>
                        <a:t>16,500 sqm</a:t>
                      </a:r>
                      <a:endParaRPr lang="en-US" sz="1000" b="1" i="1" u="none" strike="noStrike" dirty="0">
                        <a:solidFill>
                          <a:schemeClr val="tx2"/>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84431941"/>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Leased Area (sqm)</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u="none" strike="noStrike" dirty="0">
                          <a:solidFill>
                            <a:schemeClr val="tx2"/>
                          </a:solidFill>
                          <a:effectLst/>
                          <a:latin typeface="+mn-lt"/>
                          <a:cs typeface="Calibri" panose="020F0502020204030204" pitchFamily="34" charset="0"/>
                        </a:rPr>
                        <a:t>2,408 sqm</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1431798"/>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Workplaces</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u="none" strike="noStrike" dirty="0">
                          <a:solidFill>
                            <a:schemeClr val="tx2"/>
                          </a:solidFill>
                          <a:effectLst/>
                          <a:latin typeface="+mn-lt"/>
                          <a:cs typeface="Calibri" panose="020F0502020204030204" pitchFamily="34" charset="0"/>
                        </a:rPr>
                        <a:t>116 pcs</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78834946"/>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Average Utilisation</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u="none" strike="noStrike" dirty="0">
                          <a:solidFill>
                            <a:schemeClr val="tx2"/>
                          </a:solidFill>
                          <a:effectLst/>
                          <a:latin typeface="+mn-lt"/>
                          <a:cs typeface="Calibri" panose="020F0502020204030204" pitchFamily="34" charset="0"/>
                        </a:rPr>
                        <a:t>34% (37 out of 123 HC)</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39189232"/>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Building Vacancy</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endParaRPr lang="en-US" sz="1000" b="1" u="none" strike="noStrike" dirty="0">
                        <a:solidFill>
                          <a:schemeClr val="tx2"/>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96852544"/>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Current Listing Rent</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endParaRPr lang="en-US" sz="1000" b="1" u="none" strike="noStrike" dirty="0">
                        <a:solidFill>
                          <a:schemeClr val="tx2"/>
                        </a:solidFill>
                        <a:effectLst/>
                        <a:latin typeface="+mn-lt"/>
                        <a:cs typeface="Calibri" panose="020F0502020204030204" pitchFamily="34" charset="0"/>
                      </a:endParaRPr>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36492894"/>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Rent</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rtl="0" fontAlgn="ctr"/>
                      <a:r>
                        <a:rPr lang="en-US" sz="1000" b="1" u="none" strike="noStrike" dirty="0">
                          <a:solidFill>
                            <a:schemeClr val="tx2"/>
                          </a:solidFill>
                          <a:effectLst/>
                          <a:latin typeface="+mn-lt"/>
                          <a:cs typeface="Calibri" panose="020F0502020204030204" pitchFamily="34" charset="0"/>
                        </a:rPr>
                        <a:t>€ 0.6 m per year</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6259878"/>
                  </a:ext>
                </a:extLst>
              </a:tr>
              <a:tr h="233435">
                <a:tc>
                  <a:txBody>
                    <a:bodyPr/>
                    <a:lstStyle/>
                    <a:p>
                      <a:pPr algn="l" rtl="0" fontAlgn="ctr"/>
                      <a:r>
                        <a:rPr lang="en-US" sz="1000" b="0" i="0" u="none" strike="noStrike" dirty="0">
                          <a:solidFill>
                            <a:schemeClr val="tx1"/>
                          </a:solidFill>
                          <a:effectLst/>
                          <a:latin typeface="+mn-lt"/>
                          <a:cs typeface="Calibri" panose="020F0502020204030204" pitchFamily="34" charset="0"/>
                        </a:rPr>
                        <a:t>Service Charges</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rtl="0" fontAlgn="ctr"/>
                      <a:r>
                        <a:rPr lang="en-US" sz="1000" b="1" i="1" u="none" strike="noStrike" dirty="0">
                          <a:solidFill>
                            <a:schemeClr val="tx2"/>
                          </a:solidFill>
                          <a:effectLst/>
                          <a:latin typeface="+mn-lt"/>
                          <a:cs typeface="Calibri" panose="020F0502020204030204" pitchFamily="34" charset="0"/>
                        </a:rPr>
                        <a:t>€ 0.1 m per year</a:t>
                      </a:r>
                      <a:endParaRPr lang="en-US"/>
                    </a:p>
                  </a:txBody>
                  <a:tcPr marL="7200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264801556"/>
                  </a:ext>
                </a:extLst>
              </a:tr>
            </a:tbl>
          </a:graphicData>
        </a:graphic>
      </p:graphicFrame>
      <p:sp>
        <p:nvSpPr>
          <p:cNvPr id="22" name="Espace réservé du texte 21">
            <a:extLst>
              <a:ext uri="{FF2B5EF4-FFF2-40B4-BE49-F238E27FC236}">
                <a16:creationId xmlns:a16="http://schemas.microsoft.com/office/drawing/2014/main" id="{9716A1F9-F0EE-4F84-B09D-659393A7A3AD}"/>
              </a:ext>
            </a:extLst>
          </p:cNvPr>
          <p:cNvSpPr>
            <a:spLocks noGrp="1"/>
          </p:cNvSpPr>
          <p:nvPr>
            <p:ph type="body" sz="quarter" idx="17"/>
          </p:nvPr>
        </p:nvSpPr>
        <p:spPr>
          <a:xfrm>
            <a:off x="5563440" y="4013775"/>
            <a:ext cx="6629422" cy="2432341"/>
          </a:xfrm>
        </p:spPr>
        <p:txBody>
          <a:bodyPr/>
          <a:lstStyle/>
          <a:p>
            <a:pPr>
              <a:spcBef>
                <a:spcPts val="0"/>
              </a:spcBef>
              <a:spcAft>
                <a:spcPts val="300"/>
              </a:spcAft>
            </a:pPr>
            <a:r>
              <a:rPr lang="en-US" sz="1200" dirty="0"/>
              <a:t>The property is located in a very well established office area in Prague, and is well set up with amenities including restaurants, a gym and other services</a:t>
            </a:r>
            <a:endParaRPr lang="en-US"/>
          </a:p>
          <a:p>
            <a:pPr>
              <a:spcBef>
                <a:spcPts val="0"/>
              </a:spcBef>
              <a:spcAft>
                <a:spcPts val="300"/>
              </a:spcAft>
            </a:pPr>
            <a:r>
              <a:rPr lang="en-US" sz="1200" dirty="0"/>
              <a:t>The office is approximately 8 minutes from the nearest metro station</a:t>
            </a:r>
            <a:endParaRPr lang="en-US"/>
          </a:p>
          <a:p>
            <a:pPr>
              <a:spcBef>
                <a:spcPts val="0"/>
              </a:spcBef>
              <a:spcAft>
                <a:spcPts val="300"/>
              </a:spcAft>
            </a:pPr>
            <a:r>
              <a:rPr lang="en-US" sz="1200" dirty="0"/>
              <a:t>Market rents are in the region of €186 – €310 per sqm per annum</a:t>
            </a:r>
            <a:endParaRPr lang="en-US"/>
          </a:p>
          <a:p>
            <a:pPr>
              <a:spcBef>
                <a:spcPts val="0"/>
              </a:spcBef>
              <a:spcAft>
                <a:spcPts val="300"/>
              </a:spcAft>
            </a:pPr>
            <a:r>
              <a:rPr lang="en-US" sz="1200" dirty="0"/>
              <a:t>There is 50,000 sqm of vacancy in the submarket which is impacted by the anticipated delivery of c. 18,000 sqm of new office space</a:t>
            </a:r>
            <a:endParaRPr lang="en-US"/>
          </a:p>
          <a:p>
            <a:pPr>
              <a:spcBef>
                <a:spcPts val="0"/>
              </a:spcBef>
              <a:spcAft>
                <a:spcPts val="300"/>
              </a:spcAft>
            </a:pPr>
            <a:r>
              <a:rPr lang="en-US" sz="1200" dirty="0"/>
              <a:t>Furthermore, there is a pipeline of new developments totalling 16,000 sqm</a:t>
            </a:r>
            <a:endParaRPr lang="en-US"/>
          </a:p>
          <a:p>
            <a:pPr>
              <a:spcBef>
                <a:spcPts val="0"/>
              </a:spcBef>
              <a:spcAft>
                <a:spcPts val="300"/>
              </a:spcAft>
            </a:pPr>
            <a:r>
              <a:rPr lang="en-US" sz="1200" dirty="0"/>
              <a:t>Rents are forecast to remain stable or increase due to higher construction costs and a lack of supply</a:t>
            </a:r>
            <a:endParaRPr lang="en-US"/>
          </a:p>
        </p:txBody>
      </p:sp>
      <p:sp>
        <p:nvSpPr>
          <p:cNvPr id="8" name="Footer Placeholder 7">
            <a:extLst>
              <a:ext uri="{FF2B5EF4-FFF2-40B4-BE49-F238E27FC236}">
                <a16:creationId xmlns:a16="http://schemas.microsoft.com/office/drawing/2014/main" id="{B44194F7-C6A5-4F75-B51D-B58F0123D5E8}"/>
              </a:ext>
            </a:extLst>
          </p:cNvPr>
          <p:cNvSpPr>
            <a:spLocks noGrp="1"/>
          </p:cNvSpPr>
          <p:nvPr>
            <p:ph type="ftr" sz="quarter" idx="11"/>
          </p:nvPr>
        </p:nvSpPr>
        <p:spPr/>
        <p:txBody>
          <a:bodyPr/>
          <a:lstStyle/>
          <a:p>
            <a:r>
              <a:rPr lang="en-US"/>
              <a:t>Project Name</a:t>
            </a:r>
            <a:endParaRPr lang="en-US" dirty="0"/>
          </a:p>
        </p:txBody>
      </p:sp>
      <p:sp>
        <p:nvSpPr>
          <p:cNvPr id="9" name="Slide Number Placeholder 8">
            <a:extLst>
              <a:ext uri="{FF2B5EF4-FFF2-40B4-BE49-F238E27FC236}">
                <a16:creationId xmlns:a16="http://schemas.microsoft.com/office/drawing/2014/main" id="{20E73586-3538-4360-B762-ADA5785C5785}"/>
              </a:ext>
            </a:extLst>
          </p:cNvPr>
          <p:cNvSpPr>
            <a:spLocks noGrp="1"/>
          </p:cNvSpPr>
          <p:nvPr>
            <p:ph type="sldNum" sz="quarter" idx="12"/>
          </p:nvPr>
        </p:nvSpPr>
        <p:spPr/>
        <p:txBody>
          <a:bodyPr/>
          <a:lstStyle/>
          <a:p>
            <a:fld id="{23AA811B-2EBD-4900-905E-5BE206449611}" type="slidenum">
              <a:rPr lang="en-US"/>
              <a:pPr/>
              <a:t>4</a:t>
            </a:fld>
            <a:endParaRPr lang="en-US" dirty="0"/>
          </a:p>
        </p:txBody>
      </p:sp>
      <p:pic>
        <p:nvPicPr>
          <p:cNvPr id="16" name="Picture 3">
            <a:extLst>
              <a:ext uri="{FF2B5EF4-FFF2-40B4-BE49-F238E27FC236}">
                <a16:creationId xmlns:a16="http://schemas.microsoft.com/office/drawing/2014/main" id="{3D204F03-19BE-4543-A63B-877DCFE0075B}"/>
              </a:ext>
            </a:extLst>
          </p:cNvPr>
          <p:cNvPicPr preferRelativeResize="0">
            <a:picLocks/>
          </p:cNvPicPr>
          <p:nvPr/>
        </p:nvPicPr>
        <p:blipFill rotWithShape="1">
          <a:blip r:embed="rId6"/>
          <a:srcRect l="4315" r="3601"/>
          <a:stretch/>
        </p:blipFill>
        <p:spPr>
          <a:xfrm>
            <a:off x="5563440" y="2044700"/>
            <a:ext cx="1905403" cy="1789075"/>
          </a:xfrm>
          <a:prstGeom prst="rect">
            <a:avLst/>
          </a:prstGeom>
          <a:effectLst/>
        </p:spPr>
      </p:pic>
      <p:sp>
        <p:nvSpPr>
          <p:cNvPr id="31" name="Graphic 6" descr="Marker">
            <a:extLst>
              <a:ext uri="{FF2B5EF4-FFF2-40B4-BE49-F238E27FC236}">
                <a16:creationId xmlns:a16="http://schemas.microsoft.com/office/drawing/2014/main" id="{C0D8780F-203F-4420-AA7F-A9CA02206C21}"/>
              </a:ext>
            </a:extLst>
          </p:cNvPr>
          <p:cNvSpPr/>
          <p:nvPr/>
        </p:nvSpPr>
        <p:spPr>
          <a:xfrm>
            <a:off x="6202800" y="2210156"/>
            <a:ext cx="298361" cy="491769"/>
          </a:xfrm>
          <a:custGeom>
            <a:avLst/>
            <a:gdLst>
              <a:gd name="connsiteX0" fmla="*/ 199373 w 398745"/>
              <a:gd name="connsiteY0" fmla="*/ 285750 h 647700"/>
              <a:gd name="connsiteX1" fmla="*/ 113648 w 398745"/>
              <a:gd name="connsiteY1" fmla="*/ 200025 h 647700"/>
              <a:gd name="connsiteX2" fmla="*/ 199373 w 398745"/>
              <a:gd name="connsiteY2" fmla="*/ 114300 h 647700"/>
              <a:gd name="connsiteX3" fmla="*/ 285098 w 398745"/>
              <a:gd name="connsiteY3" fmla="*/ 200025 h 647700"/>
              <a:gd name="connsiteX4" fmla="*/ 199373 w 398745"/>
              <a:gd name="connsiteY4" fmla="*/ 285750 h 647700"/>
              <a:gd name="connsiteX5" fmla="*/ 199373 w 398745"/>
              <a:gd name="connsiteY5" fmla="*/ 0 h 647700"/>
              <a:gd name="connsiteX6" fmla="*/ 34590 w 398745"/>
              <a:gd name="connsiteY6" fmla="*/ 87630 h 647700"/>
              <a:gd name="connsiteX7" fmla="*/ 13635 w 398745"/>
              <a:gd name="connsiteY7" fmla="*/ 273368 h 647700"/>
              <a:gd name="connsiteX8" fmla="*/ 104123 w 398745"/>
              <a:gd name="connsiteY8" fmla="*/ 473393 h 647700"/>
              <a:gd name="connsiteX9" fmla="*/ 182228 w 398745"/>
              <a:gd name="connsiteY9" fmla="*/ 637223 h 647700"/>
              <a:gd name="connsiteX10" fmla="*/ 199373 w 398745"/>
              <a:gd name="connsiteY10" fmla="*/ 647700 h 647700"/>
              <a:gd name="connsiteX11" fmla="*/ 216518 w 398745"/>
              <a:gd name="connsiteY11" fmla="*/ 637223 h 647700"/>
              <a:gd name="connsiteX12" fmla="*/ 294623 w 398745"/>
              <a:gd name="connsiteY12" fmla="*/ 473393 h 647700"/>
              <a:gd name="connsiteX13" fmla="*/ 385110 w 398745"/>
              <a:gd name="connsiteY13" fmla="*/ 273368 h 647700"/>
              <a:gd name="connsiteX14" fmla="*/ 364155 w 398745"/>
              <a:gd name="connsiteY14" fmla="*/ 87630 h 647700"/>
              <a:gd name="connsiteX15" fmla="*/ 199373 w 398745"/>
              <a:gd name="connsiteY15" fmla="*/ 0 h 647700"/>
              <a:gd name="connsiteX0" fmla="*/ 199373 w 398745"/>
              <a:gd name="connsiteY0" fmla="*/ 285750 h 657225"/>
              <a:gd name="connsiteX1" fmla="*/ 113648 w 398745"/>
              <a:gd name="connsiteY1" fmla="*/ 200025 h 657225"/>
              <a:gd name="connsiteX2" fmla="*/ 199373 w 398745"/>
              <a:gd name="connsiteY2" fmla="*/ 114300 h 657225"/>
              <a:gd name="connsiteX3" fmla="*/ 285098 w 398745"/>
              <a:gd name="connsiteY3" fmla="*/ 200025 h 657225"/>
              <a:gd name="connsiteX4" fmla="*/ 199373 w 398745"/>
              <a:gd name="connsiteY4" fmla="*/ 285750 h 657225"/>
              <a:gd name="connsiteX5" fmla="*/ 199373 w 398745"/>
              <a:gd name="connsiteY5" fmla="*/ 0 h 657225"/>
              <a:gd name="connsiteX6" fmla="*/ 34590 w 398745"/>
              <a:gd name="connsiteY6" fmla="*/ 87630 h 657225"/>
              <a:gd name="connsiteX7" fmla="*/ 13635 w 398745"/>
              <a:gd name="connsiteY7" fmla="*/ 273368 h 657225"/>
              <a:gd name="connsiteX8" fmla="*/ 104123 w 398745"/>
              <a:gd name="connsiteY8" fmla="*/ 473393 h 657225"/>
              <a:gd name="connsiteX9" fmla="*/ 182228 w 398745"/>
              <a:gd name="connsiteY9" fmla="*/ 637223 h 657225"/>
              <a:gd name="connsiteX10" fmla="*/ 199373 w 398745"/>
              <a:gd name="connsiteY10" fmla="*/ 657225 h 657225"/>
              <a:gd name="connsiteX11" fmla="*/ 216518 w 398745"/>
              <a:gd name="connsiteY11" fmla="*/ 637223 h 657225"/>
              <a:gd name="connsiteX12" fmla="*/ 294623 w 398745"/>
              <a:gd name="connsiteY12" fmla="*/ 473393 h 657225"/>
              <a:gd name="connsiteX13" fmla="*/ 385110 w 398745"/>
              <a:gd name="connsiteY13" fmla="*/ 273368 h 657225"/>
              <a:gd name="connsiteX14" fmla="*/ 364155 w 398745"/>
              <a:gd name="connsiteY14" fmla="*/ 87630 h 657225"/>
              <a:gd name="connsiteX15" fmla="*/ 199373 w 398745"/>
              <a:gd name="connsiteY15" fmla="*/ 0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57225">
                <a:moveTo>
                  <a:pt x="199373" y="285750"/>
                </a:moveTo>
                <a:cubicBezTo>
                  <a:pt x="151748" y="285750"/>
                  <a:pt x="113648" y="247650"/>
                  <a:pt x="113648" y="200025"/>
                </a:cubicBezTo>
                <a:cubicBezTo>
                  <a:pt x="113648" y="152400"/>
                  <a:pt x="151748" y="114300"/>
                  <a:pt x="199373" y="114300"/>
                </a:cubicBezTo>
                <a:cubicBezTo>
                  <a:pt x="246998" y="114300"/>
                  <a:pt x="285098" y="152400"/>
                  <a:pt x="285098" y="200025"/>
                </a:cubicBezTo>
                <a:cubicBezTo>
                  <a:pt x="285098" y="247650"/>
                  <a:pt x="246998" y="285750"/>
                  <a:pt x="199373" y="285750"/>
                </a:cubicBezTo>
                <a:close/>
                <a:moveTo>
                  <a:pt x="199373" y="0"/>
                </a:moveTo>
                <a:cubicBezTo>
                  <a:pt x="133650" y="0"/>
                  <a:pt x="71738" y="32385"/>
                  <a:pt x="34590" y="87630"/>
                </a:cubicBezTo>
                <a:cubicBezTo>
                  <a:pt x="-2557" y="141923"/>
                  <a:pt x="-10177" y="211455"/>
                  <a:pt x="13635" y="273368"/>
                </a:cubicBezTo>
                <a:lnTo>
                  <a:pt x="104123" y="473393"/>
                </a:lnTo>
                <a:lnTo>
                  <a:pt x="182228" y="637223"/>
                </a:lnTo>
                <a:cubicBezTo>
                  <a:pt x="185085" y="643890"/>
                  <a:pt x="191753" y="657225"/>
                  <a:pt x="199373" y="657225"/>
                </a:cubicBezTo>
                <a:cubicBezTo>
                  <a:pt x="206993" y="657225"/>
                  <a:pt x="213660" y="643890"/>
                  <a:pt x="216518" y="637223"/>
                </a:cubicBezTo>
                <a:lnTo>
                  <a:pt x="294623" y="473393"/>
                </a:lnTo>
                <a:lnTo>
                  <a:pt x="385110" y="273368"/>
                </a:lnTo>
                <a:cubicBezTo>
                  <a:pt x="408923" y="211455"/>
                  <a:pt x="401303" y="141923"/>
                  <a:pt x="364155" y="87630"/>
                </a:cubicBezTo>
                <a:cubicBezTo>
                  <a:pt x="327008" y="32385"/>
                  <a:pt x="265095" y="0"/>
                  <a:pt x="199373" y="0"/>
                </a:cubicBezTo>
                <a:close/>
              </a:path>
            </a:pathLst>
          </a:custGeom>
          <a:solidFill>
            <a:schemeClr val="tx2"/>
          </a:solidFill>
          <a:ln w="9525" cap="flat">
            <a:solidFill>
              <a:schemeClr val="bg1"/>
            </a:solidFill>
            <a:prstDash val="solid"/>
            <a:miter/>
          </a:ln>
        </p:spPr>
        <p:txBody>
          <a:bodyPr rtlCol="0" anchor="ctr"/>
          <a:lstStyle/>
          <a:p>
            <a:endParaRPr lang="en-US"/>
          </a:p>
        </p:txBody>
      </p:sp>
    </p:spTree>
    <p:custDataLst>
      <p:custData r:id="rId1"/>
      <p:custData r:id="rId2"/>
      <p:tags r:id="rId3"/>
    </p:custDataLst>
    <p:extLst>
      <p:ext uri="{BB962C8B-B14F-4D97-AF65-F5344CB8AC3E}">
        <p14:creationId xmlns:p14="http://schemas.microsoft.com/office/powerpoint/2010/main" val="4031668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Rectangle 144">
            <a:extLst>
              <a:ext uri="{FF2B5EF4-FFF2-40B4-BE49-F238E27FC236}">
                <a16:creationId xmlns:a16="http://schemas.microsoft.com/office/drawing/2014/main" id="{CF747F81-CA74-423F-A2E7-507C2F867548}"/>
              </a:ext>
            </a:extLst>
          </p:cNvPr>
          <p:cNvSpPr/>
          <p:nvPr/>
        </p:nvSpPr>
        <p:spPr>
          <a:xfrm>
            <a:off x="0" y="2383273"/>
            <a:ext cx="12192000" cy="4474728"/>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28" name="Espace réservé du texte 27">
            <a:extLst>
              <a:ext uri="{FF2B5EF4-FFF2-40B4-BE49-F238E27FC236}">
                <a16:creationId xmlns:a16="http://schemas.microsoft.com/office/drawing/2014/main" id="{6ACBDEB9-334A-4560-87CE-CA3BA3CCC227}"/>
              </a:ext>
            </a:extLst>
          </p:cNvPr>
          <p:cNvSpPr>
            <a:spLocks noGrp="1"/>
          </p:cNvSpPr>
          <p:nvPr>
            <p:ph type="body" sz="quarter" idx="13"/>
          </p:nvPr>
        </p:nvSpPr>
        <p:spPr/>
        <p:txBody>
          <a:bodyPr/>
          <a:lstStyle/>
          <a:p>
            <a:r>
              <a:rPr lang="en-US" dirty="0">
                <a:solidFill>
                  <a:schemeClr val="tx1"/>
                </a:solidFill>
              </a:rPr>
              <a:t>MARKET OUTLINE</a:t>
            </a:r>
          </a:p>
        </p:txBody>
      </p:sp>
      <p:sp>
        <p:nvSpPr>
          <p:cNvPr id="38" name="Content Placeholder 37">
            <a:extLst>
              <a:ext uri="{FF2B5EF4-FFF2-40B4-BE49-F238E27FC236}">
                <a16:creationId xmlns:a16="http://schemas.microsoft.com/office/drawing/2014/main" id="{03E50933-0776-4DAB-96C0-07E7973D5A97}"/>
              </a:ext>
            </a:extLst>
          </p:cNvPr>
          <p:cNvSpPr>
            <a:spLocks noGrp="1"/>
          </p:cNvSpPr>
          <p:nvPr>
            <p:ph idx="1"/>
          </p:nvPr>
        </p:nvSpPr>
        <p:spPr>
          <a:xfrm>
            <a:off x="648000" y="1204851"/>
            <a:ext cx="3777244" cy="448992"/>
          </a:xfrm>
        </p:spPr>
        <p:txBody>
          <a:bodyPr/>
          <a:lstStyle/>
          <a:p>
            <a:pPr marL="0" indent="0">
              <a:buNone/>
            </a:pPr>
            <a:r>
              <a:rPr lang="en-US" dirty="0"/>
              <a:t>Rent &amp; Vacancy vs Supply </a:t>
            </a:r>
            <a:r>
              <a:rPr lang="en-US" dirty="0">
                <a:highlight>
                  <a:srgbClr val="FF0000"/>
                </a:highlight>
              </a:rPr>
              <a:t>(City level)</a:t>
            </a:r>
            <a:endParaRPr lang="en-US"/>
          </a:p>
        </p:txBody>
      </p:sp>
      <p:sp>
        <p:nvSpPr>
          <p:cNvPr id="2" name="Footer Placeholder 1">
            <a:extLst>
              <a:ext uri="{FF2B5EF4-FFF2-40B4-BE49-F238E27FC236}">
                <a16:creationId xmlns:a16="http://schemas.microsoft.com/office/drawing/2014/main" id="{843A847D-83DE-4082-95C6-9B04868CCEC5}"/>
              </a:ext>
            </a:extLst>
          </p:cNvPr>
          <p:cNvSpPr>
            <a:spLocks noGrp="1"/>
          </p:cNvSpPr>
          <p:nvPr>
            <p:ph type="ftr" sz="quarter" idx="11"/>
          </p:nvPr>
        </p:nvSpPr>
        <p:spPr/>
        <p:txBody>
          <a:bodyPr/>
          <a:lstStyle/>
          <a:p>
            <a:r>
              <a:rPr lang="en-US"/>
              <a:t>Project Name</a:t>
            </a:r>
            <a:endParaRPr lang="en-US" dirty="0"/>
          </a:p>
        </p:txBody>
      </p:sp>
      <p:sp>
        <p:nvSpPr>
          <p:cNvPr id="3" name="Slide Number Placeholder 2">
            <a:extLst>
              <a:ext uri="{FF2B5EF4-FFF2-40B4-BE49-F238E27FC236}">
                <a16:creationId xmlns:a16="http://schemas.microsoft.com/office/drawing/2014/main" id="{A98015FC-06BC-49A0-ABB6-3D632A75CBB4}"/>
              </a:ext>
            </a:extLst>
          </p:cNvPr>
          <p:cNvSpPr>
            <a:spLocks noGrp="1"/>
          </p:cNvSpPr>
          <p:nvPr>
            <p:ph type="sldNum" sz="quarter" idx="12"/>
          </p:nvPr>
        </p:nvSpPr>
        <p:spPr/>
        <p:txBody>
          <a:bodyPr/>
          <a:lstStyle/>
          <a:p>
            <a:fld id="{23AA811B-2EBD-4900-905E-5BE206449611}" type="slidenum">
              <a:rPr lang="en-US"/>
              <a:pPr/>
              <a:t>5</a:t>
            </a:fld>
            <a:endParaRPr lang="en-US" dirty="0"/>
          </a:p>
        </p:txBody>
      </p:sp>
      <p:sp>
        <p:nvSpPr>
          <p:cNvPr id="101" name="Content Placeholder 37">
            <a:extLst>
              <a:ext uri="{FF2B5EF4-FFF2-40B4-BE49-F238E27FC236}">
                <a16:creationId xmlns:a16="http://schemas.microsoft.com/office/drawing/2014/main" id="{D6F148FB-B697-447F-B976-AB698B7DF13E}"/>
              </a:ext>
            </a:extLst>
          </p:cNvPr>
          <p:cNvSpPr txBox="1">
            <a:spLocks/>
          </p:cNvSpPr>
          <p:nvPr/>
        </p:nvSpPr>
        <p:spPr>
          <a:xfrm>
            <a:off x="5486400" y="1204851"/>
            <a:ext cx="6051674" cy="34379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0" indent="0">
              <a:spcBef>
                <a:spcPts val="0"/>
              </a:spcBef>
              <a:spcAft>
                <a:spcPts val="0"/>
              </a:spcAft>
              <a:buFont typeface="Arial" panose="020B0604020202020204" pitchFamily="34" charset="0"/>
              <a:buNone/>
            </a:pPr>
            <a:r>
              <a:rPr lang="en-US" dirty="0"/>
              <a:t>Implication for </a:t>
            </a:r>
            <a:r>
              <a:rPr lang="en-US" dirty="0">
                <a:highlight>
                  <a:srgbClr val="FF0000"/>
                </a:highlight>
              </a:rPr>
              <a:t>Company</a:t>
            </a:r>
            <a:endParaRPr lang="en-US"/>
          </a:p>
        </p:txBody>
      </p:sp>
      <p:sp>
        <p:nvSpPr>
          <p:cNvPr id="72" name="Content Placeholder 37">
            <a:extLst>
              <a:ext uri="{FF2B5EF4-FFF2-40B4-BE49-F238E27FC236}">
                <a16:creationId xmlns:a16="http://schemas.microsoft.com/office/drawing/2014/main" id="{4243263D-363B-4228-877A-6A913D497ED1}"/>
              </a:ext>
            </a:extLst>
          </p:cNvPr>
          <p:cNvSpPr txBox="1">
            <a:spLocks/>
          </p:cNvSpPr>
          <p:nvPr/>
        </p:nvSpPr>
        <p:spPr>
          <a:xfrm>
            <a:off x="5486400" y="1642258"/>
            <a:ext cx="6051674" cy="448993"/>
          </a:xfrm>
          <a:prstGeom prst="rect">
            <a:avLst/>
          </a:prstGeom>
        </p:spPr>
        <p:txBody>
          <a:bodyPr vert="horz" lIns="0" tIns="0" rIns="0" bIns="0" numCol="2" spcCol="216000" rtlCol="0">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a:spcBef>
                <a:spcPts val="0"/>
              </a:spcBef>
              <a:spcAft>
                <a:spcPts val="0"/>
              </a:spcAft>
            </a:pPr>
            <a:r>
              <a:rPr lang="en-US" sz="1200" dirty="0"/>
              <a:t>Market comments</a:t>
            </a:r>
            <a:endParaRPr lang="en-US"/>
          </a:p>
          <a:p>
            <a:pPr>
              <a:spcBef>
                <a:spcPts val="0"/>
              </a:spcBef>
              <a:spcAft>
                <a:spcPts val="0"/>
              </a:spcAft>
            </a:pPr>
            <a:r>
              <a:rPr lang="en-US" sz="1200" dirty="0"/>
              <a:t>Market comments</a:t>
            </a:r>
            <a:endParaRPr lang="en-US"/>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r>
              <a:rPr lang="en-US" sz="1200" dirty="0"/>
              <a:t>Comments based on client’s situation</a:t>
            </a:r>
            <a:endParaRPr lang="en-US"/>
          </a:p>
          <a:p>
            <a:pPr>
              <a:spcBef>
                <a:spcPts val="0"/>
              </a:spcBef>
              <a:spcAft>
                <a:spcPts val="0"/>
              </a:spcAft>
            </a:pPr>
            <a:r>
              <a:rPr lang="en-US" sz="1200" dirty="0"/>
              <a:t>Comments based on client’s situation</a:t>
            </a:r>
            <a:endParaRPr lang="en-US"/>
          </a:p>
          <a:p>
            <a:pPr>
              <a:spcBef>
                <a:spcPts val="0"/>
              </a:spcBef>
              <a:spcAft>
                <a:spcPts val="0"/>
              </a:spcAft>
            </a:pPr>
            <a:endParaRPr lang="en-US" sz="1200" dirty="0"/>
          </a:p>
          <a:p>
            <a:pPr>
              <a:spcBef>
                <a:spcPts val="0"/>
              </a:spcBef>
              <a:spcAft>
                <a:spcPts val="0"/>
              </a:spcAft>
            </a:pPr>
            <a:endParaRPr lang="en-US" sz="1200" dirty="0"/>
          </a:p>
        </p:txBody>
      </p:sp>
      <p:pic>
        <p:nvPicPr>
          <p:cNvPr id="73" name="Picture 4">
            <a:extLst>
              <a:ext uri="{FF2B5EF4-FFF2-40B4-BE49-F238E27FC236}">
                <a16:creationId xmlns:a16="http://schemas.microsoft.com/office/drawing/2014/main" id="{BE04C68A-5738-4D8A-AB21-95607553A52F}"/>
              </a:ext>
            </a:extLst>
          </p:cNvPr>
          <p:cNvPicPr>
            <a:picLocks noChangeAspect="1"/>
          </p:cNvPicPr>
          <p:nvPr/>
        </p:nvPicPr>
        <p:blipFill rotWithShape="1">
          <a:blip r:embed="rId4"/>
          <a:srcRect l="2956" t="9003" r="49687"/>
          <a:stretch/>
        </p:blipFill>
        <p:spPr>
          <a:xfrm>
            <a:off x="648000" y="3420629"/>
            <a:ext cx="4015741" cy="2594791"/>
          </a:xfrm>
          <a:prstGeom prst="rect">
            <a:avLst/>
          </a:prstGeom>
        </p:spPr>
      </p:pic>
      <p:sp>
        <p:nvSpPr>
          <p:cNvPr id="74" name="TextBox 5">
            <a:extLst>
              <a:ext uri="{FF2B5EF4-FFF2-40B4-BE49-F238E27FC236}">
                <a16:creationId xmlns:a16="http://schemas.microsoft.com/office/drawing/2014/main" id="{62E509DC-4719-4454-BD3A-9EAA63570EC4}"/>
              </a:ext>
            </a:extLst>
          </p:cNvPr>
          <p:cNvSpPr txBox="1"/>
          <p:nvPr/>
        </p:nvSpPr>
        <p:spPr>
          <a:xfrm>
            <a:off x="648000" y="3016911"/>
            <a:ext cx="3365127" cy="246221"/>
          </a:xfrm>
          <a:prstGeom prst="rect">
            <a:avLst/>
          </a:prstGeom>
          <a:noFill/>
        </p:spPr>
        <p:txBody>
          <a:bodyPr wrap="square" lIns="0" tIns="0" rIns="0" bIns="0" rtlCol="0">
            <a:spAutoFit/>
          </a:bodyPr>
          <a:lstStyle/>
          <a:p>
            <a:r>
              <a:rPr lang="en-US" sz="1600" b="1" dirty="0">
                <a:solidFill>
                  <a:schemeClr val="bg2"/>
                </a:solidFill>
                <a:highlight>
                  <a:srgbClr val="FFFF00"/>
                </a:highlight>
              </a:rPr>
              <a:t>Rent &amp; vacancy</a:t>
            </a:r>
            <a:endParaRPr lang="en-US"/>
          </a:p>
        </p:txBody>
      </p:sp>
      <p:pic>
        <p:nvPicPr>
          <p:cNvPr id="75" name="Picture 12">
            <a:extLst>
              <a:ext uri="{FF2B5EF4-FFF2-40B4-BE49-F238E27FC236}">
                <a16:creationId xmlns:a16="http://schemas.microsoft.com/office/drawing/2014/main" id="{04F8BB48-1734-4B1B-B6CA-55E3011D1733}"/>
              </a:ext>
            </a:extLst>
          </p:cNvPr>
          <p:cNvPicPr>
            <a:picLocks noChangeAspect="1"/>
          </p:cNvPicPr>
          <p:nvPr/>
        </p:nvPicPr>
        <p:blipFill rotWithShape="1">
          <a:blip r:embed="rId4"/>
          <a:srcRect l="54325" t="10943" r="2450"/>
          <a:stretch/>
        </p:blipFill>
        <p:spPr>
          <a:xfrm>
            <a:off x="5067299" y="3488367"/>
            <a:ext cx="3665221" cy="2539464"/>
          </a:xfrm>
          <a:prstGeom prst="rect">
            <a:avLst/>
          </a:prstGeom>
        </p:spPr>
      </p:pic>
      <p:sp>
        <p:nvSpPr>
          <p:cNvPr id="77" name="TextBox 13">
            <a:extLst>
              <a:ext uri="{FF2B5EF4-FFF2-40B4-BE49-F238E27FC236}">
                <a16:creationId xmlns:a16="http://schemas.microsoft.com/office/drawing/2014/main" id="{DCED2B79-690D-441D-955E-A6FC0375B04B}"/>
              </a:ext>
            </a:extLst>
          </p:cNvPr>
          <p:cNvSpPr txBox="1"/>
          <p:nvPr/>
        </p:nvSpPr>
        <p:spPr>
          <a:xfrm>
            <a:off x="5258872" y="3021905"/>
            <a:ext cx="3439228" cy="246221"/>
          </a:xfrm>
          <a:prstGeom prst="rect">
            <a:avLst/>
          </a:prstGeom>
          <a:noFill/>
        </p:spPr>
        <p:txBody>
          <a:bodyPr wrap="square" lIns="0" tIns="0" rIns="0" bIns="0">
            <a:spAutoFit/>
          </a:bodyPr>
          <a:lstStyle/>
          <a:p>
            <a:r>
              <a:rPr lang="en-US" sz="1600" b="1" dirty="0">
                <a:solidFill>
                  <a:schemeClr val="bg2"/>
                </a:solidFill>
                <a:highlight>
                  <a:srgbClr val="FFFF00"/>
                </a:highlight>
              </a:rPr>
              <a:t>Supply or Rent per district </a:t>
            </a:r>
            <a:endParaRPr lang="en-US" sz="1600" b="1" dirty="0">
              <a:solidFill>
                <a:schemeClr val="bg2"/>
              </a:solidFill>
            </a:endParaRPr>
          </a:p>
        </p:txBody>
      </p:sp>
      <p:pic>
        <p:nvPicPr>
          <p:cNvPr id="91" name="Picture 3">
            <a:extLst>
              <a:ext uri="{FF2B5EF4-FFF2-40B4-BE49-F238E27FC236}">
                <a16:creationId xmlns:a16="http://schemas.microsoft.com/office/drawing/2014/main" id="{294B6FB5-B35E-4381-AE4D-3CBAA0832169}"/>
              </a:ext>
            </a:extLst>
          </p:cNvPr>
          <p:cNvPicPr preferRelativeResize="0">
            <a:picLocks/>
          </p:cNvPicPr>
          <p:nvPr/>
        </p:nvPicPr>
        <p:blipFill rotWithShape="1">
          <a:blip r:embed="rId5"/>
          <a:srcRect l="4315" r="3601"/>
          <a:stretch/>
        </p:blipFill>
        <p:spPr>
          <a:xfrm>
            <a:off x="9240635" y="3792337"/>
            <a:ext cx="2297439" cy="2157177"/>
          </a:xfrm>
          <a:prstGeom prst="rect">
            <a:avLst/>
          </a:prstGeom>
          <a:effectLst/>
        </p:spPr>
      </p:pic>
      <p:sp>
        <p:nvSpPr>
          <p:cNvPr id="20" name="Légende : flèche vers la gauche 19">
            <a:extLst>
              <a:ext uri="{FF2B5EF4-FFF2-40B4-BE49-F238E27FC236}">
                <a16:creationId xmlns:a16="http://schemas.microsoft.com/office/drawing/2014/main" id="{910EDC60-5120-44CC-9FE8-91B4BA553D95}"/>
              </a:ext>
            </a:extLst>
          </p:cNvPr>
          <p:cNvSpPr/>
          <p:nvPr/>
        </p:nvSpPr>
        <p:spPr>
          <a:xfrm>
            <a:off x="12319333" y="4382928"/>
            <a:ext cx="1710991" cy="975993"/>
          </a:xfrm>
          <a:prstGeom prst="leftArrowCallout">
            <a:avLst>
              <a:gd name="adj1" fmla="val 25000"/>
              <a:gd name="adj2" fmla="val 25000"/>
              <a:gd name="adj3" fmla="val 25000"/>
              <a:gd name="adj4" fmla="val 7671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a:solidFill>
                  <a:schemeClr val="bg1"/>
                </a:solidFill>
              </a:rPr>
              <a:t>Insert </a:t>
            </a:r>
            <a:r>
              <a:rPr lang="en-US" sz="1400" noProof="0" dirty="0" err="1">
                <a:solidFill>
                  <a:schemeClr val="bg1"/>
                </a:solidFill>
              </a:rPr>
              <a:t>map</a:t>
            </a:r>
            <a:r>
              <a:rPr lang="en-US" sz="1400" noProof="0" dirty="0">
                <a:solidFill>
                  <a:schemeClr val="bg1"/>
                </a:solidFill>
              </a:rPr>
              <a:t> </a:t>
            </a:r>
            <a:r>
              <a:rPr lang="en-US" sz="1400" noProof="0" dirty="0" err="1">
                <a:solidFill>
                  <a:schemeClr val="bg1"/>
                </a:solidFill>
              </a:rPr>
              <a:t>with</a:t>
            </a:r>
            <a:r>
              <a:rPr lang="en-US" sz="1400" noProof="0" dirty="0">
                <a:solidFill>
                  <a:schemeClr val="bg1"/>
                </a:solidFill>
              </a:rPr>
              <a:t> </a:t>
            </a:r>
            <a:r>
              <a:rPr lang="en-US" sz="1400" noProof="0" dirty="0" err="1">
                <a:solidFill>
                  <a:schemeClr val="bg1"/>
                </a:solidFill>
              </a:rPr>
              <a:t>submarkets</a:t>
            </a:r>
            <a:endParaRPr lang="en-US" sz="1400" noProof="0" dirty="0">
              <a:solidFill>
                <a:schemeClr val="bg1"/>
              </a:solidFill>
            </a:endParaRPr>
          </a:p>
        </p:txBody>
      </p:sp>
    </p:spTree>
    <p:custDataLst>
      <p:custData r:id="rId1"/>
      <p:custData r:id="rId2"/>
    </p:custDataLst>
    <p:extLst>
      <p:ext uri="{BB962C8B-B14F-4D97-AF65-F5344CB8AC3E}">
        <p14:creationId xmlns:p14="http://schemas.microsoft.com/office/powerpoint/2010/main" val="3976555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32CB9D62-E1C1-44C4-AA59-F9E38DD96A44}"/>
              </a:ext>
            </a:extLst>
          </p:cNvPr>
          <p:cNvSpPr/>
          <p:nvPr/>
        </p:nvSpPr>
        <p:spPr>
          <a:xfrm flipV="1">
            <a:off x="0" y="-2"/>
            <a:ext cx="12192000" cy="2517423"/>
          </a:xfrm>
          <a:prstGeom prst="rect">
            <a:avLst/>
          </a:prstGeom>
          <a:solidFill>
            <a:schemeClr val="tx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2" name="Espace réservé du texte 1">
            <a:extLst>
              <a:ext uri="{FF2B5EF4-FFF2-40B4-BE49-F238E27FC236}">
                <a16:creationId xmlns:a16="http://schemas.microsoft.com/office/drawing/2014/main" id="{9F2C8605-C83D-490F-B5D0-158E0E00A2F8}"/>
              </a:ext>
            </a:extLst>
          </p:cNvPr>
          <p:cNvSpPr>
            <a:spLocks noGrp="1"/>
          </p:cNvSpPr>
          <p:nvPr>
            <p:ph type="body" sz="quarter" idx="13"/>
          </p:nvPr>
        </p:nvSpPr>
        <p:spPr>
          <a:xfrm>
            <a:off x="647700" y="647700"/>
            <a:ext cx="5842265" cy="414338"/>
          </a:xfrm>
        </p:spPr>
        <p:txBody>
          <a:bodyPr/>
          <a:lstStyle/>
          <a:p>
            <a:r>
              <a:rPr lang="en-US" dirty="0">
                <a:solidFill>
                  <a:schemeClr val="bg1"/>
                </a:solidFill>
              </a:rPr>
              <a:t>MARKET RENTS &amp; VACANCY IN </a:t>
            </a:r>
            <a:r>
              <a:rPr lang="en-US" dirty="0">
                <a:solidFill>
                  <a:schemeClr val="bg1"/>
                </a:solidFill>
                <a:highlight>
                  <a:srgbClr val="FF0000"/>
                </a:highlight>
              </a:rPr>
              <a:t>SUBMARKET</a:t>
            </a:r>
            <a:endParaRPr lang="en-US"/>
          </a:p>
        </p:txBody>
      </p:sp>
      <p:sp>
        <p:nvSpPr>
          <p:cNvPr id="6" name="Espace réservé du pied de page 5">
            <a:extLst>
              <a:ext uri="{FF2B5EF4-FFF2-40B4-BE49-F238E27FC236}">
                <a16:creationId xmlns:a16="http://schemas.microsoft.com/office/drawing/2014/main" id="{24D46548-119F-43A6-A1F7-71BD141695B3}"/>
              </a:ext>
            </a:extLst>
          </p:cNvPr>
          <p:cNvSpPr>
            <a:spLocks noGrp="1"/>
          </p:cNvSpPr>
          <p:nvPr>
            <p:ph type="ftr" sz="quarter" idx="11"/>
          </p:nvPr>
        </p:nvSpPr>
        <p:spPr/>
        <p:txBody>
          <a:bodyPr/>
          <a:lstStyle/>
          <a:p>
            <a:r>
              <a:rPr lang="en-US"/>
              <a:t>Project Name</a:t>
            </a:r>
          </a:p>
        </p:txBody>
      </p:sp>
      <p:sp>
        <p:nvSpPr>
          <p:cNvPr id="7" name="Espace réservé du numéro de diapositive 6">
            <a:extLst>
              <a:ext uri="{FF2B5EF4-FFF2-40B4-BE49-F238E27FC236}">
                <a16:creationId xmlns:a16="http://schemas.microsoft.com/office/drawing/2014/main" id="{B126B697-F32E-4C98-8BC7-0736640908DC}"/>
              </a:ext>
            </a:extLst>
          </p:cNvPr>
          <p:cNvSpPr>
            <a:spLocks noGrp="1"/>
          </p:cNvSpPr>
          <p:nvPr>
            <p:ph type="sldNum" sz="quarter" idx="12"/>
          </p:nvPr>
        </p:nvSpPr>
        <p:spPr/>
        <p:txBody>
          <a:bodyPr/>
          <a:lstStyle/>
          <a:p>
            <a:fld id="{23AA811B-2EBD-4900-905E-5BE206449611}" type="slidenum">
              <a:rPr lang="en-US" smtClean="0"/>
              <a:pPr/>
              <a:t>6</a:t>
            </a:fld>
            <a:endParaRPr lang="en-US" dirty="0"/>
          </a:p>
        </p:txBody>
      </p:sp>
      <p:graphicFrame>
        <p:nvGraphicFramePr>
          <p:cNvPr id="13" name="Table Placeholder 13">
            <a:extLst>
              <a:ext uri="{FF2B5EF4-FFF2-40B4-BE49-F238E27FC236}">
                <a16:creationId xmlns:a16="http://schemas.microsoft.com/office/drawing/2014/main" id="{3B1E7E24-C1C4-4366-81B6-840FFD4A7B5F}"/>
              </a:ext>
            </a:extLst>
          </p:cNvPr>
          <p:cNvGraphicFramePr>
            <a:graphicFrameLocks/>
          </p:cNvGraphicFramePr>
          <p:nvPr/>
        </p:nvGraphicFramePr>
        <p:xfrm>
          <a:off x="8886020" y="2909480"/>
          <a:ext cx="2655105" cy="1743610"/>
        </p:xfrm>
        <a:graphic>
          <a:graphicData uri="http://schemas.openxmlformats.org/drawingml/2006/table">
            <a:tbl>
              <a:tblPr firstRow="1" bandRow="1">
                <a:tableStyleId>{5C22544A-7EE6-4342-B048-85BDC9FD1C3A}</a:tableStyleId>
              </a:tblPr>
              <a:tblGrid>
                <a:gridCol w="1027027">
                  <a:extLst>
                    <a:ext uri="{9D8B030D-6E8A-4147-A177-3AD203B41FA5}">
                      <a16:colId xmlns:a16="http://schemas.microsoft.com/office/drawing/2014/main" val="1038235350"/>
                    </a:ext>
                  </a:extLst>
                </a:gridCol>
                <a:gridCol w="1628078">
                  <a:extLst>
                    <a:ext uri="{9D8B030D-6E8A-4147-A177-3AD203B41FA5}">
                      <a16:colId xmlns:a16="http://schemas.microsoft.com/office/drawing/2014/main" val="1189352286"/>
                    </a:ext>
                  </a:extLst>
                </a:gridCol>
              </a:tblGrid>
              <a:tr h="571024">
                <a:tc gridSpan="2">
                  <a:txBody>
                    <a:bodyPr/>
                    <a:lstStyle/>
                    <a:p>
                      <a:pPr lvl="0">
                        <a:lnSpc>
                          <a:spcPct val="110000"/>
                        </a:lnSpc>
                      </a:pPr>
                      <a:r>
                        <a:rPr lang="en-US" sz="1300" b="1" dirty="0">
                          <a:solidFill>
                            <a:schemeClr val="tx2"/>
                          </a:solidFill>
                          <a:latin typeface="Open Sans" panose="020B0606030504020204" pitchFamily="34" charset="0"/>
                          <a:ea typeface="Open Sans" panose="020B0606030504020204" pitchFamily="34" charset="0"/>
                          <a:cs typeface="Open Sans" panose="020B0606030504020204" pitchFamily="34" charset="0"/>
                        </a:rPr>
                        <a:t>123 Address Ln.</a:t>
                      </a:r>
                      <a:endParaRPr lang="en-US"/>
                    </a:p>
                    <a:p>
                      <a:pPr lvl="0">
                        <a:lnSpc>
                          <a:spcPct val="110000"/>
                        </a:lnSpc>
                      </a:pPr>
                      <a:r>
                        <a:rPr lang="en-US" sz="1300" b="0" dirty="0">
                          <a:solidFill>
                            <a:schemeClr val="tx2"/>
                          </a:solidFill>
                          <a:latin typeface="Open Sans" panose="020B0606030504020204" pitchFamily="34" charset="0"/>
                          <a:ea typeface="Open Sans" panose="020B0606030504020204" pitchFamily="34" charset="0"/>
                          <a:cs typeface="Open Sans" panose="020B0606030504020204" pitchFamily="34" charset="0"/>
                        </a:rPr>
                        <a:t>City | State | 56789</a:t>
                      </a:r>
                      <a:endParaRPr lang="en-US"/>
                    </a:p>
                  </a:txBody>
                  <a:tcPr marL="95999" marR="47999" marT="47999"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endParaRPr lang="en-US" sz="300" dirty="0">
                        <a:solidFill>
                          <a:schemeClr val="accent1"/>
                        </a:solidFill>
                      </a:endParaRP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4131283171"/>
                  </a:ext>
                </a:extLst>
              </a:tr>
              <a:tr h="195431">
                <a:tc>
                  <a:txBody>
                    <a:bodyPr/>
                    <a:lstStyle/>
                    <a:p>
                      <a:pPr lvl="0"/>
                      <a:r>
                        <a:rPr lang="en-US" sz="1000" dirty="0">
                          <a:solidFill>
                            <a:schemeClr val="tx1"/>
                          </a:solidFill>
                        </a:rPr>
                        <a:t>List Price</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tx2"/>
                      </a:solidFill>
                      <a:prstDash val="solid"/>
                      <a:round/>
                      <a:headEnd type="none" w="med" len="med"/>
                      <a:tailEnd type="none" w="med" len="med"/>
                    </a:lnT>
                    <a:noFill/>
                  </a:tcPr>
                </a:tc>
                <a:tc>
                  <a:txBody>
                    <a:bodyPr/>
                    <a:lstStyle/>
                    <a:p>
                      <a:pPr lvl="0"/>
                      <a:r>
                        <a:rPr lang="en-US" sz="1000" b="0" dirty="0">
                          <a:solidFill>
                            <a:schemeClr val="tx1"/>
                          </a:solidFill>
                        </a:rPr>
                        <a:t>$500M</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noFill/>
                  </a:tcPr>
                </a:tc>
                <a:extLst>
                  <a:ext uri="{0D108BD9-81ED-4DB2-BD59-A6C34878D82A}">
                    <a16:rowId xmlns:a16="http://schemas.microsoft.com/office/drawing/2014/main" val="2207569690"/>
                  </a:ext>
                </a:extLst>
              </a:tr>
              <a:tr h="195431">
                <a:tc>
                  <a:txBody>
                    <a:bodyPr/>
                    <a:lstStyle/>
                    <a:p>
                      <a:pPr lvl="0"/>
                      <a:r>
                        <a:rPr lang="en-US" sz="1000" dirty="0">
                          <a:solidFill>
                            <a:schemeClr val="tx1"/>
                          </a:solidFill>
                        </a:rPr>
                        <a:t>Sale Price</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noFill/>
                  </a:tcPr>
                </a:tc>
                <a:tc>
                  <a:txBody>
                    <a:bodyPr/>
                    <a:lstStyle/>
                    <a:p>
                      <a:pPr lvl="0"/>
                      <a:r>
                        <a:rPr lang="en-US" sz="1000" b="0" dirty="0">
                          <a:solidFill>
                            <a:schemeClr val="tx1"/>
                          </a:solidFill>
                        </a:rPr>
                        <a:t>$500M</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479586654"/>
                  </a:ext>
                </a:extLst>
              </a:tr>
              <a:tr h="195431">
                <a:tc>
                  <a:txBody>
                    <a:bodyPr/>
                    <a:lstStyle/>
                    <a:p>
                      <a:pPr lvl="0"/>
                      <a:r>
                        <a:rPr lang="en-US" sz="1000" dirty="0">
                          <a:solidFill>
                            <a:schemeClr val="tx1"/>
                          </a:solidFill>
                        </a:rPr>
                        <a:t>Vendor</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noFill/>
                  </a:tcPr>
                </a:tc>
                <a:tc>
                  <a:txBody>
                    <a:bodyPr/>
                    <a:lstStyle/>
                    <a:p>
                      <a:pPr lvl="0"/>
                      <a:r>
                        <a:rPr lang="en-US" sz="1000" b="0" dirty="0">
                          <a:solidFill>
                            <a:schemeClr val="tx1"/>
                          </a:solidFill>
                        </a:rPr>
                        <a:t>Company Name</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372668624"/>
                  </a:ext>
                </a:extLst>
              </a:tr>
              <a:tr h="195431">
                <a:tc>
                  <a:txBody>
                    <a:bodyPr/>
                    <a:lstStyle/>
                    <a:p>
                      <a:pPr lvl="0"/>
                      <a:r>
                        <a:rPr lang="en-US" sz="1000" dirty="0">
                          <a:solidFill>
                            <a:schemeClr val="tx1"/>
                          </a:solidFill>
                        </a:rPr>
                        <a:t>Building Area</a:t>
                      </a:r>
                      <a:endParaRPr lang="en-US" sz="1000" baseline="30000" dirty="0">
                        <a:solidFill>
                          <a:schemeClr val="tx1"/>
                        </a:solidFill>
                      </a:endParaRPr>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noFill/>
                  </a:tcPr>
                </a:tc>
                <a:tc>
                  <a:txBody>
                    <a:bodyPr/>
                    <a:lstStyle/>
                    <a:p>
                      <a:pPr lvl="0"/>
                      <a:r>
                        <a:rPr lang="en-US" sz="1000" b="0" dirty="0">
                          <a:solidFill>
                            <a:schemeClr val="tx1"/>
                          </a:solidFill>
                        </a:rPr>
                        <a:t>60,000 SQM</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135273486"/>
                  </a:ext>
                </a:extLst>
              </a:tr>
              <a:tr h="195431">
                <a:tc>
                  <a:txBody>
                    <a:bodyPr/>
                    <a:lstStyle/>
                    <a:p>
                      <a:pPr lvl="0"/>
                      <a:r>
                        <a:rPr lang="en-US" sz="1000" dirty="0">
                          <a:solidFill>
                            <a:schemeClr val="tx1"/>
                          </a:solidFill>
                        </a:rPr>
                        <a:t>Purchaser</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noFill/>
                  </a:tcPr>
                </a:tc>
                <a:tc>
                  <a:txBody>
                    <a:bodyPr/>
                    <a:lstStyle/>
                    <a:p>
                      <a:pPr lvl="0"/>
                      <a:r>
                        <a:rPr lang="en-US" sz="1000" b="0" dirty="0">
                          <a:solidFill>
                            <a:schemeClr val="tx1"/>
                          </a:solidFill>
                        </a:rPr>
                        <a:t>Company Name</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869549960"/>
                  </a:ext>
                </a:extLst>
              </a:tr>
              <a:tr h="195431">
                <a:tc>
                  <a:txBody>
                    <a:bodyPr/>
                    <a:lstStyle/>
                    <a:p>
                      <a:pPr lvl="0"/>
                      <a:r>
                        <a:rPr lang="en-US" sz="1000" dirty="0">
                          <a:solidFill>
                            <a:schemeClr val="tx1"/>
                          </a:solidFill>
                        </a:rPr>
                        <a:t>Sale Date</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lnB w="12700" cap="flat" cmpd="sng" algn="ctr">
                      <a:noFill/>
                      <a:prstDash val="solid"/>
                      <a:round/>
                      <a:headEnd type="none" w="med" len="med"/>
                      <a:tailEnd type="none" w="med" len="med"/>
                    </a:lnB>
                    <a:noFill/>
                  </a:tcPr>
                </a:tc>
                <a:tc>
                  <a:txBody>
                    <a:bodyPr/>
                    <a:lstStyle/>
                    <a:p>
                      <a:pPr lvl="0"/>
                      <a:r>
                        <a:rPr lang="en-US" sz="1000" b="0" dirty="0">
                          <a:solidFill>
                            <a:schemeClr val="tx1"/>
                          </a:solidFill>
                        </a:rPr>
                        <a:t>October 1, 2021</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noFill/>
                  </a:tcPr>
                </a:tc>
                <a:extLst>
                  <a:ext uri="{0D108BD9-81ED-4DB2-BD59-A6C34878D82A}">
                    <a16:rowId xmlns:a16="http://schemas.microsoft.com/office/drawing/2014/main" val="2649372114"/>
                  </a:ext>
                </a:extLst>
              </a:tr>
            </a:tbl>
          </a:graphicData>
        </a:graphic>
      </p:graphicFrame>
      <p:graphicFrame>
        <p:nvGraphicFramePr>
          <p:cNvPr id="14" name="Diagram 9">
            <a:extLst>
              <a:ext uri="{FF2B5EF4-FFF2-40B4-BE49-F238E27FC236}">
                <a16:creationId xmlns:a16="http://schemas.microsoft.com/office/drawing/2014/main" id="{5B371A7E-E39C-4D3C-86EC-87E7CD7D2B4C}"/>
              </a:ext>
            </a:extLst>
          </p:cNvPr>
          <p:cNvGraphicFramePr>
            <a:graphicFrameLocks/>
          </p:cNvGraphicFramePr>
          <p:nvPr>
            <p:extLst>
              <p:ext uri="{D42A27DB-BD31-4B8C-83A1-F6EECF244321}">
                <p14:modId xmlns:p14="http://schemas.microsoft.com/office/powerpoint/2010/main" val="1612977043"/>
              </p:ext>
            </p:extLst>
          </p:nvPr>
        </p:nvGraphicFramePr>
        <p:xfrm>
          <a:off x="7228444" y="2974740"/>
          <a:ext cx="2102587" cy="16767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1" name="Chart 29">
            <a:extLst>
              <a:ext uri="{FF2B5EF4-FFF2-40B4-BE49-F238E27FC236}">
                <a16:creationId xmlns:a16="http://schemas.microsoft.com/office/drawing/2014/main" id="{37E034CE-BB31-4890-9B83-377CB0976286}"/>
              </a:ext>
              <a:ext uri="{147F2762-F138-4A5C-976F-8EAC2B608ADB}">
                <a16:predDERef xmlns:a16="http://schemas.microsoft.com/office/drawing/2014/main" pred="{9F37F89F-208B-42BA-8DFC-51D50DB16ACB}"/>
              </a:ext>
            </a:extLst>
          </p:cNvPr>
          <p:cNvGraphicFramePr>
            <a:graphicFrameLocks/>
          </p:cNvGraphicFramePr>
          <p:nvPr/>
        </p:nvGraphicFramePr>
        <p:xfrm>
          <a:off x="617421" y="3165123"/>
          <a:ext cx="5478579" cy="3242257"/>
        </p:xfrm>
        <a:graphic>
          <a:graphicData uri="http://schemas.openxmlformats.org/drawingml/2006/chart">
            <c:chart xmlns:c="http://schemas.openxmlformats.org/drawingml/2006/chart" xmlns:r="http://schemas.openxmlformats.org/officeDocument/2006/relationships" r:id="rId9"/>
          </a:graphicData>
        </a:graphic>
      </p:graphicFrame>
      <p:sp>
        <p:nvSpPr>
          <p:cNvPr id="22" name="TextBox 17">
            <a:extLst>
              <a:ext uri="{FF2B5EF4-FFF2-40B4-BE49-F238E27FC236}">
                <a16:creationId xmlns:a16="http://schemas.microsoft.com/office/drawing/2014/main" id="{BE56F76F-DA4D-4EEF-B6BA-74DE5480BC1C}"/>
              </a:ext>
            </a:extLst>
          </p:cNvPr>
          <p:cNvSpPr txBox="1"/>
          <p:nvPr/>
        </p:nvSpPr>
        <p:spPr>
          <a:xfrm>
            <a:off x="6728576" y="1869788"/>
            <a:ext cx="1224000" cy="307777"/>
          </a:xfrm>
          <a:prstGeom prst="rect">
            <a:avLst/>
          </a:prstGeom>
          <a:noFill/>
        </p:spPr>
        <p:txBody>
          <a:bodyPr wrap="square" lIns="0" tIns="0" rIns="0" bIns="0" rtlCol="0">
            <a:spAutoFit/>
          </a:bodyPr>
          <a:lstStyle/>
          <a:p>
            <a:pPr algn="ctr" defTabSz="493445">
              <a:defRPr/>
            </a:pPr>
            <a:r>
              <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rPr>
              <a:t>Current Rent: </a:t>
            </a:r>
            <a:endParaRPr lang="en-US"/>
          </a:p>
          <a:p>
            <a:pPr algn="ctr" defTabSz="986894">
              <a:defRPr/>
            </a:pPr>
            <a:r>
              <a:rPr lang="en-US" sz="1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¥32,000</a:t>
            </a:r>
            <a:endParaRPr lang="en-US"/>
          </a:p>
        </p:txBody>
      </p:sp>
      <p:sp>
        <p:nvSpPr>
          <p:cNvPr id="23" name="TextBox 22">
            <a:extLst>
              <a:ext uri="{FF2B5EF4-FFF2-40B4-BE49-F238E27FC236}">
                <a16:creationId xmlns:a16="http://schemas.microsoft.com/office/drawing/2014/main" id="{1200C01D-92F8-40B9-924C-DA880DC27F76}"/>
              </a:ext>
            </a:extLst>
          </p:cNvPr>
          <p:cNvSpPr txBox="1"/>
          <p:nvPr/>
        </p:nvSpPr>
        <p:spPr>
          <a:xfrm>
            <a:off x="7956704" y="1863728"/>
            <a:ext cx="1224000" cy="307777"/>
          </a:xfrm>
          <a:prstGeom prst="rect">
            <a:avLst/>
          </a:prstGeom>
          <a:noFill/>
        </p:spPr>
        <p:txBody>
          <a:bodyPr wrap="square" lIns="0" tIns="0" rIns="0" bIns="0" rtlCol="0">
            <a:spAutoFit/>
          </a:bodyPr>
          <a:lstStyle/>
          <a:p>
            <a:pPr algn="ctr" defTabSz="493445">
              <a:defRPr/>
            </a:pPr>
            <a:r>
              <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rPr>
              <a:t>Rental Change (Y0Y): </a:t>
            </a:r>
            <a:endParaRPr lang="en-US"/>
          </a:p>
          <a:p>
            <a:pPr algn="ctr" defTabSz="986894">
              <a:defRPr/>
            </a:pPr>
            <a:r>
              <a:rPr lang="en-US" sz="1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-6.25 %</a:t>
            </a:r>
            <a:endParaRPr lang="en-US"/>
          </a:p>
        </p:txBody>
      </p:sp>
      <p:pic>
        <p:nvPicPr>
          <p:cNvPr id="24" name="Graphic 23">
            <a:extLst>
              <a:ext uri="{FF2B5EF4-FFF2-40B4-BE49-F238E27FC236}">
                <a16:creationId xmlns:a16="http://schemas.microsoft.com/office/drawing/2014/main" id="{3071E94B-DB0D-420F-866B-EBED517E471F}"/>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242414" y="1048263"/>
            <a:ext cx="655655" cy="655655"/>
          </a:xfrm>
          <a:prstGeom prst="rect">
            <a:avLst/>
          </a:prstGeom>
        </p:spPr>
      </p:pic>
      <p:pic>
        <p:nvPicPr>
          <p:cNvPr id="25" name="Graphic 24">
            <a:extLst>
              <a:ext uri="{FF2B5EF4-FFF2-40B4-BE49-F238E27FC236}">
                <a16:creationId xmlns:a16="http://schemas.microsoft.com/office/drawing/2014/main" id="{30239FAE-725F-436E-AADD-5A9B6C211B3B}"/>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386755" y="960614"/>
            <a:ext cx="922891" cy="922891"/>
          </a:xfrm>
          <a:prstGeom prst="rect">
            <a:avLst/>
          </a:prstGeom>
        </p:spPr>
      </p:pic>
      <p:cxnSp>
        <p:nvCxnSpPr>
          <p:cNvPr id="26" name="Straight Connector 26">
            <a:extLst>
              <a:ext uri="{FF2B5EF4-FFF2-40B4-BE49-F238E27FC236}">
                <a16:creationId xmlns:a16="http://schemas.microsoft.com/office/drawing/2014/main" id="{AEF18172-E841-429F-B015-C96D117D602C}"/>
              </a:ext>
            </a:extLst>
          </p:cNvPr>
          <p:cNvCxnSpPr>
            <a:cxnSpLocks/>
          </p:cNvCxnSpPr>
          <p:nvPr/>
        </p:nvCxnSpPr>
        <p:spPr>
          <a:xfrm flipH="1">
            <a:off x="6803180" y="1803119"/>
            <a:ext cx="47379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31">
            <a:extLst>
              <a:ext uri="{FF2B5EF4-FFF2-40B4-BE49-F238E27FC236}">
                <a16:creationId xmlns:a16="http://schemas.microsoft.com/office/drawing/2014/main" id="{CE1F76DB-112E-4446-8828-E5CF46C035F0}"/>
              </a:ext>
            </a:extLst>
          </p:cNvPr>
          <p:cNvSpPr txBox="1"/>
          <p:nvPr/>
        </p:nvSpPr>
        <p:spPr>
          <a:xfrm>
            <a:off x="9215551" y="1868292"/>
            <a:ext cx="1224000" cy="307777"/>
          </a:xfrm>
          <a:prstGeom prst="rect">
            <a:avLst/>
          </a:prstGeom>
          <a:noFill/>
        </p:spPr>
        <p:txBody>
          <a:bodyPr wrap="square" lIns="0" tIns="0" rIns="0" bIns="0" rtlCol="0">
            <a:spAutoFit/>
          </a:bodyPr>
          <a:lstStyle/>
          <a:p>
            <a:pPr algn="ctr" defTabSz="493445">
              <a:defRPr/>
            </a:pPr>
            <a:r>
              <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rPr>
              <a:t>Asking Rental: </a:t>
            </a:r>
            <a:endParaRPr lang="en-US"/>
          </a:p>
          <a:p>
            <a:pPr algn="ctr" defTabSz="986894">
              <a:defRPr/>
            </a:pPr>
            <a:r>
              <a:rPr lang="en-US" sz="1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¥28,000 – 30,000</a:t>
            </a:r>
            <a:endParaRPr lang="en-US"/>
          </a:p>
        </p:txBody>
      </p:sp>
      <p:sp>
        <p:nvSpPr>
          <p:cNvPr id="28" name="TextBox 32">
            <a:extLst>
              <a:ext uri="{FF2B5EF4-FFF2-40B4-BE49-F238E27FC236}">
                <a16:creationId xmlns:a16="http://schemas.microsoft.com/office/drawing/2014/main" id="{1FFDE6B7-A8F6-4038-A0F5-74D7893439FA}"/>
              </a:ext>
            </a:extLst>
          </p:cNvPr>
          <p:cNvSpPr txBox="1"/>
          <p:nvPr/>
        </p:nvSpPr>
        <p:spPr>
          <a:xfrm>
            <a:off x="10389482" y="1868504"/>
            <a:ext cx="1224000" cy="307777"/>
          </a:xfrm>
          <a:prstGeom prst="rect">
            <a:avLst/>
          </a:prstGeom>
          <a:noFill/>
        </p:spPr>
        <p:txBody>
          <a:bodyPr wrap="square" lIns="0" tIns="0" rIns="0" bIns="0" rtlCol="0">
            <a:spAutoFit/>
          </a:bodyPr>
          <a:lstStyle/>
          <a:p>
            <a:pPr algn="ctr" defTabSz="493445">
              <a:defRPr/>
            </a:pPr>
            <a:r>
              <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rPr>
              <a:t>Vacancy Rate: </a:t>
            </a:r>
            <a:endParaRPr lang="en-US"/>
          </a:p>
          <a:p>
            <a:pPr algn="ctr" defTabSz="986894">
              <a:defRPr/>
            </a:pPr>
            <a:r>
              <a:rPr lang="en-US" sz="1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0.0%</a:t>
            </a:r>
          </a:p>
        </p:txBody>
      </p:sp>
      <p:pic>
        <p:nvPicPr>
          <p:cNvPr id="29" name="Graphic 34">
            <a:extLst>
              <a:ext uri="{FF2B5EF4-FFF2-40B4-BE49-F238E27FC236}">
                <a16:creationId xmlns:a16="http://schemas.microsoft.com/office/drawing/2014/main" id="{9F75EF41-F08D-4D87-A401-B6788E402E17}"/>
              </a:ext>
            </a:extLst>
          </p:cNvPr>
          <p:cNvPicPr>
            <a:picLocks noChangeAspect="1"/>
          </p:cNvPicPr>
          <p:nvPr/>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0608323" y="990511"/>
            <a:ext cx="786319" cy="786319"/>
          </a:xfrm>
          <a:prstGeom prst="rect">
            <a:avLst/>
          </a:prstGeom>
        </p:spPr>
      </p:pic>
      <p:pic>
        <p:nvPicPr>
          <p:cNvPr id="30" name="Graphic 37">
            <a:extLst>
              <a:ext uri="{FF2B5EF4-FFF2-40B4-BE49-F238E27FC236}">
                <a16:creationId xmlns:a16="http://schemas.microsoft.com/office/drawing/2014/main" id="{24F04245-274C-412F-B25B-B9F2897D4413}"/>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6876558" y="908142"/>
            <a:ext cx="922891" cy="922891"/>
          </a:xfrm>
          <a:prstGeom prst="rect">
            <a:avLst/>
          </a:prstGeom>
        </p:spPr>
      </p:pic>
      <p:graphicFrame>
        <p:nvGraphicFramePr>
          <p:cNvPr id="31" name="Table Placeholder 13">
            <a:extLst>
              <a:ext uri="{FF2B5EF4-FFF2-40B4-BE49-F238E27FC236}">
                <a16:creationId xmlns:a16="http://schemas.microsoft.com/office/drawing/2014/main" id="{B37AC90C-7AB5-4FA3-832D-23402B4AE4C1}"/>
              </a:ext>
            </a:extLst>
          </p:cNvPr>
          <p:cNvGraphicFramePr>
            <a:graphicFrameLocks/>
          </p:cNvGraphicFramePr>
          <p:nvPr/>
        </p:nvGraphicFramePr>
        <p:xfrm>
          <a:off x="8886020" y="4665360"/>
          <a:ext cx="2655105" cy="1743610"/>
        </p:xfrm>
        <a:graphic>
          <a:graphicData uri="http://schemas.openxmlformats.org/drawingml/2006/table">
            <a:tbl>
              <a:tblPr firstRow="1" bandRow="1">
                <a:tableStyleId>{5C22544A-7EE6-4342-B048-85BDC9FD1C3A}</a:tableStyleId>
              </a:tblPr>
              <a:tblGrid>
                <a:gridCol w="1027027">
                  <a:extLst>
                    <a:ext uri="{9D8B030D-6E8A-4147-A177-3AD203B41FA5}">
                      <a16:colId xmlns:a16="http://schemas.microsoft.com/office/drawing/2014/main" val="1038235350"/>
                    </a:ext>
                  </a:extLst>
                </a:gridCol>
                <a:gridCol w="1628078">
                  <a:extLst>
                    <a:ext uri="{9D8B030D-6E8A-4147-A177-3AD203B41FA5}">
                      <a16:colId xmlns:a16="http://schemas.microsoft.com/office/drawing/2014/main" val="1189352286"/>
                    </a:ext>
                  </a:extLst>
                </a:gridCol>
              </a:tblGrid>
              <a:tr h="571024">
                <a:tc gridSpan="2">
                  <a:txBody>
                    <a:bodyPr/>
                    <a:lstStyle/>
                    <a:p>
                      <a:pPr lvl="0">
                        <a:lnSpc>
                          <a:spcPct val="110000"/>
                        </a:lnSpc>
                      </a:pPr>
                      <a:r>
                        <a:rPr lang="en-US" sz="1300" b="1" dirty="0">
                          <a:solidFill>
                            <a:schemeClr val="tx2"/>
                          </a:solidFill>
                          <a:latin typeface="Open Sans" panose="020B0606030504020204" pitchFamily="34" charset="0"/>
                          <a:ea typeface="Open Sans" panose="020B0606030504020204" pitchFamily="34" charset="0"/>
                          <a:cs typeface="Open Sans" panose="020B0606030504020204" pitchFamily="34" charset="0"/>
                        </a:rPr>
                        <a:t>123 Address Ln.</a:t>
                      </a:r>
                      <a:endParaRPr lang="en-US"/>
                    </a:p>
                    <a:p>
                      <a:pPr lvl="0">
                        <a:lnSpc>
                          <a:spcPct val="110000"/>
                        </a:lnSpc>
                      </a:pPr>
                      <a:r>
                        <a:rPr lang="en-US" sz="1300" b="0" dirty="0">
                          <a:solidFill>
                            <a:schemeClr val="tx2"/>
                          </a:solidFill>
                          <a:latin typeface="Open Sans" panose="020B0606030504020204" pitchFamily="34" charset="0"/>
                          <a:ea typeface="Open Sans" panose="020B0606030504020204" pitchFamily="34" charset="0"/>
                          <a:cs typeface="Open Sans" panose="020B0606030504020204" pitchFamily="34" charset="0"/>
                        </a:rPr>
                        <a:t>City | State | 56789</a:t>
                      </a:r>
                      <a:endParaRPr lang="en-US"/>
                    </a:p>
                  </a:txBody>
                  <a:tcPr marL="95999" marR="47999" marT="47999"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hMerge="1">
                  <a:txBody>
                    <a:bodyPr/>
                    <a:lstStyle/>
                    <a:p>
                      <a:endParaRPr lang="en-US" sz="300" dirty="0">
                        <a:solidFill>
                          <a:schemeClr val="accent1"/>
                        </a:solidFill>
                      </a:endParaRP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4131283171"/>
                  </a:ext>
                </a:extLst>
              </a:tr>
              <a:tr h="195431">
                <a:tc>
                  <a:txBody>
                    <a:bodyPr/>
                    <a:lstStyle/>
                    <a:p>
                      <a:pPr lvl="0"/>
                      <a:r>
                        <a:rPr lang="en-US" sz="1000" dirty="0">
                          <a:solidFill>
                            <a:schemeClr val="tx1"/>
                          </a:solidFill>
                        </a:rPr>
                        <a:t>List Price</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lnT w="12700" cap="flat" cmpd="sng" algn="ctr">
                      <a:solidFill>
                        <a:schemeClr val="tx2"/>
                      </a:solidFill>
                      <a:prstDash val="solid"/>
                      <a:round/>
                      <a:headEnd type="none" w="med" len="med"/>
                      <a:tailEnd type="none" w="med" len="med"/>
                    </a:lnT>
                    <a:noFill/>
                  </a:tcPr>
                </a:tc>
                <a:tc>
                  <a:txBody>
                    <a:bodyPr/>
                    <a:lstStyle/>
                    <a:p>
                      <a:pPr lvl="0"/>
                      <a:r>
                        <a:rPr lang="en-US" sz="1000" b="0" dirty="0">
                          <a:solidFill>
                            <a:schemeClr val="tx1"/>
                          </a:solidFill>
                        </a:rPr>
                        <a:t>$500M</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noFill/>
                  </a:tcPr>
                </a:tc>
                <a:extLst>
                  <a:ext uri="{0D108BD9-81ED-4DB2-BD59-A6C34878D82A}">
                    <a16:rowId xmlns:a16="http://schemas.microsoft.com/office/drawing/2014/main" val="2207569690"/>
                  </a:ext>
                </a:extLst>
              </a:tr>
              <a:tr h="195431">
                <a:tc>
                  <a:txBody>
                    <a:bodyPr/>
                    <a:lstStyle/>
                    <a:p>
                      <a:pPr lvl="0"/>
                      <a:r>
                        <a:rPr lang="en-US" sz="1000" dirty="0">
                          <a:solidFill>
                            <a:schemeClr val="tx1"/>
                          </a:solidFill>
                        </a:rPr>
                        <a:t>Sale Price</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noFill/>
                  </a:tcPr>
                </a:tc>
                <a:tc>
                  <a:txBody>
                    <a:bodyPr/>
                    <a:lstStyle/>
                    <a:p>
                      <a:pPr lvl="0"/>
                      <a:r>
                        <a:rPr lang="en-US" sz="1000" b="0" dirty="0">
                          <a:solidFill>
                            <a:schemeClr val="tx1"/>
                          </a:solidFill>
                        </a:rPr>
                        <a:t>$500M</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479586654"/>
                  </a:ext>
                </a:extLst>
              </a:tr>
              <a:tr h="195431">
                <a:tc>
                  <a:txBody>
                    <a:bodyPr/>
                    <a:lstStyle/>
                    <a:p>
                      <a:pPr lvl="0"/>
                      <a:r>
                        <a:rPr lang="en-US" sz="1000" dirty="0">
                          <a:solidFill>
                            <a:schemeClr val="tx1"/>
                          </a:solidFill>
                        </a:rPr>
                        <a:t>Vendor</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noFill/>
                  </a:tcPr>
                </a:tc>
                <a:tc>
                  <a:txBody>
                    <a:bodyPr/>
                    <a:lstStyle/>
                    <a:p>
                      <a:pPr lvl="0"/>
                      <a:r>
                        <a:rPr lang="en-US" sz="1000" b="0" dirty="0">
                          <a:solidFill>
                            <a:schemeClr val="tx1"/>
                          </a:solidFill>
                        </a:rPr>
                        <a:t>Company Name</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372668624"/>
                  </a:ext>
                </a:extLst>
              </a:tr>
              <a:tr h="195431">
                <a:tc>
                  <a:txBody>
                    <a:bodyPr/>
                    <a:lstStyle/>
                    <a:p>
                      <a:pPr lvl="0"/>
                      <a:r>
                        <a:rPr lang="en-US" sz="1000" dirty="0">
                          <a:solidFill>
                            <a:schemeClr val="tx1"/>
                          </a:solidFill>
                        </a:rPr>
                        <a:t>Building Area</a:t>
                      </a:r>
                      <a:endParaRPr lang="en-US" sz="1000" baseline="30000" dirty="0">
                        <a:solidFill>
                          <a:schemeClr val="tx1"/>
                        </a:solidFill>
                      </a:endParaRPr>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noFill/>
                  </a:tcPr>
                </a:tc>
                <a:tc>
                  <a:txBody>
                    <a:bodyPr/>
                    <a:lstStyle/>
                    <a:p>
                      <a:pPr lvl="0"/>
                      <a:r>
                        <a:rPr lang="en-US" sz="1000" b="0" dirty="0">
                          <a:solidFill>
                            <a:schemeClr val="tx1"/>
                          </a:solidFill>
                        </a:rPr>
                        <a:t>60,000 SQM</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1135273486"/>
                  </a:ext>
                </a:extLst>
              </a:tr>
              <a:tr h="195431">
                <a:tc>
                  <a:txBody>
                    <a:bodyPr/>
                    <a:lstStyle/>
                    <a:p>
                      <a:pPr lvl="0"/>
                      <a:r>
                        <a:rPr lang="en-US" sz="1000" dirty="0">
                          <a:solidFill>
                            <a:schemeClr val="tx1"/>
                          </a:solidFill>
                        </a:rPr>
                        <a:t>Purchaser</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noFill/>
                  </a:tcPr>
                </a:tc>
                <a:tc>
                  <a:txBody>
                    <a:bodyPr/>
                    <a:lstStyle/>
                    <a:p>
                      <a:pPr lvl="0"/>
                      <a:r>
                        <a:rPr lang="en-US" sz="1000" b="0" dirty="0">
                          <a:solidFill>
                            <a:schemeClr val="tx1"/>
                          </a:solidFill>
                        </a:rPr>
                        <a:t>Company Name</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noFill/>
                  </a:tcPr>
                </a:tc>
                <a:extLst>
                  <a:ext uri="{0D108BD9-81ED-4DB2-BD59-A6C34878D82A}">
                    <a16:rowId xmlns:a16="http://schemas.microsoft.com/office/drawing/2014/main" val="3869549960"/>
                  </a:ext>
                </a:extLst>
              </a:tr>
              <a:tr h="195431">
                <a:tc>
                  <a:txBody>
                    <a:bodyPr/>
                    <a:lstStyle/>
                    <a:p>
                      <a:pPr lvl="0"/>
                      <a:r>
                        <a:rPr lang="en-US" sz="1000" dirty="0">
                          <a:solidFill>
                            <a:schemeClr val="tx1"/>
                          </a:solidFill>
                        </a:rPr>
                        <a:t>Sale Date</a:t>
                      </a:r>
                      <a:endParaRPr lang="en-US"/>
                    </a:p>
                  </a:txBody>
                  <a:tcPr marL="95999" marR="0" marT="0" marB="0" anchor="ctr">
                    <a:lnL w="12700" cap="flat" cmpd="sng" algn="ctr">
                      <a:noFill/>
                      <a:prstDash val="solid"/>
                      <a:round/>
                      <a:headEnd type="none" w="med" len="med"/>
                      <a:tailEnd type="none" w="med" len="med"/>
                    </a:lnL>
                    <a:lnR w="12700" cap="flat" cmpd="sng" algn="ctr">
                      <a:solidFill>
                        <a:schemeClr val="bg1"/>
                      </a:solidFill>
                      <a:prstDash val="dot"/>
                      <a:round/>
                      <a:headEnd type="none" w="med" len="med"/>
                      <a:tailEnd type="none" w="med" len="med"/>
                    </a:lnR>
                    <a:lnB w="12700" cap="flat" cmpd="sng" algn="ctr">
                      <a:noFill/>
                      <a:prstDash val="solid"/>
                      <a:round/>
                      <a:headEnd type="none" w="med" len="med"/>
                      <a:tailEnd type="none" w="med" len="med"/>
                    </a:lnB>
                    <a:noFill/>
                  </a:tcPr>
                </a:tc>
                <a:tc>
                  <a:txBody>
                    <a:bodyPr/>
                    <a:lstStyle/>
                    <a:p>
                      <a:pPr lvl="0"/>
                      <a:r>
                        <a:rPr lang="en-US" sz="1000" b="0" dirty="0">
                          <a:solidFill>
                            <a:schemeClr val="tx1"/>
                          </a:solidFill>
                        </a:rPr>
                        <a:t>October 1, 2021</a:t>
                      </a:r>
                      <a:endParaRPr lang="en-US"/>
                    </a:p>
                  </a:txBody>
                  <a:tcPr marL="95999" marR="0" marT="0" marB="0" anchor="ctr">
                    <a:lnL w="12700" cap="flat" cmpd="sng" algn="ctr">
                      <a:solidFill>
                        <a:schemeClr val="bg1"/>
                      </a:solidFill>
                      <a:prstDash val="dot"/>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noFill/>
                  </a:tcPr>
                </a:tc>
                <a:extLst>
                  <a:ext uri="{0D108BD9-81ED-4DB2-BD59-A6C34878D82A}">
                    <a16:rowId xmlns:a16="http://schemas.microsoft.com/office/drawing/2014/main" val="2649372114"/>
                  </a:ext>
                </a:extLst>
              </a:tr>
            </a:tbl>
          </a:graphicData>
        </a:graphic>
      </p:graphicFrame>
      <p:graphicFrame>
        <p:nvGraphicFramePr>
          <p:cNvPr id="32" name="Diagram 9">
            <a:extLst>
              <a:ext uri="{FF2B5EF4-FFF2-40B4-BE49-F238E27FC236}">
                <a16:creationId xmlns:a16="http://schemas.microsoft.com/office/drawing/2014/main" id="{5CEAD746-C868-49B9-A154-92DFF5B402E9}"/>
              </a:ext>
            </a:extLst>
          </p:cNvPr>
          <p:cNvGraphicFramePr>
            <a:graphicFrameLocks/>
          </p:cNvGraphicFramePr>
          <p:nvPr>
            <p:extLst>
              <p:ext uri="{D42A27DB-BD31-4B8C-83A1-F6EECF244321}">
                <p14:modId xmlns:p14="http://schemas.microsoft.com/office/powerpoint/2010/main" val="1087873410"/>
              </p:ext>
            </p:extLst>
          </p:nvPr>
        </p:nvGraphicFramePr>
        <p:xfrm>
          <a:off x="7228444" y="4730620"/>
          <a:ext cx="2102587" cy="1676760"/>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
        <p:nvSpPr>
          <p:cNvPr id="34" name="TextBox 13">
            <a:extLst>
              <a:ext uri="{FF2B5EF4-FFF2-40B4-BE49-F238E27FC236}">
                <a16:creationId xmlns:a16="http://schemas.microsoft.com/office/drawing/2014/main" id="{856CECAD-4C7F-4007-B40E-BF894301CFAC}"/>
              </a:ext>
            </a:extLst>
          </p:cNvPr>
          <p:cNvSpPr txBox="1"/>
          <p:nvPr/>
        </p:nvSpPr>
        <p:spPr>
          <a:xfrm>
            <a:off x="656804" y="2791053"/>
            <a:ext cx="5450958" cy="246221"/>
          </a:xfrm>
          <a:prstGeom prst="rect">
            <a:avLst/>
          </a:prstGeom>
          <a:noFill/>
        </p:spPr>
        <p:txBody>
          <a:bodyPr wrap="square" lIns="0" tIns="0" rIns="0" bIns="0">
            <a:spAutoFit/>
          </a:bodyPr>
          <a:lstStyle>
            <a:defPPr>
              <a:defRPr lang="en-US"/>
            </a:defPPr>
            <a:lvl1pPr>
              <a:defRPr sz="1600" b="1">
                <a:solidFill>
                  <a:schemeClr val="tx2"/>
                </a:solidFill>
                <a:highlight>
                  <a:srgbClr val="FFFF00"/>
                </a:highlight>
              </a:defRPr>
            </a:lvl1pPr>
          </a:lstStyle>
          <a:p>
            <a:r>
              <a:rPr lang="en-US" dirty="0"/>
              <a:t>Grade-A Tokyo 5-Ku Vacancy and Rent vs. Shibuya-</a:t>
            </a:r>
            <a:r>
              <a:rPr lang="en-US" dirty="0" err="1"/>
              <a:t>ku</a:t>
            </a:r>
            <a:endParaRPr lang="en-US" dirty="0"/>
          </a:p>
        </p:txBody>
      </p:sp>
      <p:sp>
        <p:nvSpPr>
          <p:cNvPr id="35" name="Légende : flèche vers la gauche 34">
            <a:extLst>
              <a:ext uri="{FF2B5EF4-FFF2-40B4-BE49-F238E27FC236}">
                <a16:creationId xmlns:a16="http://schemas.microsoft.com/office/drawing/2014/main" id="{E7D8D733-21AF-4E6E-BBA3-9F1FCDED0E10}"/>
              </a:ext>
            </a:extLst>
          </p:cNvPr>
          <p:cNvSpPr/>
          <p:nvPr/>
        </p:nvSpPr>
        <p:spPr>
          <a:xfrm>
            <a:off x="11871464" y="3364587"/>
            <a:ext cx="1710991" cy="975993"/>
          </a:xfrm>
          <a:prstGeom prst="leftArrowCallout">
            <a:avLst>
              <a:gd name="adj1" fmla="val 25000"/>
              <a:gd name="adj2" fmla="val 25000"/>
              <a:gd name="adj3" fmla="val 25000"/>
              <a:gd name="adj4" fmla="val 7671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err="1">
                <a:solidFill>
                  <a:schemeClr val="tx2"/>
                </a:solidFill>
              </a:rPr>
              <a:t>Detail</a:t>
            </a:r>
            <a:r>
              <a:rPr lang="en-US" sz="1400" noProof="0" dirty="0">
                <a:solidFill>
                  <a:schemeClr val="tx2"/>
                </a:solidFill>
              </a:rPr>
              <a:t> 1-2 </a:t>
            </a:r>
            <a:r>
              <a:rPr lang="en-US" sz="1400" noProof="0" dirty="0" err="1">
                <a:solidFill>
                  <a:schemeClr val="tx2"/>
                </a:solidFill>
              </a:rPr>
              <a:t>recent</a:t>
            </a:r>
            <a:r>
              <a:rPr lang="en-US" sz="1400" noProof="0" dirty="0">
                <a:solidFill>
                  <a:schemeClr val="tx2"/>
                </a:solidFill>
              </a:rPr>
              <a:t> deals to compare</a:t>
            </a:r>
            <a:endParaRPr lang="en-US"/>
          </a:p>
        </p:txBody>
      </p:sp>
      <p:sp>
        <p:nvSpPr>
          <p:cNvPr id="39" name="TextBox 18">
            <a:extLst>
              <a:ext uri="{FF2B5EF4-FFF2-40B4-BE49-F238E27FC236}">
                <a16:creationId xmlns:a16="http://schemas.microsoft.com/office/drawing/2014/main" id="{C104D566-C91E-40A9-8969-538EED64A7C9}"/>
              </a:ext>
            </a:extLst>
          </p:cNvPr>
          <p:cNvSpPr txBox="1"/>
          <p:nvPr/>
        </p:nvSpPr>
        <p:spPr>
          <a:xfrm>
            <a:off x="616509" y="1263874"/>
            <a:ext cx="5314709" cy="1023357"/>
          </a:xfrm>
          <a:prstGeom prst="rect">
            <a:avLst/>
          </a:prstGeom>
          <a:solidFill>
            <a:schemeClr val="tx2"/>
          </a:solidFill>
        </p:spPr>
        <p:txBody>
          <a:bodyPr vert="horz" wrap="square" lIns="0" tIns="0" rIns="0" bIns="0" rtlCol="0" anchor="ctr">
            <a:spAutoFit/>
          </a:bodyPr>
          <a:lstStyle>
            <a:lvl1pPr marL="216000" indent="-216000">
              <a:lnSpc>
                <a:spcPct val="100000"/>
              </a:lnSpc>
              <a:spcBef>
                <a:spcPts val="0"/>
              </a:spcBef>
              <a:spcAft>
                <a:spcPts val="300"/>
              </a:spcAft>
              <a:buFont typeface="Arial" panose="020B0604020202020204" pitchFamily="34" charset="0"/>
              <a:buChar char="•"/>
              <a:defRPr sz="1200">
                <a:solidFill>
                  <a:schemeClr val="bg1"/>
                </a:solidFill>
              </a:defRPr>
            </a:lvl1pPr>
            <a:lvl2pPr marL="432000" indent="-216000">
              <a:lnSpc>
                <a:spcPct val="100000"/>
              </a:lnSpc>
              <a:spcBef>
                <a:spcPts val="300"/>
              </a:spcBef>
              <a:spcAft>
                <a:spcPts val="600"/>
              </a:spcAft>
              <a:buFont typeface="Arial" panose="020B0604020202020204" pitchFamily="34" charset="0"/>
              <a:buChar char="•"/>
              <a:defRPr sz="1600">
                <a:solidFill>
                  <a:schemeClr val="bg1"/>
                </a:solidFill>
              </a:defRPr>
            </a:lvl2pPr>
            <a:lvl3pPr marL="648000" indent="-216000">
              <a:lnSpc>
                <a:spcPct val="100000"/>
              </a:lnSpc>
              <a:spcBef>
                <a:spcPts val="300"/>
              </a:spcBef>
              <a:spcAft>
                <a:spcPts val="600"/>
              </a:spcAft>
              <a:buFont typeface="Arial" panose="020B0604020202020204" pitchFamily="34" charset="0"/>
              <a:buChar char="•"/>
              <a:defRPr sz="1600">
                <a:solidFill>
                  <a:schemeClr val="bg1"/>
                </a:solidFill>
              </a:defRPr>
            </a:lvl3pPr>
            <a:lvl4pPr marL="0" indent="0">
              <a:lnSpc>
                <a:spcPct val="100000"/>
              </a:lnSpc>
              <a:spcBef>
                <a:spcPts val="300"/>
              </a:spcBef>
              <a:spcAft>
                <a:spcPts val="600"/>
              </a:spcAft>
              <a:buFont typeface="Arial" panose="020B0604020202020204" pitchFamily="34" charset="0"/>
              <a:buChar char="​"/>
              <a:defRPr sz="2000" b="1">
                <a:solidFill>
                  <a:schemeClr val="bg1"/>
                </a:solidFill>
              </a:defRPr>
            </a:lvl4pPr>
            <a:lvl5pPr marL="0" indent="0">
              <a:lnSpc>
                <a:spcPct val="100000"/>
              </a:lnSpc>
              <a:spcBef>
                <a:spcPts val="300"/>
              </a:spcBef>
              <a:spcAft>
                <a:spcPts val="600"/>
              </a:spcAft>
              <a:buFont typeface="Arial" panose="020B0604020202020204" pitchFamily="34" charset="0"/>
              <a:buChar char="​"/>
              <a:tabLst/>
              <a:defRPr sz="1600">
                <a:solidFill>
                  <a:schemeClr val="bg1"/>
                </a:solidFill>
              </a:defRPr>
            </a:lvl5pPr>
            <a:lvl6pPr marL="108000" indent="-108000">
              <a:lnSpc>
                <a:spcPct val="100000"/>
              </a:lnSpc>
              <a:spcBef>
                <a:spcPts val="0"/>
              </a:spcBef>
              <a:spcAft>
                <a:spcPts val="600"/>
              </a:spcAft>
              <a:buFont typeface="Arial" panose="020B0604020202020204" pitchFamily="34" charset="0"/>
              <a:buChar char="•"/>
              <a:defRPr sz="1000"/>
            </a:lvl6pPr>
            <a:lvl7pPr marL="0" indent="0">
              <a:lnSpc>
                <a:spcPct val="100000"/>
              </a:lnSpc>
              <a:spcBef>
                <a:spcPts val="300"/>
              </a:spcBef>
              <a:spcAft>
                <a:spcPts val="600"/>
              </a:spcAft>
              <a:buFont typeface="Arial" panose="020B0604020202020204" pitchFamily="34" charset="0"/>
              <a:buChar char="​"/>
              <a:defRPr sz="1000" b="1" baseline="0">
                <a:solidFill>
                  <a:schemeClr val="tx2"/>
                </a:solidFill>
              </a:defRPr>
            </a:lvl7pPr>
            <a:lvl8pPr marL="0" indent="0">
              <a:lnSpc>
                <a:spcPct val="100000"/>
              </a:lnSpc>
              <a:spcBef>
                <a:spcPts val="300"/>
              </a:spcBef>
              <a:spcAft>
                <a:spcPts val="600"/>
              </a:spcAft>
              <a:buFont typeface="Arial" panose="020B0604020202020204" pitchFamily="34" charset="0"/>
              <a:buChar char="​"/>
              <a:defRPr sz="1000"/>
            </a:lvl8pPr>
            <a:lvl9pPr marL="0" indent="0">
              <a:lnSpc>
                <a:spcPct val="90000"/>
              </a:lnSpc>
              <a:spcBef>
                <a:spcPts val="2400"/>
              </a:spcBef>
              <a:spcAft>
                <a:spcPts val="1200"/>
              </a:spcAft>
              <a:buFont typeface="Arial" panose="020B0604020202020204" pitchFamily="34" charset="0"/>
              <a:buChar char="​"/>
              <a:defRPr sz="4400" baseline="0">
                <a:solidFill>
                  <a:schemeClr val="tx2"/>
                </a:solidFill>
                <a:latin typeface="+mj-lt"/>
              </a:defRPr>
            </a:lvl9pPr>
          </a:lstStyle>
          <a:p>
            <a:pPr marL="0" indent="0">
              <a:spcBef>
                <a:spcPts val="0"/>
              </a:spcBef>
              <a:buFont typeface="Arial" panose="020B0604020202020204" pitchFamily="34" charset="0"/>
              <a:buNone/>
            </a:pPr>
            <a:r>
              <a:rPr lang="en-US" sz="1600" dirty="0"/>
              <a:t>Implication for </a:t>
            </a:r>
            <a:r>
              <a:rPr lang="en-US" sz="1600" dirty="0">
                <a:highlight>
                  <a:srgbClr val="FF0000"/>
                </a:highlight>
              </a:rPr>
              <a:t>Company</a:t>
            </a:r>
            <a:endParaRPr lang="en-US"/>
          </a:p>
          <a:p>
            <a:pPr marL="0" indent="0">
              <a:buNone/>
            </a:pPr>
            <a:r>
              <a:rPr lang="en-US" dirty="0"/>
              <a:t>Ebisu Green Glass Building has had little vacancy, so rents have only fallen slightly. That said, </a:t>
            </a:r>
            <a:r>
              <a:rPr lang="en-US" dirty="0" err="1"/>
              <a:t>Idemia’s</a:t>
            </a:r>
            <a:r>
              <a:rPr lang="en-US" dirty="0"/>
              <a:t> current rent is ~10% higher than a new tenant’s moving into the building. There is great leverage to negotiate for a rent reduction at lease expiration.</a:t>
            </a:r>
            <a:endParaRPr lang="en-US"/>
          </a:p>
        </p:txBody>
      </p:sp>
    </p:spTree>
    <p:custDataLst>
      <p:custData r:id="rId1"/>
      <p:custData r:id="rId2"/>
    </p:custDataLst>
    <p:extLst>
      <p:ext uri="{BB962C8B-B14F-4D97-AF65-F5344CB8AC3E}">
        <p14:creationId xmlns:p14="http://schemas.microsoft.com/office/powerpoint/2010/main" val="4053972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E144C3A-B4C8-4037-8158-28AA61B472C3}"/>
              </a:ext>
            </a:extLst>
          </p:cNvPr>
          <p:cNvSpPr>
            <a:spLocks noGrp="1"/>
          </p:cNvSpPr>
          <p:nvPr>
            <p:ph type="body" sz="quarter" idx="13"/>
          </p:nvPr>
        </p:nvSpPr>
        <p:spPr/>
        <p:txBody>
          <a:bodyPr/>
          <a:lstStyle/>
          <a:p>
            <a:r>
              <a:rPr lang="en-US" dirty="0"/>
              <a:t>SCENARIOS &amp; FINANCIAL MODELING</a:t>
            </a:r>
            <a:endParaRPr lang="en-US"/>
          </a:p>
        </p:txBody>
      </p:sp>
      <p:graphicFrame>
        <p:nvGraphicFramePr>
          <p:cNvPr id="8" name="Tableau 8">
            <a:extLst>
              <a:ext uri="{FF2B5EF4-FFF2-40B4-BE49-F238E27FC236}">
                <a16:creationId xmlns:a16="http://schemas.microsoft.com/office/drawing/2014/main" id="{D995C11F-FE65-4001-8CFE-F486450D859A}"/>
              </a:ext>
            </a:extLst>
          </p:cNvPr>
          <p:cNvGraphicFramePr>
            <a:graphicFrameLocks noGrp="1"/>
          </p:cNvGraphicFramePr>
          <p:nvPr>
            <p:ph idx="1"/>
          </p:nvPr>
        </p:nvGraphicFramePr>
        <p:xfrm>
          <a:off x="647700" y="1760220"/>
          <a:ext cx="10893422" cy="4450080"/>
        </p:xfrm>
        <a:graphic>
          <a:graphicData uri="http://schemas.openxmlformats.org/drawingml/2006/table">
            <a:tbl>
              <a:tblPr firstRow="1" bandRow="1">
                <a:tableStyleId>{69012ECD-51FC-41F1-AA8D-1B2483CD663E}</a:tableStyleId>
              </a:tblPr>
              <a:tblGrid>
                <a:gridCol w="1305278">
                  <a:extLst>
                    <a:ext uri="{9D8B030D-6E8A-4147-A177-3AD203B41FA5}">
                      <a16:colId xmlns:a16="http://schemas.microsoft.com/office/drawing/2014/main" val="713470394"/>
                    </a:ext>
                  </a:extLst>
                </a:gridCol>
                <a:gridCol w="3196048">
                  <a:extLst>
                    <a:ext uri="{9D8B030D-6E8A-4147-A177-3AD203B41FA5}">
                      <a16:colId xmlns:a16="http://schemas.microsoft.com/office/drawing/2014/main" val="3983865301"/>
                    </a:ext>
                  </a:extLst>
                </a:gridCol>
                <a:gridCol w="3196048">
                  <a:extLst>
                    <a:ext uri="{9D8B030D-6E8A-4147-A177-3AD203B41FA5}">
                      <a16:colId xmlns:a16="http://schemas.microsoft.com/office/drawing/2014/main" val="405193088"/>
                    </a:ext>
                  </a:extLst>
                </a:gridCol>
                <a:gridCol w="3196048">
                  <a:extLst>
                    <a:ext uri="{9D8B030D-6E8A-4147-A177-3AD203B41FA5}">
                      <a16:colId xmlns:a16="http://schemas.microsoft.com/office/drawing/2014/main" val="2284282500"/>
                    </a:ext>
                  </a:extLst>
                </a:gridCol>
              </a:tblGrid>
              <a:tr h="712700">
                <a:tc>
                  <a:txBody>
                    <a:bodyPr/>
                    <a:lstStyle/>
                    <a:p>
                      <a:endParaRPr lang="en-US" dirty="0"/>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spcAft>
                          <a:spcPts val="300"/>
                        </a:spcAft>
                      </a:pPr>
                      <a:r>
                        <a:rPr lang="en-US" sz="1600" dirty="0"/>
                        <a:t>Scenario 1</a:t>
                      </a:r>
                      <a:endParaRPr lang="en-US"/>
                    </a:p>
                    <a:p>
                      <a:pPr algn="ctr">
                        <a:spcAft>
                          <a:spcPts val="300"/>
                        </a:spcAft>
                      </a:pPr>
                      <a:r>
                        <a:rPr lang="en-US" sz="1200" b="0" dirty="0"/>
                        <a:t>STAY – Full </a:t>
                      </a:r>
                      <a:r>
                        <a:rPr lang="en-US" sz="1200" b="0" dirty="0" err="1"/>
                        <a:t>renovation</a:t>
                      </a:r>
                      <a:endParaRPr lang="en-US" sz="1200" b="0" dirty="0"/>
                    </a:p>
                  </a:txBody>
                  <a:tcPr anchor="ctr">
                    <a:lnL>
                      <a:noFill/>
                    </a:lnL>
                    <a:lnR w="76200" cap="flat" cmpd="sng" algn="ctr">
                      <a:solidFill>
                        <a:schemeClr val="bg1"/>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gn="ctr">
                        <a:spcAft>
                          <a:spcPts val="300"/>
                        </a:spcAft>
                      </a:pPr>
                      <a:r>
                        <a:rPr lang="en-US" sz="1600" dirty="0"/>
                        <a:t>Scenario 2</a:t>
                      </a:r>
                      <a:endParaRPr lang="en-US" sz="1800" dirty="0"/>
                    </a:p>
                    <a:p>
                      <a:pPr algn="ctr">
                        <a:spcAft>
                          <a:spcPts val="300"/>
                        </a:spcAft>
                      </a:pPr>
                      <a:r>
                        <a:rPr lang="en-US" sz="1200" b="0" dirty="0"/>
                        <a:t>STAY – Partial </a:t>
                      </a:r>
                      <a:r>
                        <a:rPr lang="en-US" sz="1200" b="0" dirty="0" err="1"/>
                        <a:t>renovation</a:t>
                      </a:r>
                      <a:endParaRPr lang="en-US" sz="1600" dirty="0"/>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2"/>
                    </a:solidFill>
                  </a:tcPr>
                </a:tc>
                <a:tc>
                  <a:txBody>
                    <a:bodyPr/>
                    <a:lstStyle/>
                    <a:p>
                      <a:pPr algn="ctr">
                        <a:spcAft>
                          <a:spcPts val="300"/>
                        </a:spcAft>
                      </a:pPr>
                      <a:r>
                        <a:rPr lang="en-US" sz="1600" dirty="0"/>
                        <a:t>Scenario 3</a:t>
                      </a:r>
                      <a:endParaRPr lang="en-US" sz="2400" dirty="0"/>
                    </a:p>
                    <a:p>
                      <a:pPr algn="ctr">
                        <a:spcAft>
                          <a:spcPts val="300"/>
                        </a:spcAft>
                      </a:pPr>
                      <a:r>
                        <a:rPr lang="en-US" sz="1200" b="0" dirty="0"/>
                        <a:t>MOVE – </a:t>
                      </a:r>
                      <a:r>
                        <a:rPr lang="en-US" sz="1200" b="0" dirty="0" err="1"/>
                        <a:t>Disposal</a:t>
                      </a:r>
                      <a:r>
                        <a:rPr lang="en-US" sz="1200" b="0" dirty="0"/>
                        <a:t> &amp; </a:t>
                      </a:r>
                      <a:r>
                        <a:rPr lang="en-US" sz="1200" b="0" dirty="0" err="1"/>
                        <a:t>Rental</a:t>
                      </a:r>
                      <a:endParaRPr lang="en-US" sz="1200" dirty="0"/>
                    </a:p>
                  </a:txBody>
                  <a:tcPr anchor="ctr">
                    <a:lnL w="76200" cap="flat" cmpd="sng" algn="ctr">
                      <a:solidFill>
                        <a:schemeClr val="bg1"/>
                      </a:solid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188164057"/>
                  </a:ext>
                </a:extLst>
              </a:tr>
              <a:tr h="8140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4A4A4D"/>
                          </a:solidFill>
                          <a:latin typeface="+mn-lt"/>
                        </a:rPr>
                        <a:t>Objectives / </a:t>
                      </a:r>
                      <a:r>
                        <a:rPr lang="en-US" sz="1200" b="1" dirty="0" err="1">
                          <a:solidFill>
                            <a:srgbClr val="4A4A4D"/>
                          </a:solidFill>
                          <a:latin typeface="+mn-lt"/>
                        </a:rPr>
                        <a:t>Hypotheses</a:t>
                      </a:r>
                      <a:endParaRPr lang="en-US" sz="1200" b="1" dirty="0">
                        <a:solidFill>
                          <a:srgbClr val="4A4A4D"/>
                        </a:solidFill>
                        <a:latin typeface="+mn-lt"/>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dirty="0">
                          <a:solidFill>
                            <a:schemeClr val="tx1"/>
                          </a:solidFill>
                          <a:latin typeface="+mn-lt"/>
                          <a:ea typeface="Open Sans"/>
                          <a:cs typeface="Open Sans"/>
                        </a:rPr>
                        <a:t>Annual charges and maintenance cost comparison with potential rental relocation</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mn-lt"/>
                          <a:ea typeface="Open Sans"/>
                          <a:cs typeface="Open Sans"/>
                        </a:rPr>
                        <a:t>P&amp;</a:t>
                      </a:r>
                      <a:r>
                        <a:rPr lang="en-US" sz="1000" dirty="0">
                          <a:solidFill>
                            <a:schemeClr val="tx1"/>
                          </a:solidFill>
                          <a:latin typeface="+mn-lt"/>
                          <a:ea typeface="Open Sans"/>
                          <a:cs typeface="Open Sans"/>
                        </a:rPr>
                        <a:t>L : 190k€ of annual amortization</a:t>
                      </a:r>
                      <a:endParaRPr kumimoji="0" lang="en-US" sz="1000" b="0" i="0" u="none" strike="noStrike" kern="1200" cap="none" spc="0" normalizeH="0" baseline="0" noProof="0" dirty="0">
                        <a:ln>
                          <a:noFill/>
                        </a:ln>
                        <a:solidFill>
                          <a:schemeClr val="tx1"/>
                        </a:solidFill>
                        <a:effectLst/>
                        <a:uLnTx/>
                        <a:uFillTx/>
                        <a:latin typeface="+mn-lt"/>
                        <a:ea typeface="Open Sans"/>
                        <a:cs typeface="Open Sans"/>
                      </a:endParaRPr>
                    </a:p>
                  </a:txBody>
                  <a:tcPr anchor="ctr">
                    <a:lnL>
                      <a:noFill/>
                    </a:lnL>
                    <a:lnR w="76200" cap="flat" cmpd="sng" algn="ctr">
                      <a:solidFill>
                        <a:schemeClr val="bg1"/>
                      </a:solidFill>
                      <a:prstDash val="solid"/>
                      <a:round/>
                      <a:headEnd type="none" w="med" len="med"/>
                      <a:tailEnd type="none" w="med" len="med"/>
                    </a:lnR>
                    <a:lnT w="6350" cap="flat" cmpd="sng" algn="ctr">
                      <a:noFill/>
                      <a:prstDash val="solid"/>
                      <a:miter lim="800000"/>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dirty="0">
                          <a:solidFill>
                            <a:schemeClr val="tx1"/>
                          </a:solidFill>
                          <a:latin typeface="+mn-lt"/>
                          <a:ea typeface="Open Sans"/>
                          <a:cs typeface="Open Sans"/>
                        </a:rPr>
                        <a:t>Annual charges and maintenance cost comparison with potential rental relocation</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mn-lt"/>
                          <a:ea typeface="Open Sans"/>
                          <a:cs typeface="Open Sans"/>
                        </a:rPr>
                        <a:t>P&amp;</a:t>
                      </a:r>
                      <a:r>
                        <a:rPr lang="en-US" sz="1000" dirty="0">
                          <a:solidFill>
                            <a:schemeClr val="tx1"/>
                          </a:solidFill>
                          <a:latin typeface="+mn-lt"/>
                          <a:ea typeface="Open Sans"/>
                          <a:cs typeface="Open Sans"/>
                        </a:rPr>
                        <a:t>L : 190k€ of annual amortization</a:t>
                      </a:r>
                      <a:endParaRPr kumimoji="0" lang="en-US" sz="1000" b="0" i="0" u="none" strike="noStrike" kern="1200" cap="none" spc="0" normalizeH="0" baseline="0" noProof="0" dirty="0">
                        <a:ln>
                          <a:noFill/>
                        </a:ln>
                        <a:solidFill>
                          <a:schemeClr val="tx1"/>
                        </a:solidFill>
                        <a:effectLst/>
                        <a:uLnTx/>
                        <a:uFillTx/>
                        <a:latin typeface="+mn-lt"/>
                        <a:ea typeface="Open Sans"/>
                        <a:cs typeface="Open Sans"/>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noFill/>
                      <a:prstDash val="solid"/>
                      <a:miter lim="800000"/>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Current annual rent approx. 300k€ max. </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Penalty for Surrender (including 12-18 months incentives for New Tenant : approximately 2.500 K€</a:t>
                      </a:r>
                      <a:endParaRPr lang="en-US"/>
                    </a:p>
                  </a:txBody>
                  <a:tcPr anchor="ctr">
                    <a:lnL w="76200" cap="flat" cmpd="sng" algn="ctr">
                      <a:solidFill>
                        <a:schemeClr val="bg1"/>
                      </a:solidFill>
                      <a:prstDash val="solid"/>
                      <a:round/>
                      <a:headEnd type="none" w="med" len="med"/>
                      <a:tailEnd type="none" w="med" len="med"/>
                    </a:lnL>
                    <a:lnR w="6350" cap="flat" cmpd="sng" algn="ctr">
                      <a:noFill/>
                      <a:prstDash val="solid"/>
                      <a:miter lim="800000"/>
                    </a:lnR>
                    <a:lnT w="6350" cap="flat" cmpd="sng" algn="ctr">
                      <a:noFill/>
                      <a:prstDash val="solid"/>
                      <a:miter lim="800000"/>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8436587"/>
                  </a:ext>
                </a:extLst>
              </a:tr>
              <a:tr h="8140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4A4A4D"/>
                          </a:solidFill>
                          <a:latin typeface="+mn-lt"/>
                        </a:rPr>
                        <a:t>Recurring</a:t>
                      </a:r>
                      <a:r>
                        <a:rPr lang="en-US" sz="1200" b="1" dirty="0">
                          <a:solidFill>
                            <a:srgbClr val="4A4A4D"/>
                          </a:solidFill>
                          <a:latin typeface="+mn-lt"/>
                        </a:rPr>
                        <a:t> OPEX</a:t>
                      </a:r>
                      <a:endParaRPr lang="en-US"/>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Annual charges and maintenance cost comparison with potential rental relocation</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noProof="0" dirty="0">
                          <a:solidFill>
                            <a:schemeClr val="tx1"/>
                          </a:solidFill>
                          <a:latin typeface="+mn-lt"/>
                          <a:ea typeface="Open Sans"/>
                          <a:cs typeface="Open Sans"/>
                        </a:rPr>
                        <a:t>P&amp;</a:t>
                      </a:r>
                      <a:r>
                        <a:rPr lang="en-US" sz="1000" kern="1200" dirty="0">
                          <a:solidFill>
                            <a:schemeClr val="tx1"/>
                          </a:solidFill>
                          <a:latin typeface="+mn-lt"/>
                          <a:ea typeface="Open Sans"/>
                          <a:cs typeface="Open Sans"/>
                        </a:rPr>
                        <a:t>L : 190k€ of annual amortization</a:t>
                      </a:r>
                      <a:endParaRPr lang="en-US" sz="1000" kern="1200" noProof="0" dirty="0">
                        <a:solidFill>
                          <a:schemeClr val="tx1"/>
                        </a:solidFill>
                        <a:latin typeface="+mn-lt"/>
                        <a:ea typeface="Open Sans"/>
                        <a:cs typeface="Open Sans"/>
                      </a:endParaRPr>
                    </a:p>
                  </a:txBody>
                  <a:tcPr anchor="ctr">
                    <a:lnL>
                      <a:noFill/>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Annual charges and maintenance cost comparison with potential rental relocation</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noProof="0" dirty="0">
                          <a:solidFill>
                            <a:schemeClr val="tx1"/>
                          </a:solidFill>
                          <a:latin typeface="+mn-lt"/>
                          <a:ea typeface="Open Sans"/>
                          <a:cs typeface="Open Sans"/>
                        </a:rPr>
                        <a:t>P&amp;</a:t>
                      </a:r>
                      <a:r>
                        <a:rPr lang="en-US" sz="1000" kern="1200" dirty="0">
                          <a:solidFill>
                            <a:schemeClr val="tx1"/>
                          </a:solidFill>
                          <a:latin typeface="+mn-lt"/>
                          <a:ea typeface="Open Sans"/>
                          <a:cs typeface="Open Sans"/>
                        </a:rPr>
                        <a:t>L : 190k€ of annual amortization</a:t>
                      </a:r>
                      <a:endParaRPr lang="en-US" sz="1000" kern="1200" noProof="0" dirty="0">
                        <a:solidFill>
                          <a:schemeClr val="tx1"/>
                        </a:solidFill>
                        <a:latin typeface="+mn-lt"/>
                        <a:ea typeface="Open Sans"/>
                        <a:cs typeface="Open Sans"/>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Current annual rent approx. 300k€ max. </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Penalty for Surrender (including 12-18 months incentives for New Tenant : approximately 2.500 K€</a:t>
                      </a:r>
                      <a:endParaRPr lang="en-US"/>
                    </a:p>
                  </a:txBody>
                  <a:tcPr anchor="ctr">
                    <a:lnL w="76200" cap="flat" cmpd="sng" algn="ctr">
                      <a:solidFill>
                        <a:schemeClr val="bg1"/>
                      </a:solidFill>
                      <a:prstDash val="solid"/>
                      <a:round/>
                      <a:headEnd type="none" w="med" len="med"/>
                      <a:tailEnd type="none" w="med" len="med"/>
                    </a:lnL>
                    <a:lnR w="6350" cap="flat" cmpd="sng" algn="ctr">
                      <a:noFill/>
                      <a:prstDash val="solid"/>
                      <a:miter lim="800000"/>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98552544"/>
                  </a:ext>
                </a:extLst>
              </a:tr>
              <a:tr h="6306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A4A4D"/>
                          </a:solidFill>
                          <a:effectLst/>
                          <a:uLnTx/>
                          <a:uFillTx/>
                          <a:latin typeface="+mn-lt"/>
                          <a:ea typeface="+mn-ea"/>
                          <a:cs typeface="+mn-cs"/>
                        </a:rPr>
                        <a:t>CAPEX</a:t>
                      </a:r>
                      <a:endParaRPr lang="en-US"/>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Estimated renovation costs</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noProof="0" dirty="0">
                          <a:solidFill>
                            <a:schemeClr val="tx1"/>
                          </a:solidFill>
                          <a:latin typeface="+mn-lt"/>
                          <a:ea typeface="Open Sans"/>
                          <a:cs typeface="Open Sans"/>
                        </a:rPr>
                        <a:t>Colliers able / unable to challenge</a:t>
                      </a:r>
                      <a:endParaRPr lang="en-US"/>
                    </a:p>
                  </a:txBody>
                  <a:tcPr anchor="ctr">
                    <a:lnL>
                      <a:noFill/>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Estimated renovation of 90k€ (</a:t>
                      </a:r>
                      <a:r>
                        <a:rPr lang="en-US" sz="1000" kern="1200" dirty="0" err="1">
                          <a:solidFill>
                            <a:schemeClr val="tx1"/>
                          </a:solidFill>
                          <a:latin typeface="+mn-lt"/>
                          <a:ea typeface="Open Sans"/>
                          <a:cs typeface="Open Sans"/>
                        </a:rPr>
                        <a:t>Idemia’s</a:t>
                      </a:r>
                      <a:r>
                        <a:rPr lang="en-US" sz="1000" kern="1200" dirty="0">
                          <a:solidFill>
                            <a:schemeClr val="tx1"/>
                          </a:solidFill>
                          <a:latin typeface="+mn-lt"/>
                          <a:ea typeface="Open Sans"/>
                          <a:cs typeface="Open Sans"/>
                        </a:rPr>
                        <a:t> input – air conditioning only)</a:t>
                      </a:r>
                      <a:endParaRPr lang="en-US"/>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Cost of relocating is unknown at this stage</a:t>
                      </a:r>
                      <a:endParaRPr lang="en-US"/>
                    </a:p>
                  </a:txBody>
                  <a:tcPr anchor="ctr">
                    <a:lnL w="76200" cap="flat" cmpd="sng" algn="ctr">
                      <a:solidFill>
                        <a:schemeClr val="bg1"/>
                      </a:solidFill>
                      <a:prstDash val="solid"/>
                      <a:round/>
                      <a:headEnd type="none" w="med" len="med"/>
                      <a:tailEnd type="none" w="med" len="med"/>
                    </a:lnL>
                    <a:lnR w="6350" cap="flat" cmpd="sng" algn="ctr">
                      <a:noFill/>
                      <a:prstDash val="solid"/>
                      <a:miter lim="800000"/>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0276783"/>
                  </a:ext>
                </a:extLst>
              </a:tr>
              <a:tr h="8486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4A4A4D"/>
                          </a:solidFill>
                          <a:effectLst/>
                          <a:uLnTx/>
                          <a:uFillTx/>
                          <a:latin typeface="+mn-lt"/>
                          <a:ea typeface="+mn-ea"/>
                          <a:cs typeface="+mn-cs"/>
                        </a:rPr>
                        <a:t>Savings</a:t>
                      </a:r>
                      <a:endParaRPr kumimoji="0" lang="en-US" sz="1200" b="1" i="0" u="none" strike="noStrike" kern="1200" cap="none" spc="0" normalizeH="0" baseline="0" noProof="0" dirty="0">
                        <a:ln>
                          <a:noFill/>
                        </a:ln>
                        <a:solidFill>
                          <a:srgbClr val="4A4A4D"/>
                        </a:solidFill>
                        <a:effectLst/>
                        <a:uLnTx/>
                        <a:uFillTx/>
                        <a:latin typeface="+mn-lt"/>
                        <a:ea typeface="+mn-ea"/>
                        <a:cs typeface="+mn-cs"/>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Compare against relocation </a:t>
                      </a:r>
                      <a:r>
                        <a:rPr lang="en-US" sz="1000" kern="1200" dirty="0">
                          <a:solidFill>
                            <a:schemeClr val="tx1"/>
                          </a:solidFill>
                          <a:highlight>
                            <a:srgbClr val="FFFF00"/>
                          </a:highlight>
                          <a:latin typeface="+mn-lt"/>
                          <a:ea typeface="Open Sans"/>
                          <a:cs typeface="Open Sans"/>
                        </a:rPr>
                        <a:t>(rental location?) </a:t>
                      </a:r>
                      <a:r>
                        <a:rPr lang="en-US" sz="1000" kern="1200" dirty="0">
                          <a:solidFill>
                            <a:schemeClr val="tx1"/>
                          </a:solidFill>
                          <a:latin typeface="+mn-lt"/>
                          <a:ea typeface="Open Sans"/>
                          <a:cs typeface="Open Sans"/>
                        </a:rPr>
                        <a:t>costs</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Detail savings </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Detail savings </a:t>
                      </a:r>
                      <a:endParaRPr lang="en-US"/>
                    </a:p>
                  </a:txBody>
                  <a:tcPr anchor="ctr">
                    <a:lnL>
                      <a:noFill/>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To be compared with a </a:t>
                      </a:r>
                      <a:r>
                        <a:rPr lang="en-US" sz="1000" kern="1200" dirty="0">
                          <a:solidFill>
                            <a:schemeClr val="tx1"/>
                          </a:solidFill>
                          <a:highlight>
                            <a:srgbClr val="FFFF00"/>
                          </a:highlight>
                          <a:latin typeface="+mn-lt"/>
                          <a:ea typeface="Open Sans"/>
                          <a:cs typeface="Open Sans"/>
                        </a:rPr>
                        <a:t>rental location</a:t>
                      </a:r>
                      <a:endParaRPr lang="en-US"/>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Expected sale price around 1 to 1.2m€ according to local Colliers’ broker</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Asset estimated price 2020 : 2M€ </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Asset estimated price 2021 : 1-1,2M€ (as is) </a:t>
                      </a:r>
                      <a:endParaRPr lang="en-US"/>
                    </a:p>
                  </a:txBody>
                  <a:tcPr anchor="ctr">
                    <a:lnL w="76200" cap="flat" cmpd="sng" algn="ctr">
                      <a:solidFill>
                        <a:schemeClr val="bg1"/>
                      </a:solidFill>
                      <a:prstDash val="solid"/>
                      <a:round/>
                      <a:headEnd type="none" w="med" len="med"/>
                      <a:tailEnd type="none" w="med" len="med"/>
                    </a:lnL>
                    <a:lnR w="6350" cap="flat" cmpd="sng" algn="ctr">
                      <a:noFill/>
                      <a:prstDash val="solid"/>
                      <a:miter lim="800000"/>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0977880"/>
                  </a:ext>
                </a:extLst>
              </a:tr>
              <a:tr h="6300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A4A4D"/>
                          </a:solidFill>
                          <a:effectLst/>
                          <a:uLnTx/>
                          <a:uFillTx/>
                          <a:latin typeface="+mn-lt"/>
                          <a:ea typeface="+mn-ea"/>
                          <a:cs typeface="+mn-cs"/>
                        </a:rPr>
                        <a:t>Warning Points</a:t>
                      </a:r>
                      <a:endParaRPr lang="en-US"/>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Site not attractive to employees / Unsafe environment</a:t>
                      </a:r>
                      <a:endParaRPr lang="en-US"/>
                    </a:p>
                  </a:txBody>
                  <a:tcPr anchor="ctr">
                    <a:lnL>
                      <a:noFill/>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Site not attractive to employees / Unsafe environment</a:t>
                      </a:r>
                      <a:endParaRPr lang="en-US"/>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bg1">
                        <a:lumMod val="95000"/>
                      </a:schemeClr>
                    </a:solid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Difficulties expected to sell the asset / probably </a:t>
                      </a:r>
                      <a:endParaRPr lang="en-US"/>
                    </a:p>
                  </a:txBody>
                  <a:tcPr anchor="ctr">
                    <a:lnL w="76200" cap="flat" cmpd="sng" algn="ctr">
                      <a:solidFill>
                        <a:schemeClr val="bg1"/>
                      </a:solidFill>
                      <a:prstDash val="solid"/>
                      <a:round/>
                      <a:headEnd type="none" w="med" len="med"/>
                      <a:tailEnd type="none" w="med" len="med"/>
                    </a:lnL>
                    <a:lnR w="6350" cap="flat" cmpd="sng" algn="ctr">
                      <a:noFill/>
                      <a:prstDash val="solid"/>
                      <a:miter lim="800000"/>
                    </a:lnR>
                    <a:lnT w="28575" cap="flat" cmpd="sng" algn="ctr">
                      <a:solidFill>
                        <a:schemeClr val="bg1"/>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53619736"/>
                  </a:ext>
                </a:extLst>
              </a:tr>
            </a:tbl>
          </a:graphicData>
        </a:graphic>
      </p:graphicFrame>
      <p:sp>
        <p:nvSpPr>
          <p:cNvPr id="6" name="Espace réservé du pied de page 5">
            <a:extLst>
              <a:ext uri="{FF2B5EF4-FFF2-40B4-BE49-F238E27FC236}">
                <a16:creationId xmlns:a16="http://schemas.microsoft.com/office/drawing/2014/main" id="{19ED5720-50B4-4004-A548-7C2435ED4BF0}"/>
              </a:ext>
            </a:extLst>
          </p:cNvPr>
          <p:cNvSpPr>
            <a:spLocks noGrp="1"/>
          </p:cNvSpPr>
          <p:nvPr>
            <p:ph type="ftr" sz="quarter" idx="11"/>
          </p:nvPr>
        </p:nvSpPr>
        <p:spPr/>
        <p:txBody>
          <a:bodyPr/>
          <a:lstStyle/>
          <a:p>
            <a:r>
              <a:rPr lang="en-US"/>
              <a:t>Project Name</a:t>
            </a:r>
          </a:p>
        </p:txBody>
      </p:sp>
      <p:sp>
        <p:nvSpPr>
          <p:cNvPr id="7" name="Espace réservé du numéro de diapositive 6">
            <a:extLst>
              <a:ext uri="{FF2B5EF4-FFF2-40B4-BE49-F238E27FC236}">
                <a16:creationId xmlns:a16="http://schemas.microsoft.com/office/drawing/2014/main" id="{3088873C-FC94-4378-9B40-7ECF5F1B2113}"/>
              </a:ext>
            </a:extLst>
          </p:cNvPr>
          <p:cNvSpPr>
            <a:spLocks noGrp="1"/>
          </p:cNvSpPr>
          <p:nvPr>
            <p:ph type="sldNum" sz="quarter" idx="12"/>
          </p:nvPr>
        </p:nvSpPr>
        <p:spPr/>
        <p:txBody>
          <a:bodyPr/>
          <a:lstStyle/>
          <a:p>
            <a:fld id="{23AA811B-2EBD-4900-905E-5BE206449611}" type="slidenum">
              <a:rPr lang="en-US" smtClean="0"/>
              <a:pPr/>
              <a:t>7</a:t>
            </a:fld>
            <a:endParaRPr lang="en-US" dirty="0"/>
          </a:p>
        </p:txBody>
      </p:sp>
      <p:sp>
        <p:nvSpPr>
          <p:cNvPr id="9" name="Légende : flèche vers la gauche 8">
            <a:extLst>
              <a:ext uri="{FF2B5EF4-FFF2-40B4-BE49-F238E27FC236}">
                <a16:creationId xmlns:a16="http://schemas.microsoft.com/office/drawing/2014/main" id="{454D69F9-2EA3-4D55-ADBA-10D720B2E370}"/>
              </a:ext>
            </a:extLst>
          </p:cNvPr>
          <p:cNvSpPr/>
          <p:nvPr/>
        </p:nvSpPr>
        <p:spPr>
          <a:xfrm>
            <a:off x="11695289" y="1625599"/>
            <a:ext cx="2302933" cy="969231"/>
          </a:xfrm>
          <a:prstGeom prst="leftArrowCallo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a:solidFill>
                  <a:schemeClr val="tx2"/>
                </a:solidFill>
              </a:rPr>
              <a:t>Financial </a:t>
            </a:r>
            <a:r>
              <a:rPr lang="en-US" sz="1400" noProof="0" dirty="0" err="1">
                <a:solidFill>
                  <a:schemeClr val="tx2"/>
                </a:solidFill>
              </a:rPr>
              <a:t>comparison</a:t>
            </a:r>
            <a:r>
              <a:rPr lang="en-US" sz="1400" noProof="0" dirty="0">
                <a:solidFill>
                  <a:schemeClr val="tx2"/>
                </a:solidFill>
              </a:rPr>
              <a:t> </a:t>
            </a:r>
            <a:endParaRPr lang="en-US"/>
          </a:p>
          <a:p>
            <a:pPr algn="ctr"/>
            <a:r>
              <a:rPr lang="en-US" sz="1400" noProof="0" dirty="0">
                <a:solidFill>
                  <a:schemeClr val="tx2"/>
                </a:solidFill>
              </a:rPr>
              <a:t>of scenarios.</a:t>
            </a:r>
            <a:endParaRPr lang="en-US"/>
          </a:p>
        </p:txBody>
      </p:sp>
      <p:sp>
        <p:nvSpPr>
          <p:cNvPr id="10" name="Légende : flèche vers le bas 9">
            <a:extLst>
              <a:ext uri="{FF2B5EF4-FFF2-40B4-BE49-F238E27FC236}">
                <a16:creationId xmlns:a16="http://schemas.microsoft.com/office/drawing/2014/main" id="{F193FF65-8596-4697-BD22-18ED59ADC326}"/>
              </a:ext>
            </a:extLst>
          </p:cNvPr>
          <p:cNvSpPr/>
          <p:nvPr/>
        </p:nvSpPr>
        <p:spPr>
          <a:xfrm>
            <a:off x="6502400" y="-867898"/>
            <a:ext cx="2278591" cy="1206298"/>
          </a:xfrm>
          <a:prstGeom prst="downArrowCallo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a:solidFill>
                  <a:schemeClr val="tx2"/>
                </a:solidFill>
              </a:rPr>
              <a:t>To </a:t>
            </a:r>
            <a:r>
              <a:rPr lang="en-US" sz="1400" noProof="0" dirty="0" err="1">
                <a:solidFill>
                  <a:schemeClr val="tx2"/>
                </a:solidFill>
              </a:rPr>
              <a:t>be</a:t>
            </a:r>
            <a:r>
              <a:rPr lang="en-US" sz="1400" noProof="0" dirty="0">
                <a:solidFill>
                  <a:schemeClr val="tx2"/>
                </a:solidFill>
              </a:rPr>
              <a:t> </a:t>
            </a:r>
            <a:r>
              <a:rPr lang="en-US" sz="1400" noProof="0" dirty="0" err="1">
                <a:solidFill>
                  <a:schemeClr val="tx2"/>
                </a:solidFill>
              </a:rPr>
              <a:t>developped</a:t>
            </a:r>
            <a:r>
              <a:rPr lang="en-US" sz="1400" noProof="0" dirty="0">
                <a:solidFill>
                  <a:schemeClr val="tx2"/>
                </a:solidFill>
              </a:rPr>
              <a:t> </a:t>
            </a:r>
            <a:r>
              <a:rPr lang="en-US" sz="1400" noProof="0" dirty="0" err="1">
                <a:solidFill>
                  <a:schemeClr val="tx2"/>
                </a:solidFill>
              </a:rPr>
              <a:t>during</a:t>
            </a:r>
            <a:r>
              <a:rPr lang="en-US" sz="1400" noProof="0" dirty="0">
                <a:solidFill>
                  <a:schemeClr val="tx2"/>
                </a:solidFill>
              </a:rPr>
              <a:t>/at end of </a:t>
            </a:r>
            <a:r>
              <a:rPr lang="en-US" sz="1400" noProof="0" dirty="0" err="1">
                <a:solidFill>
                  <a:schemeClr val="tx2"/>
                </a:solidFill>
              </a:rPr>
              <a:t>project</a:t>
            </a:r>
            <a:r>
              <a:rPr lang="en-US" sz="1400" noProof="0" dirty="0">
                <a:solidFill>
                  <a:schemeClr val="tx2"/>
                </a:solidFill>
              </a:rPr>
              <a:t>.</a:t>
            </a:r>
            <a:endParaRPr lang="en-US"/>
          </a:p>
        </p:txBody>
      </p:sp>
    </p:spTree>
    <p:custDataLst>
      <p:custData r:id="rId1"/>
      <p:custData r:id="rId2"/>
    </p:custDataLst>
    <p:extLst>
      <p:ext uri="{BB962C8B-B14F-4D97-AF65-F5344CB8AC3E}">
        <p14:creationId xmlns:p14="http://schemas.microsoft.com/office/powerpoint/2010/main" val="579037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815773-DA11-4354-A793-A414CEBA839B}"/>
              </a:ext>
            </a:extLst>
          </p:cNvPr>
          <p:cNvSpPr>
            <a:spLocks noGrp="1"/>
          </p:cNvSpPr>
          <p:nvPr>
            <p:ph type="body" sz="quarter" idx="13"/>
          </p:nvPr>
        </p:nvSpPr>
        <p:spPr/>
        <p:txBody>
          <a:bodyPr/>
          <a:lstStyle/>
          <a:p>
            <a:r>
              <a:rPr lang="en-US" dirty="0"/>
              <a:t>SCENARIOS &amp; FINANCIAL MODELING</a:t>
            </a:r>
            <a:endParaRPr lang="en-US"/>
          </a:p>
        </p:txBody>
      </p:sp>
      <p:sp>
        <p:nvSpPr>
          <p:cNvPr id="6" name="Date Placeholder 5">
            <a:extLst>
              <a:ext uri="{FF2B5EF4-FFF2-40B4-BE49-F238E27FC236}">
                <a16:creationId xmlns:a16="http://schemas.microsoft.com/office/drawing/2014/main" id="{6B38C3F2-CA5D-436C-8D00-3D992DD9AB7B}"/>
              </a:ext>
            </a:extLst>
          </p:cNvPr>
          <p:cNvSpPr>
            <a:spLocks noGrp="1"/>
          </p:cNvSpPr>
          <p:nvPr>
            <p:ph type="dt" sz="half" idx="10"/>
          </p:nvPr>
        </p:nvSpPr>
        <p:spPr>
          <a:xfrm>
            <a:off x="0" y="6876000"/>
            <a:ext cx="0" cy="0"/>
          </a:xfrm>
          <a:prstGeom prst="rect">
            <a:avLst/>
          </a:prstGeom>
        </p:spPr>
        <p:txBody>
          <a:bodyPr vert="horz" lIns="0" tIns="0" rIns="0" bIns="0" rtlCol="0" anchor="b" anchorCtr="0"/>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7" name="Footer Placeholder 6">
            <a:extLst>
              <a:ext uri="{FF2B5EF4-FFF2-40B4-BE49-F238E27FC236}">
                <a16:creationId xmlns:a16="http://schemas.microsoft.com/office/drawing/2014/main" id="{564C7A05-6967-442F-A1D4-9405D0660873}"/>
              </a:ext>
            </a:extLst>
          </p:cNvPr>
          <p:cNvSpPr>
            <a:spLocks noGrp="1"/>
          </p:cNvSpPr>
          <p:nvPr>
            <p:ph type="ftr" sz="quarter" idx="11"/>
          </p:nvPr>
        </p:nvSpPr>
        <p:spPr/>
        <p:txBody>
          <a:bodyPr/>
          <a:lstStyle/>
          <a:p>
            <a:r>
              <a:rPr lang="en-US"/>
              <a:t>Colliers</a:t>
            </a:r>
            <a:endParaRPr lang="en-US" dirty="0"/>
          </a:p>
        </p:txBody>
      </p:sp>
      <p:sp>
        <p:nvSpPr>
          <p:cNvPr id="8" name="Slide Number Placeholder 7">
            <a:extLst>
              <a:ext uri="{FF2B5EF4-FFF2-40B4-BE49-F238E27FC236}">
                <a16:creationId xmlns:a16="http://schemas.microsoft.com/office/drawing/2014/main" id="{E4544A7B-DBE7-4A29-87A0-71AAFEAFC1C9}"/>
              </a:ext>
            </a:extLst>
          </p:cNvPr>
          <p:cNvSpPr>
            <a:spLocks noGrp="1"/>
          </p:cNvSpPr>
          <p:nvPr>
            <p:ph type="sldNum" sz="quarter" idx="12"/>
          </p:nvPr>
        </p:nvSpPr>
        <p:spPr/>
        <p:txBody>
          <a:bodyPr/>
          <a:lstStyle/>
          <a:p>
            <a:fld id="{23AA811B-2EBD-4900-905E-5BE206449611}" type="slidenum">
              <a:rPr lang="en-US"/>
              <a:pPr/>
              <a:t>8</a:t>
            </a:fld>
            <a:endParaRPr lang="en-US" dirty="0"/>
          </a:p>
        </p:txBody>
      </p:sp>
      <p:graphicFrame>
        <p:nvGraphicFramePr>
          <p:cNvPr id="9" name="Table 2">
            <a:extLst>
              <a:ext uri="{FF2B5EF4-FFF2-40B4-BE49-F238E27FC236}">
                <a16:creationId xmlns:a16="http://schemas.microsoft.com/office/drawing/2014/main" id="{3FE34EBE-ED24-4499-AFD3-F0C7D9700F3A}"/>
              </a:ext>
            </a:extLst>
          </p:cNvPr>
          <p:cNvGraphicFramePr>
            <a:graphicFrameLocks noGrp="1"/>
          </p:cNvGraphicFramePr>
          <p:nvPr/>
        </p:nvGraphicFramePr>
        <p:xfrm>
          <a:off x="647700" y="1649580"/>
          <a:ext cx="10895013" cy="4346231"/>
        </p:xfrm>
        <a:graphic>
          <a:graphicData uri="http://schemas.openxmlformats.org/drawingml/2006/table">
            <a:tbl>
              <a:tblPr firstRow="1" bandRow="1">
                <a:tableStyleId>{69012ECD-51FC-41F1-AA8D-1B2483CD663E}</a:tableStyleId>
              </a:tblPr>
              <a:tblGrid>
                <a:gridCol w="1226256">
                  <a:extLst>
                    <a:ext uri="{9D8B030D-6E8A-4147-A177-3AD203B41FA5}">
                      <a16:colId xmlns:a16="http://schemas.microsoft.com/office/drawing/2014/main" val="4097337984"/>
                    </a:ext>
                  </a:extLst>
                </a:gridCol>
                <a:gridCol w="3222919">
                  <a:extLst>
                    <a:ext uri="{9D8B030D-6E8A-4147-A177-3AD203B41FA5}">
                      <a16:colId xmlns:a16="http://schemas.microsoft.com/office/drawing/2014/main" val="2426687423"/>
                    </a:ext>
                  </a:extLst>
                </a:gridCol>
                <a:gridCol w="3222919">
                  <a:extLst>
                    <a:ext uri="{9D8B030D-6E8A-4147-A177-3AD203B41FA5}">
                      <a16:colId xmlns:a16="http://schemas.microsoft.com/office/drawing/2014/main" val="878855480"/>
                    </a:ext>
                  </a:extLst>
                </a:gridCol>
                <a:gridCol w="3222919">
                  <a:extLst>
                    <a:ext uri="{9D8B030D-6E8A-4147-A177-3AD203B41FA5}">
                      <a16:colId xmlns:a16="http://schemas.microsoft.com/office/drawing/2014/main" val="4157445562"/>
                    </a:ext>
                  </a:extLst>
                </a:gridCol>
              </a:tblGrid>
              <a:tr h="9564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3200" b="0" kern="1200" dirty="0">
                        <a:solidFill>
                          <a:schemeClr val="accent2"/>
                        </a:solidFill>
                        <a:latin typeface="+mn-lt"/>
                        <a:ea typeface="+mn-ea"/>
                        <a:cs typeface="+mn-cs"/>
                      </a:endParaRPr>
                    </a:p>
                  </a:txBody>
                  <a:tcPr marL="0" marR="182880">
                    <a:lnL w="6350" cap="flat" cmpd="sng" algn="ctr">
                      <a:noFill/>
                      <a:prstDash val="solid"/>
                      <a:miter lim="800000"/>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kern="1200" dirty="0">
                          <a:solidFill>
                            <a:schemeClr val="accent2"/>
                          </a:solidFill>
                          <a:latin typeface="+mn-lt"/>
                          <a:ea typeface="+mn-ea"/>
                          <a:cs typeface="+mn-cs"/>
                        </a:rPr>
                        <a:t>1</a:t>
                      </a:r>
                      <a:r>
                        <a:rPr lang="en-US" sz="3200" b="0" kern="1200" dirty="0">
                          <a:solidFill>
                            <a:schemeClr val="accent2"/>
                          </a:solidFill>
                          <a:latin typeface="+mn-lt"/>
                          <a:ea typeface="+mn-ea"/>
                          <a:cs typeface="+mn-cs"/>
                        </a:rPr>
                        <a:t> </a:t>
                      </a:r>
                      <a:r>
                        <a:rPr lang="en-US" sz="2400" b="0" kern="1200" dirty="0">
                          <a:solidFill>
                            <a:schemeClr val="accent2"/>
                          </a:solidFill>
                          <a:latin typeface="+mj-lt"/>
                          <a:ea typeface="+mn-ea"/>
                          <a:cs typeface="+mn-cs"/>
                        </a:rPr>
                        <a:t>STAY</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2"/>
                          </a:solidFill>
                        </a:rPr>
                        <a:t>Full </a:t>
                      </a:r>
                      <a:r>
                        <a:rPr lang="en-US" sz="1400" b="0" dirty="0" err="1">
                          <a:solidFill>
                            <a:schemeClr val="tx2"/>
                          </a:solidFill>
                        </a:rPr>
                        <a:t>renovation</a:t>
                      </a:r>
                      <a:endParaRPr lang="en-US" sz="1400" b="0" kern="1200" dirty="0">
                        <a:solidFill>
                          <a:schemeClr val="tx2"/>
                        </a:solidFill>
                        <a:latin typeface="+mj-lt"/>
                        <a:ea typeface="+mn-ea"/>
                        <a:cs typeface="+mn-cs"/>
                      </a:endParaRPr>
                    </a:p>
                  </a:txBody>
                  <a:tcPr marL="216000" marR="182880" marT="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kern="1200" dirty="0">
                          <a:solidFill>
                            <a:schemeClr val="accent2"/>
                          </a:solidFill>
                          <a:latin typeface="+mn-lt"/>
                          <a:ea typeface="+mn-ea"/>
                          <a:cs typeface="+mn-cs"/>
                        </a:rPr>
                        <a:t>2</a:t>
                      </a:r>
                      <a:r>
                        <a:rPr lang="en-US" sz="3200" b="0" kern="1200" dirty="0">
                          <a:solidFill>
                            <a:schemeClr val="accent2"/>
                          </a:solidFill>
                          <a:latin typeface="+mn-lt"/>
                          <a:ea typeface="+mn-ea"/>
                          <a:cs typeface="+mn-cs"/>
                        </a:rPr>
                        <a:t> </a:t>
                      </a:r>
                      <a:r>
                        <a:rPr lang="en-US" sz="2400" b="0" kern="1200" dirty="0">
                          <a:solidFill>
                            <a:schemeClr val="accent2"/>
                          </a:solidFill>
                          <a:latin typeface="+mj-lt"/>
                          <a:ea typeface="+mn-ea"/>
                          <a:cs typeface="+mn-cs"/>
                        </a:rPr>
                        <a:t>STAY</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2"/>
                          </a:solidFill>
                          <a:latin typeface="+mn-lt"/>
                          <a:ea typeface="+mn-ea"/>
                          <a:cs typeface="+mn-cs"/>
                        </a:rPr>
                        <a:t>Partial </a:t>
                      </a:r>
                      <a:r>
                        <a:rPr lang="en-US" sz="1400" b="0" kern="1200" dirty="0" err="1">
                          <a:solidFill>
                            <a:schemeClr val="tx2"/>
                          </a:solidFill>
                          <a:latin typeface="+mn-lt"/>
                          <a:ea typeface="+mn-ea"/>
                          <a:cs typeface="+mn-cs"/>
                        </a:rPr>
                        <a:t>renovation</a:t>
                      </a:r>
                      <a:endParaRPr lang="en-US" sz="1400" b="0" kern="1200" dirty="0">
                        <a:solidFill>
                          <a:schemeClr val="tx2"/>
                        </a:solidFill>
                        <a:latin typeface="+mn-lt"/>
                        <a:ea typeface="+mn-ea"/>
                        <a:cs typeface="+mn-cs"/>
                      </a:endParaRPr>
                    </a:p>
                  </a:txBody>
                  <a:tcPr marL="216000" marR="182880" marT="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kern="1200" dirty="0">
                          <a:solidFill>
                            <a:schemeClr val="accent2"/>
                          </a:solidFill>
                          <a:latin typeface="+mn-lt"/>
                          <a:ea typeface="+mn-ea"/>
                          <a:cs typeface="+mn-cs"/>
                        </a:rPr>
                        <a:t>3</a:t>
                      </a:r>
                      <a:r>
                        <a:rPr lang="en-US" sz="3200" b="0" kern="1200" dirty="0">
                          <a:solidFill>
                            <a:schemeClr val="accent2"/>
                          </a:solidFill>
                          <a:latin typeface="+mn-lt"/>
                          <a:ea typeface="+mn-ea"/>
                          <a:cs typeface="+mn-cs"/>
                        </a:rPr>
                        <a:t> </a:t>
                      </a:r>
                      <a:r>
                        <a:rPr lang="en-US" sz="2400" b="0" kern="1200" dirty="0">
                          <a:solidFill>
                            <a:schemeClr val="accent2"/>
                          </a:solidFill>
                          <a:latin typeface="+mj-lt"/>
                          <a:ea typeface="+mn-ea"/>
                          <a:cs typeface="+mn-cs"/>
                        </a:rPr>
                        <a:t>MOVE</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err="1">
                          <a:solidFill>
                            <a:schemeClr val="tx2"/>
                          </a:solidFill>
                          <a:latin typeface="+mn-lt"/>
                          <a:ea typeface="+mn-ea"/>
                          <a:cs typeface="+mn-cs"/>
                        </a:rPr>
                        <a:t>Disposal</a:t>
                      </a:r>
                      <a:r>
                        <a:rPr lang="en-US" sz="1400" b="0" kern="1200" dirty="0">
                          <a:solidFill>
                            <a:schemeClr val="tx2"/>
                          </a:solidFill>
                          <a:latin typeface="+mn-lt"/>
                          <a:ea typeface="+mn-ea"/>
                          <a:cs typeface="+mn-cs"/>
                        </a:rPr>
                        <a:t> &amp; </a:t>
                      </a:r>
                      <a:r>
                        <a:rPr lang="en-US" sz="1400" b="0" kern="1200" dirty="0" err="1">
                          <a:solidFill>
                            <a:schemeClr val="tx2"/>
                          </a:solidFill>
                          <a:latin typeface="+mn-lt"/>
                          <a:ea typeface="+mn-ea"/>
                          <a:cs typeface="+mn-cs"/>
                        </a:rPr>
                        <a:t>Rental</a:t>
                      </a:r>
                      <a:endParaRPr lang="en-US" sz="1400" b="0" kern="1200" dirty="0">
                        <a:solidFill>
                          <a:schemeClr val="tx2"/>
                        </a:solidFill>
                        <a:latin typeface="+mn-lt"/>
                        <a:ea typeface="+mn-ea"/>
                        <a:cs typeface="+mn-cs"/>
                      </a:endParaRPr>
                    </a:p>
                  </a:txBody>
                  <a:tcPr marL="216000" marR="0" marT="0">
                    <a:lnL w="19050" cap="flat" cmpd="sng" algn="ctr">
                      <a:solidFill>
                        <a:schemeClr val="accent2"/>
                      </a:solid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309463145"/>
                  </a:ext>
                </a:extLst>
              </a:tr>
              <a:tr h="79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4A4A4D"/>
                          </a:solidFill>
                          <a:latin typeface="+mn-lt"/>
                        </a:rPr>
                        <a:t>Objectives / </a:t>
                      </a:r>
                      <a:r>
                        <a:rPr lang="en-US" sz="1200" b="1" dirty="0" err="1">
                          <a:solidFill>
                            <a:srgbClr val="4A4A4D"/>
                          </a:solidFill>
                          <a:latin typeface="+mn-lt"/>
                        </a:rPr>
                        <a:t>Hypotheses</a:t>
                      </a:r>
                      <a:endParaRPr lang="en-US" sz="1200" b="1" dirty="0">
                        <a:solidFill>
                          <a:srgbClr val="4A4A4D"/>
                        </a:solidFill>
                        <a:latin typeface="+mn-lt"/>
                      </a:endParaRPr>
                    </a:p>
                  </a:txBody>
                  <a:tcPr marL="0" marR="182880" marT="0" marB="0">
                    <a:lnL w="6350" cap="flat" cmpd="sng" algn="ctr">
                      <a:noFill/>
                      <a:prstDash val="solid"/>
                      <a:miter lim="800000"/>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Annual charges and maintenance cost comparison with potential rental relocation</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noProof="0" dirty="0">
                          <a:solidFill>
                            <a:schemeClr val="tx1"/>
                          </a:solidFill>
                          <a:latin typeface="+mn-lt"/>
                          <a:ea typeface="Open Sans"/>
                          <a:cs typeface="Open Sans"/>
                        </a:rPr>
                        <a:t>P&amp;</a:t>
                      </a:r>
                      <a:r>
                        <a:rPr lang="en-US" sz="1000" kern="1200" dirty="0">
                          <a:solidFill>
                            <a:schemeClr val="tx1"/>
                          </a:solidFill>
                          <a:latin typeface="+mn-lt"/>
                          <a:ea typeface="Open Sans"/>
                          <a:cs typeface="Open Sans"/>
                        </a:rPr>
                        <a:t>L : 190k€ of annual amortization</a:t>
                      </a:r>
                      <a:endParaRPr lang="en-US" sz="1000" kern="1200" noProof="0" dirty="0">
                        <a:solidFill>
                          <a:schemeClr val="tx1"/>
                        </a:solidFill>
                        <a:latin typeface="+mn-lt"/>
                        <a:ea typeface="Open Sans"/>
                        <a:cs typeface="Open Sans"/>
                      </a:endParaRPr>
                    </a:p>
                  </a:txBody>
                  <a:tcPr marL="216000" marR="18288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Annual charges and maintenance cost comparison with potential rental relocation</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noProof="0" dirty="0">
                          <a:solidFill>
                            <a:schemeClr val="tx1"/>
                          </a:solidFill>
                          <a:latin typeface="+mn-lt"/>
                          <a:ea typeface="Open Sans"/>
                          <a:cs typeface="Open Sans"/>
                        </a:rPr>
                        <a:t>P&amp;</a:t>
                      </a:r>
                      <a:r>
                        <a:rPr lang="en-US" sz="1000" kern="1200" dirty="0">
                          <a:solidFill>
                            <a:schemeClr val="tx1"/>
                          </a:solidFill>
                          <a:latin typeface="+mn-lt"/>
                          <a:ea typeface="Open Sans"/>
                          <a:cs typeface="Open Sans"/>
                        </a:rPr>
                        <a:t>L : 190k€ of annual amortization</a:t>
                      </a:r>
                      <a:endParaRPr lang="en-US" sz="1000" kern="1200" noProof="0" dirty="0">
                        <a:solidFill>
                          <a:schemeClr val="tx1"/>
                        </a:solidFill>
                        <a:latin typeface="+mn-lt"/>
                        <a:ea typeface="Open Sans"/>
                        <a:cs typeface="Open Sans"/>
                      </a:endParaRPr>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Current annual rent approx. 300k€ max. </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Penalty for Surrender (including 12-18 months incentives for New Tenant : approximately 2.500 K€</a:t>
                      </a:r>
                      <a:endParaRPr lang="en-US"/>
                    </a:p>
                  </a:txBody>
                  <a:tcPr marL="216000" marR="0" marT="0" marB="0">
                    <a:lnL w="19050" cap="flat" cmpd="sng" algn="ctr">
                      <a:solidFill>
                        <a:schemeClr val="accent2"/>
                      </a:solid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173669618"/>
                  </a:ext>
                </a:extLst>
              </a:tr>
              <a:tr h="79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4A4A4D"/>
                          </a:solidFill>
                          <a:latin typeface="+mn-lt"/>
                        </a:rPr>
                        <a:t>Recurring</a:t>
                      </a:r>
                      <a:r>
                        <a:rPr lang="en-US" sz="1200" b="1" dirty="0">
                          <a:solidFill>
                            <a:srgbClr val="4A4A4D"/>
                          </a:solidFill>
                          <a:latin typeface="+mn-lt"/>
                        </a:rPr>
                        <a:t> OPEX</a:t>
                      </a:r>
                      <a:endParaRPr lang="en-US"/>
                    </a:p>
                  </a:txBody>
                  <a:tcPr marL="0" marR="182880" marT="0" marB="0">
                    <a:lnL w="6350" cap="flat" cmpd="sng" algn="ctr">
                      <a:noFill/>
                      <a:prstDash val="solid"/>
                      <a:miter lim="800000"/>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Annual charges and maintenance cost comparison with potential rental relocation</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noProof="0" dirty="0">
                          <a:solidFill>
                            <a:schemeClr val="tx1"/>
                          </a:solidFill>
                          <a:latin typeface="+mn-lt"/>
                          <a:ea typeface="Open Sans"/>
                          <a:cs typeface="Open Sans"/>
                        </a:rPr>
                        <a:t>P&amp;</a:t>
                      </a:r>
                      <a:r>
                        <a:rPr lang="en-US" sz="1000" kern="1200" dirty="0">
                          <a:solidFill>
                            <a:schemeClr val="tx1"/>
                          </a:solidFill>
                          <a:latin typeface="+mn-lt"/>
                          <a:ea typeface="Open Sans"/>
                          <a:cs typeface="Open Sans"/>
                        </a:rPr>
                        <a:t>L : 190k€ of annual amortization</a:t>
                      </a:r>
                      <a:endParaRPr lang="en-US" sz="1000" kern="1200" noProof="0" dirty="0">
                        <a:solidFill>
                          <a:schemeClr val="tx1"/>
                        </a:solidFill>
                        <a:latin typeface="+mn-lt"/>
                        <a:ea typeface="Open Sans"/>
                        <a:cs typeface="Open Sans"/>
                      </a:endParaRPr>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Annual charges and maintenance cost comparison with potential rental relocation</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noProof="0" dirty="0">
                          <a:solidFill>
                            <a:schemeClr val="tx1"/>
                          </a:solidFill>
                          <a:latin typeface="+mn-lt"/>
                          <a:ea typeface="Open Sans"/>
                          <a:cs typeface="Open Sans"/>
                        </a:rPr>
                        <a:t>P&amp;</a:t>
                      </a:r>
                      <a:r>
                        <a:rPr lang="en-US" sz="1000" kern="1200" dirty="0">
                          <a:solidFill>
                            <a:schemeClr val="tx1"/>
                          </a:solidFill>
                          <a:latin typeface="+mn-lt"/>
                          <a:ea typeface="Open Sans"/>
                          <a:cs typeface="Open Sans"/>
                        </a:rPr>
                        <a:t>L : 190k€ of annual amortization</a:t>
                      </a:r>
                      <a:endParaRPr lang="en-US" sz="1000" kern="1200" noProof="0" dirty="0">
                        <a:solidFill>
                          <a:schemeClr val="tx1"/>
                        </a:solidFill>
                        <a:latin typeface="+mn-lt"/>
                        <a:ea typeface="Open Sans"/>
                        <a:cs typeface="Open Sans"/>
                      </a:endParaRPr>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Current annual rent approx. 300k€ max. </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Penalty for Surrender (including 12-18 months incentives for New Tenant : approximately 2.500 K€</a:t>
                      </a:r>
                      <a:endParaRPr lang="en-US"/>
                    </a:p>
                  </a:txBody>
                  <a:tcPr marL="216000" marR="0" marT="0" marB="0">
                    <a:lnL w="19050" cap="flat" cmpd="sng" algn="ctr">
                      <a:solidFill>
                        <a:schemeClr val="accent2"/>
                      </a:solid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4181228892"/>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A4A4D"/>
                          </a:solidFill>
                          <a:effectLst/>
                          <a:uLnTx/>
                          <a:uFillTx/>
                          <a:latin typeface="+mn-lt"/>
                          <a:ea typeface="+mn-ea"/>
                          <a:cs typeface="+mn-cs"/>
                        </a:rPr>
                        <a:t>CAPEX</a:t>
                      </a:r>
                      <a:endParaRPr lang="en-US"/>
                    </a:p>
                  </a:txBody>
                  <a:tcPr marL="0" marR="182880" marT="0" marB="0">
                    <a:lnL w="6350" cap="flat" cmpd="sng" algn="ctr">
                      <a:noFill/>
                      <a:prstDash val="solid"/>
                      <a:miter lim="800000"/>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Estimated renovation costs</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noProof="0" dirty="0">
                          <a:solidFill>
                            <a:schemeClr val="tx1"/>
                          </a:solidFill>
                          <a:latin typeface="+mn-lt"/>
                          <a:ea typeface="Open Sans"/>
                          <a:cs typeface="Open Sans"/>
                        </a:rPr>
                        <a:t>Colliers able / unable to challenge</a:t>
                      </a:r>
                      <a:endParaRPr lang="en-US"/>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Estimated renovation of 90k€ (</a:t>
                      </a:r>
                      <a:r>
                        <a:rPr lang="en-US" sz="1000" kern="1200" dirty="0" err="1">
                          <a:solidFill>
                            <a:schemeClr val="tx1"/>
                          </a:solidFill>
                          <a:latin typeface="+mn-lt"/>
                          <a:ea typeface="Open Sans"/>
                          <a:cs typeface="Open Sans"/>
                        </a:rPr>
                        <a:t>Idemia’s</a:t>
                      </a:r>
                      <a:r>
                        <a:rPr lang="en-US" sz="1000" kern="1200" dirty="0">
                          <a:solidFill>
                            <a:schemeClr val="tx1"/>
                          </a:solidFill>
                          <a:latin typeface="+mn-lt"/>
                          <a:ea typeface="Open Sans"/>
                          <a:cs typeface="Open Sans"/>
                        </a:rPr>
                        <a:t> input – air conditioning only)</a:t>
                      </a:r>
                      <a:endParaRPr lang="en-US"/>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Cost of relocating is unknown at this stage</a:t>
                      </a:r>
                      <a:endParaRPr lang="en-US"/>
                    </a:p>
                  </a:txBody>
                  <a:tcPr marL="216000" marR="0" marT="0" marB="0">
                    <a:lnL w="19050" cap="flat" cmpd="sng" algn="ctr">
                      <a:solidFill>
                        <a:schemeClr val="accent2"/>
                      </a:solid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52797930"/>
                  </a:ext>
                </a:extLst>
              </a:tr>
              <a:tr h="90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4A4A4D"/>
                          </a:solidFill>
                          <a:effectLst/>
                          <a:uLnTx/>
                          <a:uFillTx/>
                          <a:latin typeface="+mn-lt"/>
                          <a:ea typeface="+mn-ea"/>
                          <a:cs typeface="+mn-cs"/>
                        </a:rPr>
                        <a:t>Savings</a:t>
                      </a:r>
                      <a:endParaRPr kumimoji="0" lang="en-US" sz="1200" b="1" i="0" u="none" strike="noStrike" kern="1200" cap="none" spc="0" normalizeH="0" baseline="0" noProof="0" dirty="0">
                        <a:ln>
                          <a:noFill/>
                        </a:ln>
                        <a:solidFill>
                          <a:srgbClr val="4A4A4D"/>
                        </a:solidFill>
                        <a:effectLst/>
                        <a:uLnTx/>
                        <a:uFillTx/>
                        <a:latin typeface="+mn-lt"/>
                        <a:ea typeface="+mn-ea"/>
                        <a:cs typeface="+mn-cs"/>
                      </a:endParaRPr>
                    </a:p>
                    <a:p>
                      <a:endParaRPr lang="en-US" sz="1200" dirty="0"/>
                    </a:p>
                  </a:txBody>
                  <a:tcPr marL="0" marR="182880" marT="0" marB="0">
                    <a:lnL w="6350" cap="flat" cmpd="sng" algn="ctr">
                      <a:noFill/>
                      <a:prstDash val="solid"/>
                      <a:miter lim="800000"/>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Compare against relocation </a:t>
                      </a:r>
                      <a:r>
                        <a:rPr lang="en-US" sz="1000" kern="1200" dirty="0">
                          <a:solidFill>
                            <a:schemeClr val="tx1"/>
                          </a:solidFill>
                          <a:highlight>
                            <a:srgbClr val="FFFF00"/>
                          </a:highlight>
                          <a:latin typeface="+mn-lt"/>
                          <a:ea typeface="Open Sans"/>
                          <a:cs typeface="Open Sans"/>
                        </a:rPr>
                        <a:t>(rental location?) </a:t>
                      </a:r>
                      <a:r>
                        <a:rPr lang="en-US" sz="1000" kern="1200" dirty="0">
                          <a:solidFill>
                            <a:schemeClr val="tx1"/>
                          </a:solidFill>
                          <a:latin typeface="+mn-lt"/>
                          <a:ea typeface="Open Sans"/>
                          <a:cs typeface="Open Sans"/>
                        </a:rPr>
                        <a:t>costs</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Detail savings </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Detail savings </a:t>
                      </a:r>
                      <a:endParaRPr lang="en-US"/>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To be compared with a </a:t>
                      </a:r>
                      <a:r>
                        <a:rPr lang="en-US" sz="1000" kern="1200" dirty="0">
                          <a:solidFill>
                            <a:schemeClr val="tx1"/>
                          </a:solidFill>
                          <a:highlight>
                            <a:srgbClr val="FFFF00"/>
                          </a:highlight>
                          <a:latin typeface="+mn-lt"/>
                          <a:ea typeface="Open Sans"/>
                          <a:cs typeface="Open Sans"/>
                        </a:rPr>
                        <a:t>rental location</a:t>
                      </a:r>
                      <a:endParaRPr lang="en-US"/>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Expected sale price around 1 to 1.2m€ according to local Colliers’ broker</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Asset estimated price 2020 : 2M€ </a:t>
                      </a:r>
                      <a:endParaRPr lang="en-US"/>
                    </a:p>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kern="1200" dirty="0">
                          <a:solidFill>
                            <a:schemeClr val="tx1"/>
                          </a:solidFill>
                          <a:latin typeface="+mn-lt"/>
                          <a:ea typeface="Open Sans"/>
                          <a:cs typeface="Open Sans"/>
                        </a:rPr>
                        <a:t>Asset estimated price 2021 : 1-1,2M€ (as is) </a:t>
                      </a:r>
                      <a:endParaRPr lang="en-US"/>
                    </a:p>
                  </a:txBody>
                  <a:tcPr marL="216000" marR="0" marT="0" marB="0">
                    <a:lnL w="19050" cap="flat" cmpd="sng" algn="ctr">
                      <a:solidFill>
                        <a:schemeClr val="accent2"/>
                      </a:solid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240287506"/>
                  </a:ext>
                </a:extLst>
              </a:tr>
              <a:tr h="36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A4A4D"/>
                          </a:solidFill>
                          <a:effectLst/>
                          <a:uLnTx/>
                          <a:uFillTx/>
                          <a:latin typeface="+mn-lt"/>
                          <a:ea typeface="+mn-ea"/>
                          <a:cs typeface="+mn-cs"/>
                        </a:rPr>
                        <a:t>Warning Points</a:t>
                      </a:r>
                      <a:endParaRPr lang="en-US"/>
                    </a:p>
                  </a:txBody>
                  <a:tcPr marL="0" marR="180000" marT="0" marB="0">
                    <a:lnL w="6350" cap="flat" cmpd="sng" algn="ctr">
                      <a:noFill/>
                      <a:prstDash val="solid"/>
                      <a:miter lim="800000"/>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b="1" kern="1200" dirty="0">
                          <a:solidFill>
                            <a:schemeClr val="tx1"/>
                          </a:solidFill>
                          <a:latin typeface="+mn-lt"/>
                          <a:ea typeface="Open Sans"/>
                          <a:cs typeface="Open Sans"/>
                        </a:rPr>
                        <a:t>Site not attractive to employees / Unsafe environment</a:t>
                      </a:r>
                      <a:endParaRPr lang="en-US"/>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b="1" kern="1200" dirty="0">
                          <a:solidFill>
                            <a:schemeClr val="tx1"/>
                          </a:solidFill>
                          <a:latin typeface="+mn-lt"/>
                          <a:ea typeface="Open Sans"/>
                          <a:cs typeface="Open Sans"/>
                        </a:rPr>
                        <a:t>Site not attractive to employees / Unsafe environment</a:t>
                      </a:r>
                      <a:endParaRPr lang="en-US"/>
                    </a:p>
                  </a:txBody>
                  <a:tcPr marL="216000" marR="180000" marT="0" marB="0">
                    <a:lnL w="19050" cap="flat" cmpd="sng" algn="ctr">
                      <a:solidFill>
                        <a:schemeClr val="accent2"/>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1714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b="1" kern="1200" dirty="0">
                          <a:solidFill>
                            <a:schemeClr val="tx1"/>
                          </a:solidFill>
                          <a:latin typeface="+mn-lt"/>
                          <a:ea typeface="Open Sans"/>
                          <a:cs typeface="Open Sans"/>
                        </a:rPr>
                        <a:t>Difficulties expected to sell the asset / probably </a:t>
                      </a:r>
                      <a:endParaRPr lang="en-US"/>
                    </a:p>
                  </a:txBody>
                  <a:tcPr marL="216000" marR="0" marT="0" marB="0">
                    <a:lnL w="19050" cap="flat" cmpd="sng" algn="ctr">
                      <a:solidFill>
                        <a:schemeClr val="accent2"/>
                      </a:solid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430092900"/>
                  </a:ext>
                </a:extLst>
              </a:tr>
            </a:tbl>
          </a:graphicData>
        </a:graphic>
      </p:graphicFrame>
      <p:sp>
        <p:nvSpPr>
          <p:cNvPr id="10" name="Légende : flèche vers la gauche 9">
            <a:extLst>
              <a:ext uri="{FF2B5EF4-FFF2-40B4-BE49-F238E27FC236}">
                <a16:creationId xmlns:a16="http://schemas.microsoft.com/office/drawing/2014/main" id="{A5901BC0-12E2-49A3-ABCD-184FAF40FA15}"/>
              </a:ext>
            </a:extLst>
          </p:cNvPr>
          <p:cNvSpPr/>
          <p:nvPr/>
        </p:nvSpPr>
        <p:spPr>
          <a:xfrm>
            <a:off x="11695289" y="1625599"/>
            <a:ext cx="2302933" cy="969231"/>
          </a:xfrm>
          <a:prstGeom prst="leftArrowCallo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a:solidFill>
                  <a:schemeClr val="tx2"/>
                </a:solidFill>
              </a:rPr>
              <a:t>Financial </a:t>
            </a:r>
            <a:r>
              <a:rPr lang="en-US" sz="1400" noProof="0" dirty="0" err="1">
                <a:solidFill>
                  <a:schemeClr val="tx2"/>
                </a:solidFill>
              </a:rPr>
              <a:t>comparison</a:t>
            </a:r>
            <a:r>
              <a:rPr lang="en-US" sz="1400" noProof="0" dirty="0">
                <a:solidFill>
                  <a:schemeClr val="tx2"/>
                </a:solidFill>
              </a:rPr>
              <a:t> </a:t>
            </a:r>
            <a:endParaRPr lang="en-US"/>
          </a:p>
          <a:p>
            <a:pPr algn="ctr"/>
            <a:r>
              <a:rPr lang="en-US" sz="1400" noProof="0" dirty="0">
                <a:solidFill>
                  <a:schemeClr val="tx2"/>
                </a:solidFill>
              </a:rPr>
              <a:t>of scenarios.</a:t>
            </a:r>
            <a:endParaRPr lang="en-US"/>
          </a:p>
        </p:txBody>
      </p:sp>
      <p:sp>
        <p:nvSpPr>
          <p:cNvPr id="11" name="Légende : flèche vers le bas 10">
            <a:extLst>
              <a:ext uri="{FF2B5EF4-FFF2-40B4-BE49-F238E27FC236}">
                <a16:creationId xmlns:a16="http://schemas.microsoft.com/office/drawing/2014/main" id="{7D8D0CD8-D215-42C9-80A3-C0CB5419A96F}"/>
              </a:ext>
            </a:extLst>
          </p:cNvPr>
          <p:cNvSpPr/>
          <p:nvPr/>
        </p:nvSpPr>
        <p:spPr>
          <a:xfrm>
            <a:off x="6502400" y="-867898"/>
            <a:ext cx="2278591" cy="1206298"/>
          </a:xfrm>
          <a:prstGeom prst="downArrowCallo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a:solidFill>
                  <a:schemeClr val="tx2"/>
                </a:solidFill>
              </a:rPr>
              <a:t>To </a:t>
            </a:r>
            <a:r>
              <a:rPr lang="en-US" sz="1400" noProof="0" dirty="0" err="1">
                <a:solidFill>
                  <a:schemeClr val="tx2"/>
                </a:solidFill>
              </a:rPr>
              <a:t>be</a:t>
            </a:r>
            <a:r>
              <a:rPr lang="en-US" sz="1400" noProof="0" dirty="0">
                <a:solidFill>
                  <a:schemeClr val="tx2"/>
                </a:solidFill>
              </a:rPr>
              <a:t> </a:t>
            </a:r>
            <a:r>
              <a:rPr lang="en-US" sz="1400" noProof="0" dirty="0" err="1">
                <a:solidFill>
                  <a:schemeClr val="tx2"/>
                </a:solidFill>
              </a:rPr>
              <a:t>developped</a:t>
            </a:r>
            <a:r>
              <a:rPr lang="en-US" sz="1400" noProof="0" dirty="0">
                <a:solidFill>
                  <a:schemeClr val="tx2"/>
                </a:solidFill>
              </a:rPr>
              <a:t> </a:t>
            </a:r>
            <a:r>
              <a:rPr lang="en-US" sz="1400" noProof="0" dirty="0" err="1">
                <a:solidFill>
                  <a:schemeClr val="tx2"/>
                </a:solidFill>
              </a:rPr>
              <a:t>during</a:t>
            </a:r>
            <a:r>
              <a:rPr lang="en-US" sz="1400" noProof="0" dirty="0">
                <a:solidFill>
                  <a:schemeClr val="tx2"/>
                </a:solidFill>
              </a:rPr>
              <a:t>/at end of </a:t>
            </a:r>
            <a:r>
              <a:rPr lang="en-US" sz="1400" noProof="0" dirty="0" err="1">
                <a:solidFill>
                  <a:schemeClr val="tx2"/>
                </a:solidFill>
              </a:rPr>
              <a:t>project</a:t>
            </a:r>
            <a:r>
              <a:rPr lang="en-US" sz="1400" noProof="0" dirty="0">
                <a:solidFill>
                  <a:schemeClr val="tx2"/>
                </a:solidFill>
              </a:rPr>
              <a:t>.</a:t>
            </a:r>
            <a:endParaRPr lang="en-US"/>
          </a:p>
        </p:txBody>
      </p:sp>
    </p:spTree>
    <p:custDataLst>
      <p:custData r:id="rId1"/>
      <p:custData r:id="rId2"/>
      <p:tags r:id="rId3"/>
    </p:custDataLst>
    <p:extLst>
      <p:ext uri="{BB962C8B-B14F-4D97-AF65-F5344CB8AC3E}">
        <p14:creationId xmlns:p14="http://schemas.microsoft.com/office/powerpoint/2010/main" val="2892291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F671719-CD70-444B-B969-37693791896A}"/>
              </a:ext>
            </a:extLst>
          </p:cNvPr>
          <p:cNvGraphicFramePr>
            <a:graphicFrameLocks noGrp="1"/>
          </p:cNvGraphicFramePr>
          <p:nvPr>
            <p:extLst>
              <p:ext uri="{D42A27DB-BD31-4B8C-83A1-F6EECF244321}">
                <p14:modId xmlns:p14="http://schemas.microsoft.com/office/powerpoint/2010/main" val="3676689022"/>
              </p:ext>
            </p:extLst>
          </p:nvPr>
        </p:nvGraphicFramePr>
        <p:xfrm>
          <a:off x="1182749" y="4621134"/>
          <a:ext cx="9573828" cy="1348239"/>
        </p:xfrm>
        <a:graphic>
          <a:graphicData uri="http://schemas.openxmlformats.org/drawingml/2006/table">
            <a:tbl>
              <a:tblPr/>
              <a:tblGrid>
                <a:gridCol w="1537784">
                  <a:extLst>
                    <a:ext uri="{9D8B030D-6E8A-4147-A177-3AD203B41FA5}">
                      <a16:colId xmlns:a16="http://schemas.microsoft.com/office/drawing/2014/main" val="1247608395"/>
                    </a:ext>
                  </a:extLst>
                </a:gridCol>
                <a:gridCol w="1646182">
                  <a:extLst>
                    <a:ext uri="{9D8B030D-6E8A-4147-A177-3AD203B41FA5}">
                      <a16:colId xmlns:a16="http://schemas.microsoft.com/office/drawing/2014/main" val="358534208"/>
                    </a:ext>
                  </a:extLst>
                </a:gridCol>
                <a:gridCol w="1555451">
                  <a:extLst>
                    <a:ext uri="{9D8B030D-6E8A-4147-A177-3AD203B41FA5}">
                      <a16:colId xmlns:a16="http://schemas.microsoft.com/office/drawing/2014/main" val="3829294651"/>
                    </a:ext>
                  </a:extLst>
                </a:gridCol>
                <a:gridCol w="1555451">
                  <a:extLst>
                    <a:ext uri="{9D8B030D-6E8A-4147-A177-3AD203B41FA5}">
                      <a16:colId xmlns:a16="http://schemas.microsoft.com/office/drawing/2014/main" val="3757066070"/>
                    </a:ext>
                  </a:extLst>
                </a:gridCol>
                <a:gridCol w="1555451">
                  <a:extLst>
                    <a:ext uri="{9D8B030D-6E8A-4147-A177-3AD203B41FA5}">
                      <a16:colId xmlns:a16="http://schemas.microsoft.com/office/drawing/2014/main" val="4193970464"/>
                    </a:ext>
                  </a:extLst>
                </a:gridCol>
                <a:gridCol w="1723509">
                  <a:extLst>
                    <a:ext uri="{9D8B030D-6E8A-4147-A177-3AD203B41FA5}">
                      <a16:colId xmlns:a16="http://schemas.microsoft.com/office/drawing/2014/main" val="265048726"/>
                    </a:ext>
                  </a:extLst>
                </a:gridCol>
              </a:tblGrid>
              <a:tr h="311759">
                <a:tc>
                  <a:txBody>
                    <a:bodyPr/>
                    <a:lstStyle/>
                    <a:p>
                      <a:pPr algn="l" fontAlgn="ctr"/>
                      <a:r>
                        <a:rPr lang="en-US" sz="1050" b="1" i="0" u="none" strike="noStrike" kern="1200" dirty="0">
                          <a:solidFill>
                            <a:schemeClr val="tx1"/>
                          </a:solidFill>
                          <a:effectLst/>
                          <a:latin typeface="Calibri" panose="020F0502020204030204" pitchFamily="34" charset="0"/>
                          <a:ea typeface="+mn-ea"/>
                          <a:cs typeface="Calibri" panose="020F0502020204030204" pitchFamily="34" charset="0"/>
                        </a:rPr>
                        <a:t>  </a:t>
                      </a:r>
                      <a:r>
                        <a:rPr lang="en-US" sz="1050" b="1" i="0" u="sng" strike="noStrike" kern="1200" dirty="0">
                          <a:solidFill>
                            <a:schemeClr val="tx1"/>
                          </a:solidFill>
                          <a:effectLst/>
                          <a:latin typeface="Calibri" panose="020F0502020204030204" pitchFamily="34" charset="0"/>
                          <a:ea typeface="+mn-ea"/>
                          <a:cs typeface="Calibri" panose="020F0502020204030204" pitchFamily="34" charset="0"/>
                        </a:rPr>
                        <a:t>5-Year Analysis</a:t>
                      </a:r>
                      <a:endParaRPr lang="en-US"/>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4F6"/>
                    </a:solidFill>
                  </a:tcPr>
                </a:tc>
                <a:tc>
                  <a:txBody>
                    <a:bodyPr/>
                    <a:lstStyle/>
                    <a:p>
                      <a:pPr algn="ctr" rtl="0" fontAlgn="ctr"/>
                      <a:endParaRPr lang="en-US" sz="1050" b="1" i="0" u="none" strike="noStrike" dirty="0">
                        <a:solidFill>
                          <a:srgbClr val="FFFFFF"/>
                        </a:solidFill>
                        <a:effectLst/>
                        <a:latin typeface="Calibri" panose="020F0502020204030204" pitchFamily="34" charset="0"/>
                        <a:cs typeface="Calibri" panose="020F0502020204030204" pitchFamily="34" charset="0"/>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rtl="0" fontAlgn="ctr"/>
                      <a:endParaRPr lang="en-US" sz="1050" b="1" i="0" u="none" strike="noStrike" dirty="0">
                        <a:solidFill>
                          <a:srgbClr val="FFFFFF"/>
                        </a:solidFill>
                        <a:effectLst/>
                        <a:latin typeface="Calibri" panose="020F0502020204030204" pitchFamily="34" charset="0"/>
                        <a:cs typeface="Calibri" panose="020F0502020204030204" pitchFamily="34" charset="0"/>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rtl="0" fontAlgn="ctr"/>
                      <a:endParaRPr lang="en-US" sz="1050" b="1" i="0" u="none" strike="noStrike" dirty="0">
                        <a:solidFill>
                          <a:srgbClr val="FFFFFF"/>
                        </a:solidFill>
                        <a:effectLst/>
                        <a:latin typeface="Calibri" panose="020F0502020204030204" pitchFamily="34" charset="0"/>
                        <a:cs typeface="Calibri" panose="020F0502020204030204" pitchFamily="34" charset="0"/>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rtl="0" fontAlgn="ctr"/>
                      <a:endParaRPr lang="en-US" sz="1050" b="1" i="0" u="none" strike="noStrike" dirty="0">
                        <a:solidFill>
                          <a:srgbClr val="FFFFFF"/>
                        </a:solidFill>
                        <a:effectLst/>
                        <a:latin typeface="Calibri" panose="020F0502020204030204" pitchFamily="34" charset="0"/>
                        <a:cs typeface="Calibri" panose="020F0502020204030204" pitchFamily="34" charset="0"/>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5408F"/>
                    </a:solidFill>
                  </a:tcPr>
                </a:tc>
                <a:tc>
                  <a:txBody>
                    <a:bodyPr/>
                    <a:lstStyle/>
                    <a:p>
                      <a:pPr algn="ctr" rtl="0" fontAlgn="ctr"/>
                      <a:endParaRPr lang="en-US" sz="1050" b="1" i="0" u="none" strike="noStrike" dirty="0">
                        <a:solidFill>
                          <a:srgbClr val="FFFFFF"/>
                        </a:solidFill>
                        <a:effectLst/>
                        <a:latin typeface="Calibri" panose="020F0502020204030204" pitchFamily="34" charset="0"/>
                        <a:cs typeface="Calibri" panose="020F0502020204030204" pitchFamily="34" charset="0"/>
                      </a:endParaRPr>
                    </a:p>
                  </a:txBody>
                  <a:tcPr marL="7620" marR="7620" marT="762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25408F"/>
                    </a:solidFill>
                  </a:tcPr>
                </a:tc>
                <a:extLst>
                  <a:ext uri="{0D108BD9-81ED-4DB2-BD59-A6C34878D82A}">
                    <a16:rowId xmlns:a16="http://schemas.microsoft.com/office/drawing/2014/main" val="2696022078"/>
                  </a:ext>
                </a:extLst>
              </a:tr>
              <a:tr h="207296">
                <a:tc>
                  <a:txBody>
                    <a:bodyPr/>
                    <a:lstStyle/>
                    <a:p>
                      <a:pPr algn="l" rtl="0" fontAlgn="ctr"/>
                      <a:r>
                        <a:rPr lang="en-US" sz="1050" b="1" i="0" u="none" strike="noStrike" dirty="0">
                          <a:solidFill>
                            <a:schemeClr val="tx1"/>
                          </a:solidFill>
                          <a:effectLst/>
                          <a:latin typeface="Calibri" panose="020F0502020204030204" pitchFamily="34" charset="0"/>
                          <a:cs typeface="Calibri" panose="020F0502020204030204" pitchFamily="34" charset="0"/>
                        </a:rPr>
                        <a:t> Area (Tsubo / SQM)</a:t>
                      </a:r>
                      <a:endParaRPr lang="en-US"/>
                    </a:p>
                  </a:txBody>
                  <a:tcPr marL="7620" marR="7620" marT="7620" marB="0" anchor="ctr">
                    <a:lnL w="6350" cap="flat" cmpd="sng" algn="ctr">
                      <a:noFill/>
                      <a:prstDash val="solid"/>
                      <a:round/>
                      <a:headEnd type="none" w="med" len="med"/>
                      <a:tailEnd type="none" w="med" len="med"/>
                    </a:lnL>
                    <a:lnR w="3175"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4F6"/>
                    </a:solidFill>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125.48 / 414.28</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125.48 / 414.28</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10 – seats</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15 – seats</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21 – seats</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7804105"/>
                  </a:ext>
                </a:extLst>
              </a:tr>
              <a:tr h="207296">
                <a:tc>
                  <a:txBody>
                    <a:bodyPr/>
                    <a:lstStyle/>
                    <a:p>
                      <a:pPr algn="l" rtl="0" fontAlgn="ctr"/>
                      <a:r>
                        <a:rPr lang="en-US" sz="1050" b="1" i="0" u="none" strike="noStrike" dirty="0">
                          <a:solidFill>
                            <a:schemeClr val="tx1"/>
                          </a:solidFill>
                          <a:effectLst/>
                          <a:latin typeface="Calibri" panose="020F0502020204030204" pitchFamily="34" charset="0"/>
                          <a:cs typeface="Calibri" panose="020F0502020204030204" pitchFamily="34" charset="0"/>
                        </a:rPr>
                        <a:t> Rent (JPY/Tsubo)</a:t>
                      </a:r>
                      <a:endParaRPr lang="en-US"/>
                    </a:p>
                  </a:txBody>
                  <a:tcPr marL="7620" marR="7620" marT="7620" marB="0" anchor="ctr">
                    <a:lnL w="6350" cap="flat" cmpd="sng" algn="ctr">
                      <a:noFill/>
                      <a:prstDash val="solid"/>
                      <a:round/>
                      <a:headEnd type="none" w="med" len="med"/>
                      <a:tailEnd type="none" w="med" len="med"/>
                    </a:lnL>
                    <a:lnR w="3175"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4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4B4B4B"/>
                          </a:solidFill>
                          <a:effectLst/>
                          <a:latin typeface="Calibri" panose="020F0502020204030204" pitchFamily="34" charset="0"/>
                          <a:cs typeface="Calibri" panose="020F0502020204030204" pitchFamily="34" charset="0"/>
                        </a:rPr>
                        <a:t>JPY 32,000</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4B4B4B"/>
                          </a:solidFill>
                          <a:effectLst/>
                          <a:latin typeface="Calibri" panose="020F0502020204030204" pitchFamily="34" charset="0"/>
                          <a:cs typeface="Calibri" panose="020F0502020204030204" pitchFamily="34" charset="0"/>
                        </a:rPr>
                        <a:t>JPY 30,000</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4B4B4B"/>
                          </a:solidFill>
                          <a:effectLst/>
                          <a:latin typeface="Calibri" panose="020F0502020204030204" pitchFamily="34" charset="0"/>
                          <a:cs typeface="Calibri" panose="020F0502020204030204" pitchFamily="34" charset="0"/>
                        </a:rPr>
                        <a:t>JPY 105,000/seat</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4B4B4B"/>
                          </a:solidFill>
                          <a:effectLst/>
                          <a:latin typeface="Calibri" panose="020F0502020204030204" pitchFamily="34" charset="0"/>
                          <a:cs typeface="Calibri" panose="020F0502020204030204" pitchFamily="34" charset="0"/>
                        </a:rPr>
                        <a:t>JPY 105,000/seat</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4B4B4B"/>
                          </a:solidFill>
                          <a:effectLst/>
                          <a:latin typeface="Calibri" panose="020F0502020204030204" pitchFamily="34" charset="0"/>
                          <a:cs typeface="Calibri" panose="020F0502020204030204" pitchFamily="34" charset="0"/>
                        </a:rPr>
                        <a:t>JPY 105,000/seat</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2386106"/>
                  </a:ext>
                </a:extLst>
              </a:tr>
              <a:tr h="207296">
                <a:tc>
                  <a:txBody>
                    <a:bodyPr/>
                    <a:lstStyle/>
                    <a:p>
                      <a:pPr algn="l" rtl="0" fontAlgn="ctr"/>
                      <a:r>
                        <a:rPr lang="en-US" sz="1050" b="1" i="0" u="none" strike="noStrike" dirty="0">
                          <a:solidFill>
                            <a:schemeClr val="tx1"/>
                          </a:solidFill>
                          <a:effectLst/>
                          <a:latin typeface="Calibri" panose="020F0502020204030204" pitchFamily="34" charset="0"/>
                          <a:cs typeface="Calibri" panose="020F0502020204030204" pitchFamily="34" charset="0"/>
                        </a:rPr>
                        <a:t> Free Rent</a:t>
                      </a:r>
                      <a:endParaRPr lang="en-US"/>
                    </a:p>
                  </a:txBody>
                  <a:tcPr marL="7620" marR="7620" marT="7620" marB="0" anchor="ctr">
                    <a:lnL w="6350" cap="flat" cmpd="sng" algn="ctr">
                      <a:noFill/>
                      <a:prstDash val="solid"/>
                      <a:round/>
                      <a:headEnd type="none" w="med" len="med"/>
                      <a:tailEnd type="none" w="med" len="med"/>
                    </a:lnL>
                    <a:lnR w="3175"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4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4B4B4B"/>
                          </a:solidFill>
                          <a:effectLst/>
                          <a:latin typeface="Calibri" panose="020F0502020204030204" pitchFamily="34" charset="0"/>
                          <a:cs typeface="Calibri" panose="020F0502020204030204" pitchFamily="34" charset="0"/>
                        </a:rPr>
                        <a:t>0 months</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B4B4B"/>
                          </a:solidFill>
                          <a:effectLst/>
                          <a:uLnTx/>
                          <a:uFillTx/>
                          <a:latin typeface="Calibri" panose="020F0502020204030204" pitchFamily="34" charset="0"/>
                          <a:ea typeface="+mn-ea"/>
                          <a:cs typeface="Calibri" panose="020F0502020204030204" pitchFamily="34" charset="0"/>
                        </a:rPr>
                        <a:t>0 months</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B4B4B"/>
                          </a:solidFill>
                          <a:effectLst/>
                          <a:uLnTx/>
                          <a:uFillTx/>
                          <a:latin typeface="Calibri" panose="020F0502020204030204" pitchFamily="34" charset="0"/>
                          <a:ea typeface="+mn-ea"/>
                          <a:cs typeface="Calibri" panose="020F0502020204030204" pitchFamily="34" charset="0"/>
                        </a:rPr>
                        <a:t>2 months</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B4B4B"/>
                          </a:solidFill>
                          <a:effectLst/>
                          <a:uLnTx/>
                          <a:uFillTx/>
                          <a:latin typeface="Calibri" panose="020F0502020204030204" pitchFamily="34" charset="0"/>
                          <a:ea typeface="+mn-ea"/>
                          <a:cs typeface="Calibri" panose="020F0502020204030204" pitchFamily="34" charset="0"/>
                        </a:rPr>
                        <a:t>2 months</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B4B4B"/>
                          </a:solidFill>
                          <a:effectLst/>
                          <a:uLnTx/>
                          <a:uFillTx/>
                          <a:latin typeface="Calibri" panose="020F0502020204030204" pitchFamily="34" charset="0"/>
                          <a:ea typeface="+mn-ea"/>
                          <a:cs typeface="Calibri" panose="020F0502020204030204" pitchFamily="34" charset="0"/>
                        </a:rPr>
                        <a:t>2 months</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7734345"/>
                  </a:ext>
                </a:extLst>
              </a:tr>
              <a:tr h="207296">
                <a:tc>
                  <a:txBody>
                    <a:bodyPr/>
                    <a:lstStyle/>
                    <a:p>
                      <a:pPr algn="l" rtl="0" fontAlgn="ctr"/>
                      <a:r>
                        <a:rPr lang="en-US" sz="1050" b="1" i="0" u="none" strike="noStrike" dirty="0">
                          <a:solidFill>
                            <a:schemeClr val="tx1"/>
                          </a:solidFill>
                          <a:effectLst/>
                          <a:latin typeface="Calibri" panose="020F0502020204030204" pitchFamily="34" charset="0"/>
                          <a:cs typeface="Calibri" panose="020F0502020204030204" pitchFamily="34" charset="0"/>
                        </a:rPr>
                        <a:t> Cost Change*</a:t>
                      </a:r>
                      <a:endParaRPr lang="en-US"/>
                    </a:p>
                  </a:txBody>
                  <a:tcPr marL="7620" marR="7620" marT="7620" marB="0" anchor="ctr">
                    <a:lnL w="6350" cap="flat" cmpd="sng" algn="ctr">
                      <a:noFill/>
                      <a:prstDash val="solid"/>
                      <a:round/>
                      <a:headEnd type="none" w="med" len="med"/>
                      <a:tailEnd type="none" w="med" len="med"/>
                    </a:lnL>
                    <a:lnR w="3175"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4F6"/>
                    </a:solidFill>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0.0%</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-6.0%</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-64.4%</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-51.7%</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50" b="0" i="0" u="none" strike="noStrike" dirty="0">
                          <a:solidFill>
                            <a:srgbClr val="4B4B4B"/>
                          </a:solidFill>
                          <a:effectLst/>
                          <a:latin typeface="Calibri" panose="020F0502020204030204" pitchFamily="34" charset="0"/>
                          <a:cs typeface="Calibri" panose="020F0502020204030204" pitchFamily="34" charset="0"/>
                        </a:rPr>
                        <a:t>-39.1%</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9346299"/>
                  </a:ext>
                </a:extLst>
              </a:tr>
              <a:tr h="207296">
                <a:tc>
                  <a:txBody>
                    <a:bodyPr/>
                    <a:lstStyle/>
                    <a:p>
                      <a:pPr algn="l" rtl="0" fontAlgn="ctr"/>
                      <a:r>
                        <a:rPr lang="en-US" sz="1050" b="1" i="0" u="none" strike="noStrike" dirty="0">
                          <a:solidFill>
                            <a:schemeClr val="tx1"/>
                          </a:solidFill>
                          <a:effectLst/>
                          <a:latin typeface="Calibri" panose="020F0502020204030204" pitchFamily="34" charset="0"/>
                          <a:cs typeface="Calibri" panose="020F0502020204030204" pitchFamily="34" charset="0"/>
                        </a:rPr>
                        <a:t> TOTAL 5-Year - Euro</a:t>
                      </a:r>
                      <a:endParaRPr lang="en-US"/>
                    </a:p>
                  </a:txBody>
                  <a:tcPr marL="7620" marR="7620" marT="7620" marB="0" anchor="ctr">
                    <a:lnL w="6350" cap="flat" cmpd="sng" algn="ctr">
                      <a:noFill/>
                      <a:prstDash val="solid"/>
                      <a:round/>
                      <a:headEnd type="none" w="med" len="med"/>
                      <a:tailEnd type="none" w="med" len="med"/>
                    </a:lnL>
                    <a:lnR w="3175"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EE4F6"/>
                    </a:solidFill>
                  </a:tcPr>
                </a:tc>
                <a:tc>
                  <a:txBody>
                    <a:bodyPr/>
                    <a:lstStyle/>
                    <a:p>
                      <a:pPr algn="ctr" fontAlgn="ctr"/>
                      <a:r>
                        <a:rPr lang="en-US" sz="1050" b="0" i="0" u="none" strike="noStrike" kern="1200" dirty="0">
                          <a:solidFill>
                            <a:srgbClr val="4B4B4B"/>
                          </a:solidFill>
                          <a:effectLst/>
                          <a:latin typeface="Calibri" panose="020F0502020204030204" pitchFamily="34" charset="0"/>
                          <a:ea typeface="+mn-ea"/>
                          <a:cs typeface="Calibri" panose="020F0502020204030204" pitchFamily="34" charset="0"/>
                        </a:rPr>
                        <a:t>€</a:t>
                      </a:r>
                      <a:r>
                        <a:rPr lang="en-US" sz="1050" b="0" i="0" u="none" strike="noStrike" dirty="0">
                          <a:solidFill>
                            <a:srgbClr val="4B4B4B"/>
                          </a:solidFill>
                          <a:effectLst/>
                          <a:latin typeface="Calibri" panose="020F0502020204030204" pitchFamily="34" charset="0"/>
                          <a:cs typeface="Calibri" panose="020F0502020204030204" pitchFamily="34" charset="0"/>
                        </a:rPr>
                        <a:t> 1,750,173</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B4B4B"/>
                          </a:solidFill>
                          <a:effectLst/>
                          <a:uLnTx/>
                          <a:uFillTx/>
                          <a:latin typeface="Calibri" panose="020F0502020204030204" pitchFamily="34" charset="0"/>
                          <a:ea typeface="+mn-ea"/>
                          <a:cs typeface="Calibri" panose="020F0502020204030204" pitchFamily="34" charset="0"/>
                        </a:rPr>
                        <a:t>€ 1,645,424</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B4B4B"/>
                          </a:solidFill>
                          <a:effectLst/>
                          <a:uLnTx/>
                          <a:uFillTx/>
                          <a:latin typeface="Calibri" panose="020F0502020204030204" pitchFamily="34" charset="0"/>
                          <a:ea typeface="+mn-ea"/>
                          <a:cs typeface="Calibri" panose="020F0502020204030204" pitchFamily="34" charset="0"/>
                        </a:rPr>
                        <a:t>€ 623,884</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B4B4B"/>
                          </a:solidFill>
                          <a:effectLst/>
                          <a:uLnTx/>
                          <a:uFillTx/>
                          <a:latin typeface="Calibri" panose="020F0502020204030204" pitchFamily="34" charset="0"/>
                          <a:ea typeface="+mn-ea"/>
                          <a:cs typeface="Calibri" panose="020F0502020204030204" pitchFamily="34" charset="0"/>
                        </a:rPr>
                        <a:t>€ 844,898</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B4B4B"/>
                          </a:solidFill>
                          <a:effectLst/>
                          <a:uLnTx/>
                          <a:uFillTx/>
                          <a:latin typeface="Calibri" panose="020F0502020204030204" pitchFamily="34" charset="0"/>
                          <a:ea typeface="+mn-ea"/>
                          <a:cs typeface="Calibri" panose="020F0502020204030204" pitchFamily="34" charset="0"/>
                        </a:rPr>
                        <a:t>€ 1,065,913</a:t>
                      </a:r>
                      <a:endParaRPr lang="en-US"/>
                    </a:p>
                  </a:txBody>
                  <a:tcPr marL="7620" marR="7620" marT="7620" marB="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63493467"/>
                  </a:ext>
                </a:extLst>
              </a:tr>
            </a:tbl>
          </a:graphicData>
        </a:graphic>
      </p:graphicFrame>
      <p:sp>
        <p:nvSpPr>
          <p:cNvPr id="6" name="TextBox 5">
            <a:extLst>
              <a:ext uri="{FF2B5EF4-FFF2-40B4-BE49-F238E27FC236}">
                <a16:creationId xmlns:a16="http://schemas.microsoft.com/office/drawing/2014/main" id="{02538661-1FED-48DB-B273-30F8BB9DA1C7}"/>
              </a:ext>
            </a:extLst>
          </p:cNvPr>
          <p:cNvSpPr txBox="1"/>
          <p:nvPr/>
        </p:nvSpPr>
        <p:spPr>
          <a:xfrm>
            <a:off x="1101469" y="6080254"/>
            <a:ext cx="2431756" cy="461665"/>
          </a:xfrm>
          <a:prstGeom prst="rect">
            <a:avLst/>
          </a:prstGeom>
          <a:noFill/>
        </p:spPr>
        <p:txBody>
          <a:bodyPr wrap="none" lIns="0" tIns="0" rIns="0" bIns="0" rtlCol="0">
            <a:spAutoFit/>
          </a:bodyPr>
          <a:lstStyle/>
          <a:p>
            <a:r>
              <a:rPr lang="en-US" sz="1000" i="1" dirty="0"/>
              <a:t>Serviced seats cost JPY 105,000/Seat/Month</a:t>
            </a:r>
            <a:endParaRPr lang="en-US"/>
          </a:p>
          <a:p>
            <a:r>
              <a:rPr lang="en-US" sz="1000" i="1" dirty="0"/>
              <a:t>Euro/JPY Exchange = 138</a:t>
            </a:r>
            <a:endParaRPr lang="en-US"/>
          </a:p>
          <a:p>
            <a:pPr marL="171450" indent="-171450">
              <a:buFontTx/>
              <a:buChar char="-"/>
            </a:pPr>
            <a:endParaRPr lang="en-US" sz="1000" i="1" dirty="0"/>
          </a:p>
        </p:txBody>
      </p:sp>
      <p:sp>
        <p:nvSpPr>
          <p:cNvPr id="9" name="Slide Number Placeholder 7">
            <a:extLst>
              <a:ext uri="{FF2B5EF4-FFF2-40B4-BE49-F238E27FC236}">
                <a16:creationId xmlns:a16="http://schemas.microsoft.com/office/drawing/2014/main" id="{86D09061-5143-4A2D-970B-FCFF11E8BB1B}"/>
              </a:ext>
            </a:extLst>
          </p:cNvPr>
          <p:cNvSpPr txBox="1">
            <a:spLocks/>
          </p:cNvSpPr>
          <p:nvPr/>
        </p:nvSpPr>
        <p:spPr>
          <a:xfrm>
            <a:off x="10993580" y="248400"/>
            <a:ext cx="374400" cy="180000"/>
          </a:xfrm>
          <a:prstGeom prst="rect">
            <a:avLst/>
          </a:prstGeom>
        </p:spPr>
        <p:txBody>
          <a:bodyPr vert="horz" lIns="0" tIns="0" rIns="0" bIns="0" rtlCol="0" anchor="ctr"/>
          <a:lstStyle>
            <a:defPPr>
              <a:defRPr lang="en-US"/>
            </a:defPPr>
            <a:lvl1pPr algn="r">
              <a:defRPr sz="1050" b="1"/>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9</a:t>
            </a:fld>
            <a:endParaRPr lang="en-US" dirty="0"/>
          </a:p>
        </p:txBody>
      </p:sp>
      <p:graphicFrame>
        <p:nvGraphicFramePr>
          <p:cNvPr id="8" name="Chart 7">
            <a:extLst>
              <a:ext uri="{FF2B5EF4-FFF2-40B4-BE49-F238E27FC236}">
                <a16:creationId xmlns:a16="http://schemas.microsoft.com/office/drawing/2014/main" id="{4A14C6CB-3491-40E0-88BA-E4D89894EE91}"/>
              </a:ext>
            </a:extLst>
          </p:cNvPr>
          <p:cNvGraphicFramePr>
            <a:graphicFrameLocks/>
          </p:cNvGraphicFramePr>
          <p:nvPr>
            <p:extLst>
              <p:ext uri="{D42A27DB-BD31-4B8C-83A1-F6EECF244321}">
                <p14:modId xmlns:p14="http://schemas.microsoft.com/office/powerpoint/2010/main" val="4285312242"/>
              </p:ext>
            </p:extLst>
          </p:nvPr>
        </p:nvGraphicFramePr>
        <p:xfrm>
          <a:off x="1858297" y="1441216"/>
          <a:ext cx="8817000" cy="3568577"/>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 Placeholder 14">
            <a:extLst>
              <a:ext uri="{FF2B5EF4-FFF2-40B4-BE49-F238E27FC236}">
                <a16:creationId xmlns:a16="http://schemas.microsoft.com/office/drawing/2014/main" id="{BD599F1D-7210-F499-0189-989AFC02C528}"/>
              </a:ext>
            </a:extLst>
          </p:cNvPr>
          <p:cNvSpPr>
            <a:spLocks noGrp="1"/>
          </p:cNvSpPr>
          <p:nvPr>
            <p:ph type="body" sz="quarter" idx="14"/>
          </p:nvPr>
        </p:nvSpPr>
        <p:spPr/>
        <p:txBody>
          <a:bodyPr/>
          <a:lstStyle/>
          <a:p>
            <a:endParaRPr lang="en-US"/>
          </a:p>
        </p:txBody>
      </p:sp>
      <p:sp>
        <p:nvSpPr>
          <p:cNvPr id="13" name="Légende : flèche vers la gauche 12">
            <a:extLst>
              <a:ext uri="{FF2B5EF4-FFF2-40B4-BE49-F238E27FC236}">
                <a16:creationId xmlns:a16="http://schemas.microsoft.com/office/drawing/2014/main" id="{5992504C-B478-4DE4-98C5-FBDB5860E73D}"/>
              </a:ext>
            </a:extLst>
          </p:cNvPr>
          <p:cNvSpPr/>
          <p:nvPr/>
        </p:nvSpPr>
        <p:spPr>
          <a:xfrm>
            <a:off x="11776309" y="1824775"/>
            <a:ext cx="2360645" cy="1489815"/>
          </a:xfrm>
          <a:prstGeom prst="leftArrowCallout">
            <a:avLst>
              <a:gd name="adj1" fmla="val 13360"/>
              <a:gd name="adj2" fmla="val 14815"/>
              <a:gd name="adj3" fmla="val 19180"/>
              <a:gd name="adj4" fmla="val 7604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a:solidFill>
                  <a:schemeClr val="tx2"/>
                </a:solidFill>
              </a:rPr>
              <a:t>Not </a:t>
            </a:r>
            <a:r>
              <a:rPr lang="en-US" sz="1400" noProof="0" dirty="0" err="1">
                <a:solidFill>
                  <a:schemeClr val="tx2"/>
                </a:solidFill>
              </a:rPr>
              <a:t>mandatory</a:t>
            </a:r>
            <a:r>
              <a:rPr lang="en-US" sz="1400" noProof="0" dirty="0">
                <a:solidFill>
                  <a:schemeClr val="tx2"/>
                </a:solidFill>
              </a:rPr>
              <a:t> at stage of </a:t>
            </a:r>
            <a:r>
              <a:rPr lang="en-US" sz="1400" noProof="0" dirty="0" err="1">
                <a:solidFill>
                  <a:schemeClr val="tx2"/>
                </a:solidFill>
              </a:rPr>
              <a:t>preliminary</a:t>
            </a:r>
            <a:r>
              <a:rPr lang="en-US" sz="1400" noProof="0" dirty="0">
                <a:solidFill>
                  <a:schemeClr val="tx2"/>
                </a:solidFill>
              </a:rPr>
              <a:t> </a:t>
            </a:r>
            <a:r>
              <a:rPr lang="en-US" sz="1400" noProof="0" dirty="0" err="1">
                <a:solidFill>
                  <a:schemeClr val="tx2"/>
                </a:solidFill>
              </a:rPr>
              <a:t>analysis</a:t>
            </a:r>
            <a:r>
              <a:rPr lang="en-US" sz="1400" noProof="0" dirty="0">
                <a:solidFill>
                  <a:schemeClr val="tx2"/>
                </a:solidFill>
              </a:rPr>
              <a:t>, but </a:t>
            </a:r>
            <a:r>
              <a:rPr lang="en-US" sz="1400" noProof="0" dirty="0" err="1">
                <a:solidFill>
                  <a:schemeClr val="tx2"/>
                </a:solidFill>
              </a:rPr>
              <a:t>even</a:t>
            </a:r>
            <a:r>
              <a:rPr lang="en-US" sz="1400" noProof="0" dirty="0">
                <a:solidFill>
                  <a:schemeClr val="tx2"/>
                </a:solidFill>
              </a:rPr>
              <a:t> </a:t>
            </a:r>
            <a:r>
              <a:rPr lang="en-US" sz="1400" noProof="0" dirty="0" err="1">
                <a:solidFill>
                  <a:schemeClr val="tx2"/>
                </a:solidFill>
              </a:rPr>
              <a:t>better</a:t>
            </a:r>
            <a:r>
              <a:rPr lang="en-US" sz="1400" noProof="0" dirty="0">
                <a:solidFill>
                  <a:schemeClr val="tx2"/>
                </a:solidFill>
              </a:rPr>
              <a:t> if possible.</a:t>
            </a:r>
            <a:endParaRPr lang="en-US"/>
          </a:p>
          <a:p>
            <a:pPr algn="ctr"/>
            <a:r>
              <a:rPr lang="en-US" sz="1400" dirty="0">
                <a:solidFill>
                  <a:schemeClr val="tx2"/>
                </a:solidFill>
              </a:rPr>
              <a:t>Use local </a:t>
            </a:r>
            <a:r>
              <a:rPr lang="en-US" sz="1400" dirty="0" err="1">
                <a:solidFill>
                  <a:schemeClr val="tx2"/>
                </a:solidFill>
              </a:rPr>
              <a:t>template</a:t>
            </a:r>
            <a:r>
              <a:rPr lang="en-US" sz="1400" dirty="0">
                <a:solidFill>
                  <a:schemeClr val="tx2"/>
                </a:solidFill>
              </a:rPr>
              <a:t>.</a:t>
            </a:r>
            <a:endParaRPr lang="en-US" sz="1400" noProof="0" dirty="0">
              <a:solidFill>
                <a:schemeClr val="tx2"/>
              </a:solidFill>
            </a:endParaRPr>
          </a:p>
        </p:txBody>
      </p:sp>
      <p:sp>
        <p:nvSpPr>
          <p:cNvPr id="17" name="Text Placeholder 16">
            <a:extLst>
              <a:ext uri="{FF2B5EF4-FFF2-40B4-BE49-F238E27FC236}">
                <a16:creationId xmlns:a16="http://schemas.microsoft.com/office/drawing/2014/main" id="{9955C927-57C1-5101-BC2B-623DF8951682}"/>
              </a:ext>
            </a:extLst>
          </p:cNvPr>
          <p:cNvSpPr>
            <a:spLocks noGrp="1"/>
          </p:cNvSpPr>
          <p:nvPr>
            <p:ph type="body" sz="quarter" idx="13"/>
          </p:nvPr>
        </p:nvSpPr>
        <p:spPr/>
        <p:txBody>
          <a:bodyPr/>
          <a:lstStyle/>
          <a:p>
            <a:r>
              <a:rPr lang="en-US" dirty="0"/>
              <a:t>PRELIMINARY FINANCIAL ANALYSIS</a:t>
            </a:r>
            <a:endParaRPr lang="en-US"/>
          </a:p>
          <a:p>
            <a:endParaRPr lang="en-US" dirty="0"/>
          </a:p>
        </p:txBody>
      </p:sp>
      <p:sp>
        <p:nvSpPr>
          <p:cNvPr id="20" name="Title 11">
            <a:extLst>
              <a:ext uri="{FF2B5EF4-FFF2-40B4-BE49-F238E27FC236}">
                <a16:creationId xmlns:a16="http://schemas.microsoft.com/office/drawing/2014/main" id="{35F8521A-38A5-119B-4F4B-BC976B0C5F5D}"/>
              </a:ext>
            </a:extLst>
          </p:cNvPr>
          <p:cNvSpPr>
            <a:spLocks noGrp="1"/>
          </p:cNvSpPr>
          <p:nvPr>
            <p:ph type="title"/>
          </p:nvPr>
        </p:nvSpPr>
        <p:spPr>
          <a:xfrm>
            <a:off x="648000" y="1062000"/>
            <a:ext cx="10893600" cy="835200"/>
          </a:xfrm>
        </p:spPr>
        <p:txBody>
          <a:bodyPr/>
          <a:lstStyle/>
          <a:p>
            <a:r>
              <a:rPr lang="en-US" dirty="0"/>
              <a:t>Rent and Vacancy Trends</a:t>
            </a:r>
            <a:endParaRPr lang="en-US"/>
          </a:p>
        </p:txBody>
      </p:sp>
    </p:spTree>
    <p:custDataLst>
      <p:custData r:id="rId1"/>
      <p:custData r:id="rId2"/>
    </p:custDataLst>
    <p:extLst>
      <p:ext uri="{BB962C8B-B14F-4D97-AF65-F5344CB8AC3E}">
        <p14:creationId xmlns:p14="http://schemas.microsoft.com/office/powerpoint/2010/main" val="4228044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6160E02-6CA7-4541-A0AB-260A4009915A}"/>
              </a:ext>
            </a:extLst>
          </p:cNvPr>
          <p:cNvSpPr>
            <a:spLocks noGrp="1"/>
          </p:cNvSpPr>
          <p:nvPr>
            <p:ph type="body" sz="quarter" idx="13"/>
          </p:nvPr>
        </p:nvSpPr>
        <p:spPr/>
        <p:txBody>
          <a:bodyPr vert="horz" lIns="0" tIns="0" rIns="0" bIns="0" rtlCol="0">
            <a:noAutofit/>
          </a:bodyPr>
          <a:lstStyle/>
          <a:p>
            <a:r>
              <a:rPr lang="en-US" dirty="0"/>
              <a:t>STRATEGY NOTES / DISCUSSION</a:t>
            </a:r>
            <a:endParaRPr lang="en-US"/>
          </a:p>
        </p:txBody>
      </p:sp>
      <p:sp>
        <p:nvSpPr>
          <p:cNvPr id="4" name="Espace réservé du contenu 3">
            <a:extLst>
              <a:ext uri="{FF2B5EF4-FFF2-40B4-BE49-F238E27FC236}">
                <a16:creationId xmlns:a16="http://schemas.microsoft.com/office/drawing/2014/main" id="{47B2FB9B-3584-4CBC-89EF-A342937B49A7}"/>
              </a:ext>
            </a:extLst>
          </p:cNvPr>
          <p:cNvSpPr>
            <a:spLocks noGrp="1"/>
          </p:cNvSpPr>
          <p:nvPr>
            <p:ph idx="1"/>
          </p:nvPr>
        </p:nvSpPr>
        <p:spPr>
          <a:xfrm>
            <a:off x="648000" y="1971852"/>
            <a:ext cx="5363350" cy="4238448"/>
          </a:xfrm>
        </p:spPr>
        <p:txBody>
          <a:bodyPr/>
          <a:lstStyle/>
          <a:p>
            <a:pPr marL="285750" indent="-285750" defTabSz="493445">
              <a:lnSpc>
                <a:spcPct val="150000"/>
              </a:lnSpc>
              <a:spcAft>
                <a:spcPts val="600"/>
              </a:spcAft>
              <a:buFont typeface="Arial" panose="020B0604020202020204" pitchFamily="34" charset="0"/>
              <a:buChar char="•"/>
              <a:defRPr/>
            </a:pPr>
            <a:r>
              <a:rPr lang="en-US" sz="1200" dirty="0" err="1">
                <a:ea typeface="Open Sans" charset="0"/>
                <a:cs typeface="Open Sans" charset="0"/>
              </a:rPr>
              <a:t>Idemia</a:t>
            </a:r>
            <a:r>
              <a:rPr lang="en-US" sz="1200" dirty="0">
                <a:ea typeface="Open Sans" charset="0"/>
                <a:cs typeface="Open Sans" charset="0"/>
              </a:rPr>
              <a:t> is currently </a:t>
            </a:r>
            <a:r>
              <a:rPr lang="en-US" sz="1200" b="1" dirty="0">
                <a:ea typeface="Open Sans" charset="0"/>
                <a:cs typeface="Open Sans" charset="0"/>
              </a:rPr>
              <a:t>over-rented</a:t>
            </a:r>
            <a:r>
              <a:rPr lang="en-US" sz="1200" dirty="0">
                <a:ea typeface="Open Sans" charset="0"/>
                <a:cs typeface="Open Sans" charset="0"/>
              </a:rPr>
              <a:t> in the building (32,000/Tsubo/Month vs. 28K-30K for new tenants)</a:t>
            </a:r>
            <a:endParaRPr lang="en-US"/>
          </a:p>
          <a:p>
            <a:pPr marL="285750" indent="-285750" defTabSz="493445">
              <a:lnSpc>
                <a:spcPct val="150000"/>
              </a:lnSpc>
              <a:spcAft>
                <a:spcPts val="600"/>
              </a:spcAft>
              <a:buFont typeface="Arial" panose="020B0604020202020204" pitchFamily="34" charset="0"/>
              <a:buChar char="•"/>
              <a:defRPr/>
            </a:pPr>
            <a:r>
              <a:rPr lang="en-US" sz="1200" dirty="0">
                <a:ea typeface="Open Sans" charset="0"/>
                <a:cs typeface="Open Sans" charset="0"/>
              </a:rPr>
              <a:t>With a headcount of 21, and office size of 125 Tsubo, the office density is ~6 Tsubo/HC. Standard density in Tokyo for multinational corporates is ~3-4. </a:t>
            </a:r>
            <a:r>
              <a:rPr lang="en-US" sz="1200" dirty="0" err="1">
                <a:ea typeface="Open Sans" charset="0"/>
                <a:cs typeface="Open Sans" charset="0"/>
              </a:rPr>
              <a:t>Idemia</a:t>
            </a:r>
            <a:r>
              <a:rPr lang="en-US" sz="1200" dirty="0">
                <a:ea typeface="Open Sans" charset="0"/>
                <a:cs typeface="Open Sans" charset="0"/>
              </a:rPr>
              <a:t> is likely </a:t>
            </a:r>
            <a:r>
              <a:rPr lang="en-US" sz="1200" b="1" dirty="0">
                <a:ea typeface="Open Sans" charset="0"/>
                <a:cs typeface="Open Sans" charset="0"/>
              </a:rPr>
              <a:t>in too much space</a:t>
            </a:r>
            <a:r>
              <a:rPr lang="en-US" sz="1200" dirty="0">
                <a:ea typeface="Open Sans" charset="0"/>
                <a:cs typeface="Open Sans" charset="0"/>
              </a:rPr>
              <a:t> based on Tokyo standards assuming a typical office us. </a:t>
            </a:r>
            <a:endParaRPr lang="en-US"/>
          </a:p>
          <a:p>
            <a:pPr marL="285750" indent="-285750" defTabSz="493445">
              <a:lnSpc>
                <a:spcPct val="150000"/>
              </a:lnSpc>
              <a:spcAft>
                <a:spcPts val="600"/>
              </a:spcAft>
              <a:buFont typeface="Arial" panose="020B0604020202020204" pitchFamily="34" charset="0"/>
              <a:buChar char="•"/>
              <a:defRPr/>
            </a:pPr>
            <a:r>
              <a:rPr lang="en-US" sz="1200" dirty="0">
                <a:ea typeface="Open Sans" charset="0"/>
                <a:cs typeface="Open Sans" charset="0"/>
              </a:rPr>
              <a:t>Lease expiration is May 31st 2023, 9-months away. This is </a:t>
            </a:r>
            <a:r>
              <a:rPr lang="en-US" sz="1200" b="1" dirty="0">
                <a:ea typeface="Open Sans" charset="0"/>
                <a:cs typeface="Open Sans" charset="0"/>
              </a:rPr>
              <a:t>not enough time for a full relocation project to another dedicated office</a:t>
            </a:r>
            <a:r>
              <a:rPr lang="en-US" sz="1200" dirty="0">
                <a:ea typeface="Open Sans" charset="0"/>
                <a:cs typeface="Open Sans" charset="0"/>
              </a:rPr>
              <a:t> unless </a:t>
            </a:r>
            <a:r>
              <a:rPr lang="en-US" sz="1200" dirty="0" err="1">
                <a:ea typeface="Open Sans" charset="0"/>
                <a:cs typeface="Open Sans" charset="0"/>
              </a:rPr>
              <a:t>Idemia</a:t>
            </a:r>
            <a:r>
              <a:rPr lang="en-US" sz="1200" dirty="0">
                <a:ea typeface="Open Sans" charset="0"/>
                <a:cs typeface="Open Sans" charset="0"/>
              </a:rPr>
              <a:t> could take over a previous tenants existing </a:t>
            </a:r>
            <a:r>
              <a:rPr lang="en-US" sz="1200" dirty="0" err="1">
                <a:ea typeface="Open Sans" charset="0"/>
                <a:cs typeface="Open Sans" charset="0"/>
              </a:rPr>
              <a:t>fitout</a:t>
            </a:r>
            <a:r>
              <a:rPr lang="en-US" sz="1200" dirty="0">
                <a:ea typeface="Open Sans" charset="0"/>
                <a:cs typeface="Open Sans" charset="0"/>
              </a:rPr>
              <a:t>. This </a:t>
            </a:r>
            <a:r>
              <a:rPr lang="en-US" sz="1200" b="1" dirty="0">
                <a:ea typeface="Open Sans" charset="0"/>
                <a:cs typeface="Open Sans" charset="0"/>
              </a:rPr>
              <a:t>is enough time for a relocation to a serviced office</a:t>
            </a:r>
            <a:r>
              <a:rPr lang="en-US" sz="1200" dirty="0">
                <a:ea typeface="Open Sans" charset="0"/>
                <a:cs typeface="Open Sans" charset="0"/>
              </a:rPr>
              <a:t>.</a:t>
            </a:r>
            <a:endParaRPr lang="en-US"/>
          </a:p>
          <a:p>
            <a:pPr marL="285750" indent="-285750" defTabSz="493445">
              <a:lnSpc>
                <a:spcPct val="150000"/>
              </a:lnSpc>
              <a:spcAft>
                <a:spcPts val="600"/>
              </a:spcAft>
              <a:buFont typeface="Arial" panose="020B0604020202020204" pitchFamily="34" charset="0"/>
              <a:buChar char="•"/>
              <a:defRPr/>
            </a:pPr>
            <a:r>
              <a:rPr lang="en-US" sz="1200" dirty="0">
                <a:ea typeface="Open Sans" charset="0"/>
                <a:cs typeface="Open Sans" charset="0"/>
              </a:rPr>
              <a:t>Colliers could very likely achieve </a:t>
            </a:r>
            <a:r>
              <a:rPr lang="en-US" sz="1200" b="1" dirty="0">
                <a:ea typeface="Open Sans" charset="0"/>
                <a:cs typeface="Open Sans" charset="0"/>
              </a:rPr>
              <a:t>cost savings through recontract negotiations</a:t>
            </a:r>
            <a:r>
              <a:rPr lang="en-US" sz="1200" dirty="0">
                <a:ea typeface="Open Sans" charset="0"/>
                <a:cs typeface="Open Sans" charset="0"/>
              </a:rPr>
              <a:t> with the landlord if </a:t>
            </a:r>
            <a:r>
              <a:rPr lang="en-US" sz="1200" dirty="0" err="1">
                <a:ea typeface="Open Sans" charset="0"/>
                <a:cs typeface="Open Sans" charset="0"/>
              </a:rPr>
              <a:t>Idemia</a:t>
            </a:r>
            <a:r>
              <a:rPr lang="en-US" sz="1200" dirty="0">
                <a:ea typeface="Open Sans" charset="0"/>
                <a:cs typeface="Open Sans" charset="0"/>
              </a:rPr>
              <a:t> decides to stay in the current space, but this negotiation </a:t>
            </a:r>
            <a:r>
              <a:rPr lang="en-US" sz="1200" b="1" dirty="0">
                <a:ea typeface="Open Sans" charset="0"/>
                <a:cs typeface="Open Sans" charset="0"/>
              </a:rPr>
              <a:t>should kick-off immediately</a:t>
            </a:r>
            <a:r>
              <a:rPr lang="en-US" sz="1200" dirty="0">
                <a:ea typeface="Open Sans" charset="0"/>
                <a:cs typeface="Open Sans" charset="0"/>
              </a:rPr>
              <a:t> so relocation is still feasible and threat of relocation can be used as leverage. </a:t>
            </a:r>
            <a:endParaRPr lang="en-US"/>
          </a:p>
        </p:txBody>
      </p:sp>
      <p:sp>
        <p:nvSpPr>
          <p:cNvPr id="6" name="Espace réservé du pied de page 5">
            <a:extLst>
              <a:ext uri="{FF2B5EF4-FFF2-40B4-BE49-F238E27FC236}">
                <a16:creationId xmlns:a16="http://schemas.microsoft.com/office/drawing/2014/main" id="{BCAAF7B7-D3EB-4663-90E8-B6B4489823FB}"/>
              </a:ext>
            </a:extLst>
          </p:cNvPr>
          <p:cNvSpPr>
            <a:spLocks noGrp="1"/>
          </p:cNvSpPr>
          <p:nvPr>
            <p:ph type="ftr" sz="quarter" idx="11"/>
          </p:nvPr>
        </p:nvSpPr>
        <p:spPr/>
        <p:txBody>
          <a:bodyPr/>
          <a:lstStyle/>
          <a:p>
            <a:r>
              <a:rPr lang="en-US"/>
              <a:t>Project Name</a:t>
            </a:r>
          </a:p>
        </p:txBody>
      </p:sp>
      <p:sp>
        <p:nvSpPr>
          <p:cNvPr id="7" name="Espace réservé du numéro de diapositive 6">
            <a:extLst>
              <a:ext uri="{FF2B5EF4-FFF2-40B4-BE49-F238E27FC236}">
                <a16:creationId xmlns:a16="http://schemas.microsoft.com/office/drawing/2014/main" id="{5D607147-FA05-4CAC-9BEF-7F113FB1F7DB}"/>
              </a:ext>
            </a:extLst>
          </p:cNvPr>
          <p:cNvSpPr>
            <a:spLocks noGrp="1"/>
          </p:cNvSpPr>
          <p:nvPr>
            <p:ph type="sldNum" sz="quarter" idx="12"/>
          </p:nvPr>
        </p:nvSpPr>
        <p:spPr/>
        <p:txBody>
          <a:bodyPr/>
          <a:lstStyle/>
          <a:p>
            <a:fld id="{23AA811B-2EBD-4900-905E-5BE206449611}" type="slidenum">
              <a:rPr lang="en-US" smtClean="0"/>
              <a:pPr/>
              <a:t>10</a:t>
            </a:fld>
            <a:endParaRPr lang="en-US" dirty="0"/>
          </a:p>
        </p:txBody>
      </p:sp>
      <p:sp>
        <p:nvSpPr>
          <p:cNvPr id="9" name="Text Placeholder 3">
            <a:extLst>
              <a:ext uri="{FF2B5EF4-FFF2-40B4-BE49-F238E27FC236}">
                <a16:creationId xmlns:a16="http://schemas.microsoft.com/office/drawing/2014/main" id="{DE40298F-7FEB-491A-B626-DDA8A04E8CBD}"/>
              </a:ext>
            </a:extLst>
          </p:cNvPr>
          <p:cNvSpPr txBox="1">
            <a:spLocks/>
          </p:cNvSpPr>
          <p:nvPr/>
        </p:nvSpPr>
        <p:spPr>
          <a:xfrm>
            <a:off x="647525" y="1162868"/>
            <a:ext cx="5257800" cy="204782"/>
          </a:xfrm>
          <a:prstGeom prst="rect">
            <a:avLst/>
          </a:prstGeom>
        </p:spPr>
        <p:txBody>
          <a:bodyPr lIns="0" tIns="0" rIns="0" bIns="0"/>
          <a:lstStyle>
            <a:defPPr>
              <a:defRPr lang="en-US"/>
            </a:defPPr>
            <a:lvl1pPr indent="0" defTabSz="312479">
              <a:lnSpc>
                <a:spcPts val="1400"/>
              </a:lnSpc>
              <a:spcBef>
                <a:spcPts val="0"/>
              </a:spcBef>
              <a:spcAft>
                <a:spcPts val="377"/>
              </a:spcAft>
              <a:buClr>
                <a:schemeClr val="bg1">
                  <a:lumMod val="50000"/>
                </a:schemeClr>
              </a:buClr>
              <a:buFontTx/>
              <a:buNone/>
              <a:defRPr sz="1400">
                <a:ea typeface="Open Sans" charset="0"/>
                <a:cs typeface="Open Sans" charset="0"/>
              </a:defRPr>
            </a:lvl1pPr>
            <a:lvl2pPr marL="0" indent="0" defTabSz="312479">
              <a:lnSpc>
                <a:spcPct val="100000"/>
              </a:lnSpc>
              <a:spcBef>
                <a:spcPts val="0"/>
              </a:spcBef>
              <a:spcAft>
                <a:spcPts val="377"/>
              </a:spcAft>
              <a:buFont typeface="Arial"/>
              <a:buNone/>
              <a:defRPr sz="1938" cap="all">
                <a:solidFill>
                  <a:schemeClr val="bg2"/>
                </a:solidFill>
              </a:defRPr>
            </a:lvl2pPr>
            <a:lvl3pPr marL="0" indent="0" defTabSz="312479">
              <a:lnSpc>
                <a:spcPct val="100000"/>
              </a:lnSpc>
              <a:spcBef>
                <a:spcPts val="0"/>
              </a:spcBef>
              <a:spcAft>
                <a:spcPts val="377"/>
              </a:spcAft>
              <a:buFont typeface="Arial"/>
              <a:buNone/>
              <a:defRPr sz="969" cap="all"/>
            </a:lvl3pPr>
            <a:lvl4pPr marL="118695" indent="-118695" defTabSz="312479">
              <a:lnSpc>
                <a:spcPct val="100000"/>
              </a:lnSpc>
              <a:spcBef>
                <a:spcPts val="0"/>
              </a:spcBef>
              <a:spcAft>
                <a:spcPts val="377"/>
              </a:spcAft>
              <a:buClr>
                <a:schemeClr val="bg1">
                  <a:lumMod val="50000"/>
                </a:schemeClr>
              </a:buClr>
              <a:buFont typeface=".AppleSystemUIFont" charset="-120"/>
              <a:buChar char="&gt;"/>
              <a:defRPr sz="831" b="0">
                <a:solidFill>
                  <a:schemeClr val="bg1">
                    <a:lumMod val="50000"/>
                  </a:schemeClr>
                </a:solidFill>
              </a:defRPr>
            </a:lvl4pPr>
            <a:lvl5pPr marL="0" indent="0" defTabSz="312479">
              <a:lnSpc>
                <a:spcPct val="100000"/>
              </a:lnSpc>
              <a:spcBef>
                <a:spcPts val="0"/>
              </a:spcBef>
              <a:spcAft>
                <a:spcPts val="377"/>
              </a:spcAft>
              <a:buFont typeface="Arial"/>
              <a:buNone/>
              <a:defRPr sz="596" i="1"/>
            </a:lvl5pPr>
            <a:lvl6pPr marL="1718632" indent="-156240" defTabSz="312479">
              <a:spcBef>
                <a:spcPct val="20000"/>
              </a:spcBef>
              <a:buFont typeface="Arial"/>
              <a:buChar char="•"/>
              <a:defRPr sz="1381"/>
            </a:lvl6pPr>
            <a:lvl7pPr marL="2031111" indent="-156240" defTabSz="312479">
              <a:spcBef>
                <a:spcPct val="20000"/>
              </a:spcBef>
              <a:buFont typeface="Arial"/>
              <a:buChar char="•"/>
              <a:defRPr sz="1381"/>
            </a:lvl7pPr>
            <a:lvl8pPr marL="2343589" indent="-156240" defTabSz="312479">
              <a:spcBef>
                <a:spcPct val="20000"/>
              </a:spcBef>
              <a:buFont typeface="Arial"/>
              <a:buChar char="•"/>
              <a:defRPr sz="1381"/>
            </a:lvl8pPr>
            <a:lvl9pPr marL="2656068" indent="-156240" defTabSz="312479">
              <a:spcBef>
                <a:spcPct val="20000"/>
              </a:spcBef>
              <a:buFont typeface="Arial"/>
              <a:buChar char="•"/>
              <a:defRPr sz="1381"/>
            </a:lvl9pPr>
          </a:lstStyle>
          <a:p>
            <a:r>
              <a:rPr lang="en-US" dirty="0"/>
              <a:t>Important considerations for Stay-vs-Go Analysis</a:t>
            </a:r>
            <a:endParaRPr lang="en-US"/>
          </a:p>
        </p:txBody>
      </p:sp>
      <p:cxnSp>
        <p:nvCxnSpPr>
          <p:cNvPr id="10" name="Straight Connector 12">
            <a:extLst>
              <a:ext uri="{FF2B5EF4-FFF2-40B4-BE49-F238E27FC236}">
                <a16:creationId xmlns:a16="http://schemas.microsoft.com/office/drawing/2014/main" id="{539486E5-0277-4784-A7F0-869E9DED2D3C}"/>
              </a:ext>
            </a:extLst>
          </p:cNvPr>
          <p:cNvCxnSpPr>
            <a:cxnSpLocks/>
          </p:cNvCxnSpPr>
          <p:nvPr/>
        </p:nvCxnSpPr>
        <p:spPr>
          <a:xfrm>
            <a:off x="6473705" y="1938399"/>
            <a:ext cx="0" cy="4329105"/>
          </a:xfrm>
          <a:prstGeom prst="line">
            <a:avLst/>
          </a:prstGeom>
          <a:ln w="19050">
            <a:solidFill>
              <a:schemeClr val="accent4"/>
            </a:solidFill>
            <a:prstDash val="sysDot"/>
          </a:ln>
        </p:spPr>
        <p:style>
          <a:lnRef idx="1">
            <a:schemeClr val="accent1"/>
          </a:lnRef>
          <a:fillRef idx="0">
            <a:schemeClr val="accent1"/>
          </a:fillRef>
          <a:effectRef idx="0">
            <a:schemeClr val="accent1"/>
          </a:effectRef>
          <a:fontRef idx="minor">
            <a:schemeClr val="tx1"/>
          </a:fontRef>
        </p:style>
      </p:cxnSp>
      <p:sp>
        <p:nvSpPr>
          <p:cNvPr id="11" name="Espace réservé du contenu 3">
            <a:extLst>
              <a:ext uri="{FF2B5EF4-FFF2-40B4-BE49-F238E27FC236}">
                <a16:creationId xmlns:a16="http://schemas.microsoft.com/office/drawing/2014/main" id="{E127698D-2B62-4FE1-980F-046FDF93AA19}"/>
              </a:ext>
            </a:extLst>
          </p:cNvPr>
          <p:cNvSpPr txBox="1">
            <a:spLocks/>
          </p:cNvSpPr>
          <p:nvPr/>
        </p:nvSpPr>
        <p:spPr>
          <a:xfrm>
            <a:off x="6936059" y="1971852"/>
            <a:ext cx="4605065" cy="4238448"/>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300"/>
              </a:spcBef>
              <a:spcAft>
                <a:spcPts val="600"/>
              </a:spcAft>
              <a:buFont typeface="Arial" panose="020B0604020202020204" pitchFamily="34" charset="0"/>
              <a:buChar char="•"/>
              <a:defRPr sz="1600" kern="1200">
                <a:solidFill>
                  <a:schemeClr val="tx1"/>
                </a:solidFill>
                <a:latin typeface="+mn-lt"/>
                <a:ea typeface="+mn-ea"/>
                <a:cs typeface="+mn-cs"/>
              </a:defRPr>
            </a:lvl3pPr>
            <a:lvl4pPr marL="0" indent="0" algn="l" defTabSz="914400" rtl="0" eaLnBrk="1" latinLnBrk="0" hangingPunct="1">
              <a:lnSpc>
                <a:spcPct val="100000"/>
              </a:lnSpc>
              <a:spcBef>
                <a:spcPts val="300"/>
              </a:spcBef>
              <a:spcAft>
                <a:spcPts val="6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1600" kern="1200">
                <a:solidFill>
                  <a:schemeClr val="tx1"/>
                </a:solidFill>
                <a:latin typeface="+mn-lt"/>
                <a:ea typeface="+mn-ea"/>
                <a:cs typeface="+mn-cs"/>
              </a:defRPr>
            </a:lvl5pPr>
            <a:lvl6pPr marL="108000" indent="-108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1"/>
                </a:solidFill>
                <a:latin typeface="+mn-lt"/>
                <a:ea typeface="+mn-ea"/>
                <a:cs typeface="+mn-cs"/>
              </a:defRPr>
            </a:lvl8pPr>
            <a:lvl9pPr marL="0" indent="0" algn="l" defTabSz="914400" rtl="0" eaLnBrk="1" latinLnBrk="0" hangingPunct="1">
              <a:lnSpc>
                <a:spcPct val="90000"/>
              </a:lnSpc>
              <a:spcBef>
                <a:spcPts val="2400"/>
              </a:spcBef>
              <a:spcAft>
                <a:spcPts val="1200"/>
              </a:spcAft>
              <a:buFont typeface="Arial" panose="020B0604020202020204" pitchFamily="34" charset="0"/>
              <a:buChar char="​"/>
              <a:defRPr sz="4400" kern="1200" baseline="0">
                <a:solidFill>
                  <a:schemeClr val="tx2"/>
                </a:solidFill>
                <a:latin typeface="+mj-lt"/>
                <a:ea typeface="+mn-ea"/>
                <a:cs typeface="+mn-cs"/>
              </a:defRPr>
            </a:lvl9pPr>
          </a:lstStyle>
          <a:p>
            <a:pPr marL="285750" indent="-285750" defTabSz="493445">
              <a:lnSpc>
                <a:spcPct val="150000"/>
              </a:lnSpc>
              <a:defRPr/>
            </a:pPr>
            <a:r>
              <a:rPr lang="en-US" sz="1200" dirty="0">
                <a:ea typeface="Open Sans" charset="0"/>
                <a:cs typeface="Open Sans" charset="0"/>
              </a:rPr>
              <a:t>A relocation to serviced </a:t>
            </a:r>
            <a:r>
              <a:rPr lang="en-US" sz="1200" b="1" dirty="0">
                <a:ea typeface="Open Sans" charset="0"/>
                <a:cs typeface="Open Sans" charset="0"/>
              </a:rPr>
              <a:t>will result in cost-savings</a:t>
            </a:r>
            <a:r>
              <a:rPr lang="en-US" sz="1200" dirty="0">
                <a:ea typeface="Open Sans" charset="0"/>
                <a:cs typeface="Open Sans" charset="0"/>
              </a:rPr>
              <a:t>, but it needs to fit the business needs for Tokyo. This costs savings cost range from ~40% - 70% depending on number of desks, if drop-in passes are required, and which center is selected (as desk rates can range from 70,000/Seat – 150,000/seat).</a:t>
            </a:r>
            <a:endParaRPr lang="en-US"/>
          </a:p>
          <a:p>
            <a:pPr marL="285750" indent="-285750" defTabSz="493445">
              <a:lnSpc>
                <a:spcPct val="150000"/>
              </a:lnSpc>
              <a:defRPr/>
            </a:pPr>
            <a:r>
              <a:rPr lang="en-US" sz="1200" dirty="0" err="1">
                <a:ea typeface="Open Sans" charset="0"/>
                <a:cs typeface="Open Sans" charset="0"/>
              </a:rPr>
              <a:t>Idemia</a:t>
            </a:r>
            <a:r>
              <a:rPr lang="en-US" sz="1200" dirty="0">
                <a:ea typeface="Open Sans" charset="0"/>
                <a:cs typeface="Open Sans" charset="0"/>
              </a:rPr>
              <a:t> has a </a:t>
            </a:r>
            <a:r>
              <a:rPr lang="en-US" sz="1200" b="1" dirty="0">
                <a:ea typeface="Open Sans" charset="0"/>
                <a:cs typeface="Open Sans" charset="0"/>
              </a:rPr>
              <a:t>6-month termination notice</a:t>
            </a:r>
            <a:r>
              <a:rPr lang="en-US" sz="1200" dirty="0">
                <a:ea typeface="Open Sans" charset="0"/>
                <a:cs typeface="Open Sans" charset="0"/>
              </a:rPr>
              <a:t>, so exiting the current space would require a notice sent to the landlord by Nov. 30th 2022. This means the deadline for an approved decision of relocation is prior to this.</a:t>
            </a:r>
            <a:endParaRPr lang="en-US"/>
          </a:p>
          <a:p>
            <a:pPr marL="285750" indent="-285750" defTabSz="493445">
              <a:lnSpc>
                <a:spcPct val="150000"/>
              </a:lnSpc>
              <a:defRPr/>
            </a:pPr>
            <a:r>
              <a:rPr lang="en-US" sz="1200" dirty="0">
                <a:ea typeface="Open Sans" charset="0"/>
                <a:cs typeface="Open Sans" charset="0"/>
              </a:rPr>
              <a:t>Relocation will </a:t>
            </a:r>
            <a:r>
              <a:rPr lang="en-US" sz="1200" b="1" dirty="0">
                <a:ea typeface="Open Sans" charset="0"/>
                <a:cs typeface="Open Sans" charset="0"/>
              </a:rPr>
              <a:t>require reinstating the current office</a:t>
            </a:r>
            <a:r>
              <a:rPr lang="en-US" sz="1200" dirty="0">
                <a:ea typeface="Open Sans" charset="0"/>
                <a:cs typeface="Open Sans" charset="0"/>
              </a:rPr>
              <a:t> back to white box at </a:t>
            </a:r>
            <a:r>
              <a:rPr lang="en-US" sz="1200" dirty="0" err="1">
                <a:ea typeface="Open Sans" charset="0"/>
                <a:cs typeface="Open Sans" charset="0"/>
              </a:rPr>
              <a:t>Idemia’s</a:t>
            </a:r>
            <a:r>
              <a:rPr lang="en-US" sz="1200" dirty="0">
                <a:ea typeface="Open Sans" charset="0"/>
                <a:cs typeface="Open Sans" charset="0"/>
              </a:rPr>
              <a:t> expense. This cost is an upfront cost to relocate and needs to be considered in the stay-vs-go decision. Reinstatement would roughly cost JPY 200,000/Tsubo (JPY 25,096,000 – EU 185K). </a:t>
            </a:r>
            <a:endParaRPr lang="en-US"/>
          </a:p>
        </p:txBody>
      </p:sp>
      <p:sp>
        <p:nvSpPr>
          <p:cNvPr id="12" name="Rectangle 11">
            <a:extLst>
              <a:ext uri="{FF2B5EF4-FFF2-40B4-BE49-F238E27FC236}">
                <a16:creationId xmlns:a16="http://schemas.microsoft.com/office/drawing/2014/main" id="{D87AF994-1251-4C5C-840A-509A0A02C465}"/>
              </a:ext>
            </a:extLst>
          </p:cNvPr>
          <p:cNvSpPr/>
          <p:nvPr/>
        </p:nvSpPr>
        <p:spPr>
          <a:xfrm>
            <a:off x="8282153" y="852417"/>
            <a:ext cx="3909848" cy="825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648000" rtlCol="0" anchor="ctr"/>
          <a:lstStyle/>
          <a:p>
            <a:r>
              <a:rPr lang="en-US" dirty="0">
                <a:solidFill>
                  <a:schemeClr val="bg1"/>
                </a:solidFill>
              </a:rPr>
              <a:t>Estimated project start date: DD/MM/202X </a:t>
            </a:r>
            <a:endParaRPr lang="en-US"/>
          </a:p>
        </p:txBody>
      </p:sp>
    </p:spTree>
    <p:custDataLst>
      <p:custData r:id="rId1"/>
      <p:custData r:id="rId2"/>
    </p:custDataLst>
    <p:extLst>
      <p:ext uri="{BB962C8B-B14F-4D97-AF65-F5344CB8AC3E}">
        <p14:creationId xmlns:p14="http://schemas.microsoft.com/office/powerpoint/2010/main" val="1613799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AEFFA15-5812-4D4C-87CB-B31ABDF82FFC}"/>
              </a:ext>
            </a:extLst>
          </p:cNvPr>
          <p:cNvGraphicFramePr>
            <a:graphicFrameLocks noGrp="1"/>
          </p:cNvGraphicFramePr>
          <p:nvPr/>
        </p:nvGraphicFramePr>
        <p:xfrm>
          <a:off x="642570" y="2406114"/>
          <a:ext cx="10893420" cy="3289018"/>
        </p:xfrm>
        <a:graphic>
          <a:graphicData uri="http://schemas.openxmlformats.org/drawingml/2006/table">
            <a:tbl>
              <a:tblPr firstRow="1" bandRow="1">
                <a:tableStyleId>{5C22544A-7EE6-4342-B048-85BDC9FD1C3A}</a:tableStyleId>
              </a:tblPr>
              <a:tblGrid>
                <a:gridCol w="907785">
                  <a:extLst>
                    <a:ext uri="{9D8B030D-6E8A-4147-A177-3AD203B41FA5}">
                      <a16:colId xmlns:a16="http://schemas.microsoft.com/office/drawing/2014/main" val="20001"/>
                    </a:ext>
                  </a:extLst>
                </a:gridCol>
                <a:gridCol w="907785">
                  <a:extLst>
                    <a:ext uri="{9D8B030D-6E8A-4147-A177-3AD203B41FA5}">
                      <a16:colId xmlns:a16="http://schemas.microsoft.com/office/drawing/2014/main" val="20002"/>
                    </a:ext>
                  </a:extLst>
                </a:gridCol>
                <a:gridCol w="907785">
                  <a:extLst>
                    <a:ext uri="{9D8B030D-6E8A-4147-A177-3AD203B41FA5}">
                      <a16:colId xmlns:a16="http://schemas.microsoft.com/office/drawing/2014/main" val="20003"/>
                    </a:ext>
                  </a:extLst>
                </a:gridCol>
                <a:gridCol w="907785">
                  <a:extLst>
                    <a:ext uri="{9D8B030D-6E8A-4147-A177-3AD203B41FA5}">
                      <a16:colId xmlns:a16="http://schemas.microsoft.com/office/drawing/2014/main" val="20004"/>
                    </a:ext>
                  </a:extLst>
                </a:gridCol>
                <a:gridCol w="907785">
                  <a:extLst>
                    <a:ext uri="{9D8B030D-6E8A-4147-A177-3AD203B41FA5}">
                      <a16:colId xmlns:a16="http://schemas.microsoft.com/office/drawing/2014/main" val="20005"/>
                    </a:ext>
                  </a:extLst>
                </a:gridCol>
                <a:gridCol w="907785">
                  <a:extLst>
                    <a:ext uri="{9D8B030D-6E8A-4147-A177-3AD203B41FA5}">
                      <a16:colId xmlns:a16="http://schemas.microsoft.com/office/drawing/2014/main" val="20006"/>
                    </a:ext>
                  </a:extLst>
                </a:gridCol>
                <a:gridCol w="907785">
                  <a:extLst>
                    <a:ext uri="{9D8B030D-6E8A-4147-A177-3AD203B41FA5}">
                      <a16:colId xmlns:a16="http://schemas.microsoft.com/office/drawing/2014/main" val="20007"/>
                    </a:ext>
                  </a:extLst>
                </a:gridCol>
                <a:gridCol w="907785">
                  <a:extLst>
                    <a:ext uri="{9D8B030D-6E8A-4147-A177-3AD203B41FA5}">
                      <a16:colId xmlns:a16="http://schemas.microsoft.com/office/drawing/2014/main" val="20008"/>
                    </a:ext>
                  </a:extLst>
                </a:gridCol>
                <a:gridCol w="907785">
                  <a:extLst>
                    <a:ext uri="{9D8B030D-6E8A-4147-A177-3AD203B41FA5}">
                      <a16:colId xmlns:a16="http://schemas.microsoft.com/office/drawing/2014/main" val="20009"/>
                    </a:ext>
                  </a:extLst>
                </a:gridCol>
                <a:gridCol w="907785">
                  <a:extLst>
                    <a:ext uri="{9D8B030D-6E8A-4147-A177-3AD203B41FA5}">
                      <a16:colId xmlns:a16="http://schemas.microsoft.com/office/drawing/2014/main" val="20010"/>
                    </a:ext>
                  </a:extLst>
                </a:gridCol>
                <a:gridCol w="907785">
                  <a:extLst>
                    <a:ext uri="{9D8B030D-6E8A-4147-A177-3AD203B41FA5}">
                      <a16:colId xmlns:a16="http://schemas.microsoft.com/office/drawing/2014/main" val="20011"/>
                    </a:ext>
                  </a:extLst>
                </a:gridCol>
                <a:gridCol w="907785">
                  <a:extLst>
                    <a:ext uri="{9D8B030D-6E8A-4147-A177-3AD203B41FA5}">
                      <a16:colId xmlns:a16="http://schemas.microsoft.com/office/drawing/2014/main" val="20012"/>
                    </a:ext>
                  </a:extLst>
                </a:gridCol>
              </a:tblGrid>
              <a:tr h="2132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Month 1</a:t>
                      </a:r>
                      <a:endParaRPr lang="en-US" sz="900" b="0" dirty="0">
                        <a:solidFill>
                          <a:schemeClr val="tx1"/>
                        </a:solidFill>
                        <a:latin typeface="+mn-lt"/>
                        <a:cs typeface="Arial" panose="020B0604020202020204" pitchFamily="34" charset="0"/>
                      </a:endParaRPr>
                    </a:p>
                  </a:txBody>
                  <a:tcPr marL="0" marR="0" marT="0" marB="0" anchor="ct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Month 2</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3</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4</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5</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6</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7</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8</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9</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10</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11</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tc>
                  <a:txBody>
                    <a:bodyPr/>
                    <a:lstStyle/>
                    <a:p>
                      <a:pPr algn="ctr"/>
                      <a:r>
                        <a:rPr lang="en-US" sz="900" b="0" dirty="0">
                          <a:solidFill>
                            <a:schemeClr val="tx1"/>
                          </a:solidFill>
                          <a:latin typeface="+mn-lt"/>
                        </a:rPr>
                        <a:t>Month 12</a:t>
                      </a:r>
                      <a:endParaRPr lang="en-US" sz="900" b="0" dirty="0">
                        <a:solidFill>
                          <a:schemeClr val="tx1"/>
                        </a:solidFill>
                        <a:latin typeface="+mn-lt"/>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solidFill>
                      <a:schemeClr val="bg2"/>
                    </a:solidFill>
                  </a:tcPr>
                </a:tc>
                <a:extLst>
                  <a:ext uri="{0D108BD9-81ED-4DB2-BD59-A6C34878D82A}">
                    <a16:rowId xmlns:a16="http://schemas.microsoft.com/office/drawing/2014/main" val="10001"/>
                  </a:ext>
                </a:extLst>
              </a:tr>
              <a:tr h="324011">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24011">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03200">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04466">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24011">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24011">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6233897"/>
                  </a:ext>
                </a:extLst>
              </a:tr>
              <a:tr h="324011">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4472013"/>
                  </a:ext>
                </a:extLst>
              </a:tr>
              <a:tr h="324011">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0860838"/>
                  </a:ext>
                </a:extLst>
              </a:tr>
              <a:tr h="324011">
                <a:tc>
                  <a:txBody>
                    <a:bodyPr/>
                    <a:lstStyle/>
                    <a:p>
                      <a:endParaRPr lang="en-US" sz="1200" dirty="0">
                        <a:latin typeface="+mn-lt"/>
                      </a:endParaRPr>
                    </a:p>
                  </a:txBody>
                  <a:tcPr marL="85726" marR="85726" marT="42863" marB="42863">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US" sz="1200" dirty="0">
                        <a:latin typeface="+mn-lt"/>
                      </a:endParaRPr>
                    </a:p>
                  </a:txBody>
                  <a:tcPr marL="85726" marR="85726" marT="42863" marB="42863">
                    <a:lnL w="3175" cap="flat" cmpd="sng" algn="ctr">
                      <a:solidFill>
                        <a:schemeClr val="tx1"/>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2555494"/>
                  </a:ext>
                </a:extLst>
              </a:tr>
            </a:tbl>
          </a:graphicData>
        </a:graphic>
      </p:graphicFrame>
      <p:sp>
        <p:nvSpPr>
          <p:cNvPr id="12" name="Text Placeholder 11">
            <a:extLst>
              <a:ext uri="{FF2B5EF4-FFF2-40B4-BE49-F238E27FC236}">
                <a16:creationId xmlns:a16="http://schemas.microsoft.com/office/drawing/2014/main" id="{64985E0D-E612-4376-90E1-6DAA156D74F2}"/>
              </a:ext>
            </a:extLst>
          </p:cNvPr>
          <p:cNvSpPr>
            <a:spLocks noGrp="1"/>
          </p:cNvSpPr>
          <p:nvPr>
            <p:ph type="body" sz="quarter" idx="13"/>
          </p:nvPr>
        </p:nvSpPr>
        <p:spPr/>
        <p:txBody>
          <a:bodyPr/>
          <a:lstStyle/>
          <a:p>
            <a:r>
              <a:rPr lang="en-US" dirty="0"/>
              <a:t>TIMELINE SAMPLE</a:t>
            </a:r>
            <a:endParaRPr lang="en-US"/>
          </a:p>
        </p:txBody>
      </p:sp>
      <p:sp>
        <p:nvSpPr>
          <p:cNvPr id="3" name="Footer Placeholder 2">
            <a:extLst>
              <a:ext uri="{FF2B5EF4-FFF2-40B4-BE49-F238E27FC236}">
                <a16:creationId xmlns:a16="http://schemas.microsoft.com/office/drawing/2014/main" id="{E0C0B8DC-6D45-4D94-90E2-BC5A177A5156}"/>
              </a:ext>
            </a:extLst>
          </p:cNvPr>
          <p:cNvSpPr>
            <a:spLocks noGrp="1"/>
          </p:cNvSpPr>
          <p:nvPr>
            <p:ph type="ftr" sz="quarter" idx="11"/>
          </p:nvPr>
        </p:nvSpPr>
        <p:spPr/>
        <p:txBody>
          <a:bodyPr/>
          <a:lstStyle/>
          <a:p>
            <a:r>
              <a:rPr lang="en-US"/>
              <a:t>Colliers</a:t>
            </a:r>
            <a:endParaRPr lang="en-US" dirty="0"/>
          </a:p>
        </p:txBody>
      </p:sp>
      <p:sp>
        <p:nvSpPr>
          <p:cNvPr id="4" name="Slide Number Placeholder 3">
            <a:extLst>
              <a:ext uri="{FF2B5EF4-FFF2-40B4-BE49-F238E27FC236}">
                <a16:creationId xmlns:a16="http://schemas.microsoft.com/office/drawing/2014/main" id="{EC24AE43-9E8E-4E9F-9C86-357733EF0F23}"/>
              </a:ext>
            </a:extLst>
          </p:cNvPr>
          <p:cNvSpPr>
            <a:spLocks noGrp="1"/>
          </p:cNvSpPr>
          <p:nvPr>
            <p:ph type="sldNum" sz="quarter" idx="12"/>
          </p:nvPr>
        </p:nvSpPr>
        <p:spPr/>
        <p:txBody>
          <a:bodyPr/>
          <a:lstStyle/>
          <a:p>
            <a:fld id="{23AA811B-2EBD-4900-905E-5BE206449611}" type="slidenum">
              <a:rPr lang="en-US"/>
              <a:pPr/>
              <a:t>11</a:t>
            </a:fld>
            <a:endParaRPr lang="en-US" dirty="0"/>
          </a:p>
        </p:txBody>
      </p:sp>
      <p:sp>
        <p:nvSpPr>
          <p:cNvPr id="6" name="Rounded Rectangle 38">
            <a:extLst>
              <a:ext uri="{FF2B5EF4-FFF2-40B4-BE49-F238E27FC236}">
                <a16:creationId xmlns:a16="http://schemas.microsoft.com/office/drawing/2014/main" id="{209CC505-CD5A-47F6-8543-1AC46574CE17}"/>
              </a:ext>
            </a:extLst>
          </p:cNvPr>
          <p:cNvSpPr/>
          <p:nvPr/>
        </p:nvSpPr>
        <p:spPr>
          <a:xfrm>
            <a:off x="1088501" y="2989554"/>
            <a:ext cx="540000" cy="232586"/>
          </a:xfrm>
          <a:prstGeom prst="roundRect">
            <a:avLst>
              <a:gd name="adj" fmla="val 4871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endParaRPr lang="en-US" sz="900" b="1" dirty="0">
              <a:solidFill>
                <a:schemeClr val="bg1"/>
              </a:solidFill>
            </a:endParaRPr>
          </a:p>
        </p:txBody>
      </p:sp>
      <p:sp>
        <p:nvSpPr>
          <p:cNvPr id="8" name="Rounded Rectangle 38">
            <a:extLst>
              <a:ext uri="{FF2B5EF4-FFF2-40B4-BE49-F238E27FC236}">
                <a16:creationId xmlns:a16="http://schemas.microsoft.com/office/drawing/2014/main" id="{4BF3CA11-6D41-447B-9CD6-A7639114BE6F}"/>
              </a:ext>
            </a:extLst>
          </p:cNvPr>
          <p:cNvSpPr/>
          <p:nvPr/>
        </p:nvSpPr>
        <p:spPr>
          <a:xfrm>
            <a:off x="642570" y="2663589"/>
            <a:ext cx="540000" cy="232586"/>
          </a:xfrm>
          <a:prstGeom prst="roundRect">
            <a:avLst>
              <a:gd name="adj" fmla="val 48717"/>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endParaRPr lang="en-US" sz="900" b="1" dirty="0">
              <a:solidFill>
                <a:schemeClr val="bg1"/>
              </a:solidFill>
            </a:endParaRPr>
          </a:p>
        </p:txBody>
      </p:sp>
      <p:sp>
        <p:nvSpPr>
          <p:cNvPr id="11" name="Rounded Rectangle 51">
            <a:extLst>
              <a:ext uri="{FF2B5EF4-FFF2-40B4-BE49-F238E27FC236}">
                <a16:creationId xmlns:a16="http://schemas.microsoft.com/office/drawing/2014/main" id="{B32D4811-4315-4772-A007-A342CB378133}"/>
              </a:ext>
            </a:extLst>
          </p:cNvPr>
          <p:cNvSpPr/>
          <p:nvPr/>
        </p:nvSpPr>
        <p:spPr>
          <a:xfrm>
            <a:off x="9601201" y="5416650"/>
            <a:ext cx="1934790" cy="228600"/>
          </a:xfrm>
          <a:prstGeom prst="roundRect">
            <a:avLst>
              <a:gd name="adj" fmla="val 48717"/>
            </a:avLst>
          </a:prstGeom>
          <a:solidFill>
            <a:schemeClr val="bg1"/>
          </a:solidFill>
          <a:ln>
            <a:solidFill>
              <a:schemeClr val="tx1"/>
            </a:solid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r>
              <a:rPr lang="en-US" sz="900" b="1" dirty="0">
                <a:solidFill>
                  <a:schemeClr val="tx1"/>
                </a:solidFill>
              </a:rPr>
              <a:t>Reinstatement</a:t>
            </a:r>
            <a:endParaRPr lang="en-US"/>
          </a:p>
        </p:txBody>
      </p:sp>
      <p:sp>
        <p:nvSpPr>
          <p:cNvPr id="9" name="Rounded Rectangle 45">
            <a:extLst>
              <a:ext uri="{FF2B5EF4-FFF2-40B4-BE49-F238E27FC236}">
                <a16:creationId xmlns:a16="http://schemas.microsoft.com/office/drawing/2014/main" id="{DC4EA955-E405-4B65-9320-AFBBE4966B39}"/>
              </a:ext>
            </a:extLst>
          </p:cNvPr>
          <p:cNvSpPr/>
          <p:nvPr/>
        </p:nvSpPr>
        <p:spPr>
          <a:xfrm>
            <a:off x="1541257" y="3296426"/>
            <a:ext cx="1945640" cy="324000"/>
          </a:xfrm>
          <a:prstGeom prst="roundRect">
            <a:avLst>
              <a:gd name="adj" fmla="val 48717"/>
            </a:avLst>
          </a:prstGeom>
          <a:solidFill>
            <a:schemeClr val="bg1"/>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18288" tIns="18288" rIns="18288" bIns="0" anchor="ctr" anchorCtr="1"/>
          <a:lstStyle/>
          <a:p>
            <a:pPr algn="ctr">
              <a:lnSpc>
                <a:spcPct val="95000"/>
              </a:lnSpc>
            </a:pPr>
            <a:r>
              <a:rPr lang="en-US" sz="900" b="1" dirty="0"/>
              <a:t>RFP development, submission, </a:t>
            </a:r>
            <a:r>
              <a:rPr lang="en-US" sz="900" b="1" dirty="0" err="1"/>
              <a:t>negociation</a:t>
            </a:r>
            <a:endParaRPr lang="en-US" sz="900" b="1" dirty="0"/>
          </a:p>
        </p:txBody>
      </p:sp>
      <p:sp>
        <p:nvSpPr>
          <p:cNvPr id="7" name="Ellipse 6">
            <a:extLst>
              <a:ext uri="{FF2B5EF4-FFF2-40B4-BE49-F238E27FC236}">
                <a16:creationId xmlns:a16="http://schemas.microsoft.com/office/drawing/2014/main" id="{0DC5DE64-A2CF-42B6-A583-99B2155906CF}"/>
              </a:ext>
            </a:extLst>
          </p:cNvPr>
          <p:cNvSpPr/>
          <p:nvPr/>
        </p:nvSpPr>
        <p:spPr>
          <a:xfrm>
            <a:off x="11340465" y="5457607"/>
            <a:ext cx="146685" cy="146685"/>
          </a:xfrm>
          <a:prstGeom prst="ellipse">
            <a:avLst/>
          </a:prstGeom>
          <a:solidFill>
            <a:srgbClr val="F68B1F"/>
          </a:solidFill>
          <a:ln>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15" name="ZoneTexte 14">
            <a:extLst>
              <a:ext uri="{FF2B5EF4-FFF2-40B4-BE49-F238E27FC236}">
                <a16:creationId xmlns:a16="http://schemas.microsoft.com/office/drawing/2014/main" id="{87D4AFE0-8A7C-4027-A2AE-FAD1A7B8E163}"/>
              </a:ext>
            </a:extLst>
          </p:cNvPr>
          <p:cNvSpPr txBox="1"/>
          <p:nvPr/>
        </p:nvSpPr>
        <p:spPr>
          <a:xfrm>
            <a:off x="10666390" y="5166206"/>
            <a:ext cx="724557" cy="118046"/>
          </a:xfrm>
          <a:prstGeom prst="rect">
            <a:avLst/>
          </a:prstGeom>
          <a:noFill/>
        </p:spPr>
        <p:txBody>
          <a:bodyPr wrap="none" lIns="0" tIns="0" rIns="0" bIns="0">
            <a:spAutoFit/>
          </a:bodyPr>
          <a:lstStyle/>
          <a:p>
            <a:pPr algn="ctr">
              <a:lnSpc>
                <a:spcPct val="85000"/>
              </a:lnSpc>
              <a:spcBef>
                <a:spcPct val="20000"/>
              </a:spcBef>
            </a:pPr>
            <a:r>
              <a:rPr lang="en-US" sz="900" b="1" dirty="0">
                <a:solidFill>
                  <a:srgbClr val="FA6609"/>
                </a:solidFill>
              </a:rPr>
              <a:t>Lease expiry</a:t>
            </a:r>
            <a:endParaRPr lang="en-US"/>
          </a:p>
        </p:txBody>
      </p:sp>
      <p:cxnSp>
        <p:nvCxnSpPr>
          <p:cNvPr id="19" name="Connecteur : en angle 18">
            <a:extLst>
              <a:ext uri="{FF2B5EF4-FFF2-40B4-BE49-F238E27FC236}">
                <a16:creationId xmlns:a16="http://schemas.microsoft.com/office/drawing/2014/main" id="{86731500-194A-424D-B726-9F050678AE45}"/>
              </a:ext>
            </a:extLst>
          </p:cNvPr>
          <p:cNvCxnSpPr>
            <a:cxnSpLocks/>
            <a:stCxn id="7" idx="0"/>
          </p:cNvCxnSpPr>
          <p:nvPr/>
        </p:nvCxnSpPr>
        <p:spPr>
          <a:xfrm rot="16200000" flipV="1">
            <a:off x="10953423" y="4997222"/>
            <a:ext cx="173355" cy="747416"/>
          </a:xfrm>
          <a:prstGeom prst="bentConnector2">
            <a:avLst/>
          </a:prstGeom>
          <a:ln w="6350">
            <a:solidFill>
              <a:srgbClr val="F68B1F"/>
            </a:solidFill>
          </a:ln>
        </p:spPr>
        <p:style>
          <a:lnRef idx="1">
            <a:schemeClr val="accent1"/>
          </a:lnRef>
          <a:fillRef idx="0">
            <a:schemeClr val="accent1"/>
          </a:fillRef>
          <a:effectRef idx="0">
            <a:schemeClr val="accent1"/>
          </a:effectRef>
          <a:fontRef idx="minor">
            <a:schemeClr val="tx1"/>
          </a:fontRef>
        </p:style>
      </p:cxnSp>
      <p:sp>
        <p:nvSpPr>
          <p:cNvPr id="20" name="Rounded Rectangle 51">
            <a:extLst>
              <a:ext uri="{FF2B5EF4-FFF2-40B4-BE49-F238E27FC236}">
                <a16:creationId xmlns:a16="http://schemas.microsoft.com/office/drawing/2014/main" id="{32053EFF-3444-429B-A503-A71D5A1DC85C}"/>
              </a:ext>
            </a:extLst>
          </p:cNvPr>
          <p:cNvSpPr/>
          <p:nvPr/>
        </p:nvSpPr>
        <p:spPr>
          <a:xfrm>
            <a:off x="6882765" y="5097894"/>
            <a:ext cx="2950846" cy="228600"/>
          </a:xfrm>
          <a:prstGeom prst="roundRect">
            <a:avLst>
              <a:gd name="adj" fmla="val 48717"/>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r>
              <a:rPr lang="en-US" sz="900" b="1" dirty="0" err="1">
                <a:solidFill>
                  <a:schemeClr val="accent1"/>
                </a:solidFill>
              </a:rPr>
              <a:t>Fitout</a:t>
            </a:r>
            <a:endParaRPr lang="en-US" sz="900" b="1" dirty="0">
              <a:solidFill>
                <a:schemeClr val="accent1"/>
              </a:solidFill>
            </a:endParaRPr>
          </a:p>
        </p:txBody>
      </p:sp>
      <p:sp>
        <p:nvSpPr>
          <p:cNvPr id="21" name="Ellipse 20">
            <a:extLst>
              <a:ext uri="{FF2B5EF4-FFF2-40B4-BE49-F238E27FC236}">
                <a16:creationId xmlns:a16="http://schemas.microsoft.com/office/drawing/2014/main" id="{50EE9058-789A-43E3-BA3E-24491C06AFEA}"/>
              </a:ext>
            </a:extLst>
          </p:cNvPr>
          <p:cNvSpPr/>
          <p:nvPr/>
        </p:nvSpPr>
        <p:spPr>
          <a:xfrm>
            <a:off x="9643681" y="5138851"/>
            <a:ext cx="146685" cy="1466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22" name="ZoneTexte 21">
            <a:extLst>
              <a:ext uri="{FF2B5EF4-FFF2-40B4-BE49-F238E27FC236}">
                <a16:creationId xmlns:a16="http://schemas.microsoft.com/office/drawing/2014/main" id="{9001734D-2140-4195-AD40-2B0C2C594C95}"/>
              </a:ext>
            </a:extLst>
          </p:cNvPr>
          <p:cNvSpPr txBox="1"/>
          <p:nvPr/>
        </p:nvSpPr>
        <p:spPr>
          <a:xfrm>
            <a:off x="9880515" y="5166206"/>
            <a:ext cx="315792" cy="118046"/>
          </a:xfrm>
          <a:prstGeom prst="rect">
            <a:avLst/>
          </a:prstGeom>
          <a:noFill/>
        </p:spPr>
        <p:txBody>
          <a:bodyPr wrap="none" lIns="0" tIns="0" rIns="0" bIns="0">
            <a:spAutoFit/>
          </a:bodyPr>
          <a:lstStyle/>
          <a:p>
            <a:pPr algn="ctr">
              <a:lnSpc>
                <a:spcPct val="85000"/>
              </a:lnSpc>
              <a:spcBef>
                <a:spcPct val="20000"/>
              </a:spcBef>
            </a:pPr>
            <a:r>
              <a:rPr lang="en-US" sz="900" b="1" dirty="0"/>
              <a:t>Move</a:t>
            </a:r>
            <a:endParaRPr lang="en-US"/>
          </a:p>
        </p:txBody>
      </p:sp>
      <p:sp>
        <p:nvSpPr>
          <p:cNvPr id="29" name="Rounded Rectangle 48">
            <a:extLst>
              <a:ext uri="{FF2B5EF4-FFF2-40B4-BE49-F238E27FC236}">
                <a16:creationId xmlns:a16="http://schemas.microsoft.com/office/drawing/2014/main" id="{ECD91645-70F8-4FC5-AE58-0377E331894F}"/>
              </a:ext>
            </a:extLst>
          </p:cNvPr>
          <p:cNvSpPr/>
          <p:nvPr/>
        </p:nvSpPr>
        <p:spPr>
          <a:xfrm>
            <a:off x="5065396" y="4772710"/>
            <a:ext cx="2047874" cy="228600"/>
          </a:xfrm>
          <a:prstGeom prst="roundRect">
            <a:avLst>
              <a:gd name="adj" fmla="val 48717"/>
            </a:avLst>
          </a:prstGeom>
          <a:solidFill>
            <a:schemeClr val="bg1"/>
          </a:solidFill>
          <a:ln>
            <a:solidFill>
              <a:schemeClr val="accent2"/>
            </a:solid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r>
              <a:rPr lang="en-US" sz="900" b="1" dirty="0">
                <a:solidFill>
                  <a:schemeClr val="accent2"/>
                </a:solidFill>
              </a:rPr>
              <a:t>Procurement</a:t>
            </a:r>
            <a:endParaRPr lang="en-US"/>
          </a:p>
        </p:txBody>
      </p:sp>
      <p:sp>
        <p:nvSpPr>
          <p:cNvPr id="30" name="Ellipse 29">
            <a:extLst>
              <a:ext uri="{FF2B5EF4-FFF2-40B4-BE49-F238E27FC236}">
                <a16:creationId xmlns:a16="http://schemas.microsoft.com/office/drawing/2014/main" id="{7BFB507B-5DD9-4ADF-8326-1CA2311FF555}"/>
              </a:ext>
            </a:extLst>
          </p:cNvPr>
          <p:cNvSpPr/>
          <p:nvPr/>
        </p:nvSpPr>
        <p:spPr>
          <a:xfrm>
            <a:off x="6923721" y="4813667"/>
            <a:ext cx="146685" cy="146685"/>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dirty="0" err="1"/>
          </a:p>
        </p:txBody>
      </p:sp>
      <p:sp>
        <p:nvSpPr>
          <p:cNvPr id="31" name="ZoneTexte 30">
            <a:extLst>
              <a:ext uri="{FF2B5EF4-FFF2-40B4-BE49-F238E27FC236}">
                <a16:creationId xmlns:a16="http://schemas.microsoft.com/office/drawing/2014/main" id="{BF0041B9-4E5B-4A02-B3C5-33F4758BDD31}"/>
              </a:ext>
            </a:extLst>
          </p:cNvPr>
          <p:cNvSpPr txBox="1"/>
          <p:nvPr/>
        </p:nvSpPr>
        <p:spPr>
          <a:xfrm>
            <a:off x="7159374" y="4842124"/>
            <a:ext cx="1300036" cy="118046"/>
          </a:xfrm>
          <a:prstGeom prst="rect">
            <a:avLst/>
          </a:prstGeom>
          <a:noFill/>
        </p:spPr>
        <p:txBody>
          <a:bodyPr wrap="none" lIns="0" tIns="0" rIns="0" bIns="0">
            <a:spAutoFit/>
          </a:bodyPr>
          <a:lstStyle/>
          <a:p>
            <a:pPr>
              <a:lnSpc>
                <a:spcPct val="85000"/>
              </a:lnSpc>
              <a:spcBef>
                <a:spcPct val="20000"/>
              </a:spcBef>
            </a:pPr>
            <a:r>
              <a:rPr lang="en-US" sz="900" b="1" dirty="0">
                <a:solidFill>
                  <a:schemeClr val="accent1"/>
                </a:solidFill>
              </a:rPr>
              <a:t>Lease commencement</a:t>
            </a:r>
            <a:endParaRPr lang="en-US"/>
          </a:p>
        </p:txBody>
      </p:sp>
      <p:sp>
        <p:nvSpPr>
          <p:cNvPr id="34" name="Rounded Rectangle 38">
            <a:extLst>
              <a:ext uri="{FF2B5EF4-FFF2-40B4-BE49-F238E27FC236}">
                <a16:creationId xmlns:a16="http://schemas.microsoft.com/office/drawing/2014/main" id="{0CB31CE6-C182-4642-86C7-D4A51DCBBDF2}"/>
              </a:ext>
            </a:extLst>
          </p:cNvPr>
          <p:cNvSpPr/>
          <p:nvPr/>
        </p:nvSpPr>
        <p:spPr>
          <a:xfrm>
            <a:off x="3248025" y="4120672"/>
            <a:ext cx="2049780" cy="232586"/>
          </a:xfrm>
          <a:prstGeom prst="roundRect">
            <a:avLst>
              <a:gd name="adj" fmla="val 4871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0" tIns="18288" rIns="0" bIns="0" anchor="ctr" anchorCtr="1"/>
          <a:lstStyle/>
          <a:p>
            <a:pPr>
              <a:lnSpc>
                <a:spcPct val="85000"/>
              </a:lnSpc>
              <a:spcBef>
                <a:spcPct val="20000"/>
              </a:spcBef>
            </a:pPr>
            <a:r>
              <a:rPr lang="en-US" sz="900" b="1" dirty="0">
                <a:solidFill>
                  <a:schemeClr val="bg1"/>
                </a:solidFill>
              </a:rPr>
              <a:t>Lease Language &amp; Approvals</a:t>
            </a:r>
            <a:endParaRPr lang="en-US"/>
          </a:p>
        </p:txBody>
      </p:sp>
      <p:sp>
        <p:nvSpPr>
          <p:cNvPr id="35" name="Ellipse 34">
            <a:extLst>
              <a:ext uri="{FF2B5EF4-FFF2-40B4-BE49-F238E27FC236}">
                <a16:creationId xmlns:a16="http://schemas.microsoft.com/office/drawing/2014/main" id="{551FF8D2-8CEE-4381-8238-31B281D6252D}"/>
              </a:ext>
            </a:extLst>
          </p:cNvPr>
          <p:cNvSpPr/>
          <p:nvPr/>
        </p:nvSpPr>
        <p:spPr>
          <a:xfrm>
            <a:off x="5108257" y="4161890"/>
            <a:ext cx="146685" cy="146685"/>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36" name="ZoneTexte 35">
            <a:extLst>
              <a:ext uri="{FF2B5EF4-FFF2-40B4-BE49-F238E27FC236}">
                <a16:creationId xmlns:a16="http://schemas.microsoft.com/office/drawing/2014/main" id="{7B513799-D556-4ADF-99AC-3CEBAFEED600}"/>
              </a:ext>
            </a:extLst>
          </p:cNvPr>
          <p:cNvSpPr txBox="1"/>
          <p:nvPr/>
        </p:nvSpPr>
        <p:spPr>
          <a:xfrm>
            <a:off x="5343960" y="4189804"/>
            <a:ext cx="1226298" cy="118046"/>
          </a:xfrm>
          <a:prstGeom prst="rect">
            <a:avLst/>
          </a:prstGeom>
          <a:noFill/>
        </p:spPr>
        <p:txBody>
          <a:bodyPr wrap="none" lIns="0" tIns="0" rIns="0" bIns="0">
            <a:spAutoFit/>
          </a:bodyPr>
          <a:lstStyle/>
          <a:p>
            <a:pPr>
              <a:lnSpc>
                <a:spcPct val="85000"/>
              </a:lnSpc>
              <a:spcBef>
                <a:spcPct val="20000"/>
              </a:spcBef>
            </a:pPr>
            <a:r>
              <a:rPr lang="en-US" sz="900" b="1" dirty="0">
                <a:solidFill>
                  <a:schemeClr val="accent2"/>
                </a:solidFill>
              </a:rPr>
              <a:t>New Lease execution</a:t>
            </a:r>
            <a:endParaRPr lang="en-US"/>
          </a:p>
        </p:txBody>
      </p:sp>
      <p:sp>
        <p:nvSpPr>
          <p:cNvPr id="38" name="Rounded Rectangle 38">
            <a:extLst>
              <a:ext uri="{FF2B5EF4-FFF2-40B4-BE49-F238E27FC236}">
                <a16:creationId xmlns:a16="http://schemas.microsoft.com/office/drawing/2014/main" id="{1AA11210-2E9C-402B-90C1-DC020EEA7ABD}"/>
              </a:ext>
            </a:extLst>
          </p:cNvPr>
          <p:cNvSpPr/>
          <p:nvPr/>
        </p:nvSpPr>
        <p:spPr>
          <a:xfrm>
            <a:off x="1541257" y="3709006"/>
            <a:ext cx="1945640" cy="323086"/>
          </a:xfrm>
          <a:prstGeom prst="roundRect">
            <a:avLst>
              <a:gd name="adj" fmla="val 4871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18288" tIns="18288" rIns="108000" bIns="0" anchor="ctr" anchorCtr="1"/>
          <a:lstStyle/>
          <a:p>
            <a:pPr algn="ctr">
              <a:lnSpc>
                <a:spcPct val="95000"/>
              </a:lnSpc>
            </a:pPr>
            <a:r>
              <a:rPr lang="en-US" sz="900" b="1" dirty="0">
                <a:solidFill>
                  <a:schemeClr val="bg1"/>
                </a:solidFill>
              </a:rPr>
              <a:t>Qualitative &amp; quantitative Analysis, Test Fits</a:t>
            </a:r>
            <a:endParaRPr lang="en-US"/>
          </a:p>
        </p:txBody>
      </p:sp>
      <p:sp>
        <p:nvSpPr>
          <p:cNvPr id="39" name="Ellipse 38">
            <a:extLst>
              <a:ext uri="{FF2B5EF4-FFF2-40B4-BE49-F238E27FC236}">
                <a16:creationId xmlns:a16="http://schemas.microsoft.com/office/drawing/2014/main" id="{D98CF8B3-73E7-4BEA-9DD5-7A94B59670D7}"/>
              </a:ext>
            </a:extLst>
          </p:cNvPr>
          <p:cNvSpPr/>
          <p:nvPr/>
        </p:nvSpPr>
        <p:spPr>
          <a:xfrm>
            <a:off x="3292157" y="3797206"/>
            <a:ext cx="146685" cy="146685"/>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cxnSp>
        <p:nvCxnSpPr>
          <p:cNvPr id="41" name="Connecteur droit 40">
            <a:extLst>
              <a:ext uri="{FF2B5EF4-FFF2-40B4-BE49-F238E27FC236}">
                <a16:creationId xmlns:a16="http://schemas.microsoft.com/office/drawing/2014/main" id="{C435B32A-9664-4803-B72A-9832D41805DB}"/>
              </a:ext>
            </a:extLst>
          </p:cNvPr>
          <p:cNvCxnSpPr>
            <a:cxnSpLocks/>
            <a:stCxn id="30" idx="4"/>
            <a:endCxn id="50" idx="0"/>
          </p:cNvCxnSpPr>
          <p:nvPr/>
        </p:nvCxnSpPr>
        <p:spPr>
          <a:xfrm>
            <a:off x="6997064" y="4960352"/>
            <a:ext cx="0" cy="177215"/>
          </a:xfrm>
          <a:prstGeom prst="line">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cxnSp>
      <p:cxnSp>
        <p:nvCxnSpPr>
          <p:cNvPr id="42" name="Connecteur droit 41">
            <a:extLst>
              <a:ext uri="{FF2B5EF4-FFF2-40B4-BE49-F238E27FC236}">
                <a16:creationId xmlns:a16="http://schemas.microsoft.com/office/drawing/2014/main" id="{FC2FDF6A-2955-4606-B829-3601D5E95299}"/>
              </a:ext>
            </a:extLst>
          </p:cNvPr>
          <p:cNvCxnSpPr>
            <a:cxnSpLocks/>
            <a:stCxn id="21" idx="4"/>
            <a:endCxn id="52" idx="0"/>
          </p:cNvCxnSpPr>
          <p:nvPr/>
        </p:nvCxnSpPr>
        <p:spPr>
          <a:xfrm>
            <a:off x="9717024" y="5285536"/>
            <a:ext cx="0" cy="172071"/>
          </a:xfrm>
          <a:prstGeom prst="line">
            <a:avLst/>
          </a:prstGeom>
          <a:solidFill>
            <a:schemeClr val="bg1"/>
          </a:solidFill>
          <a:ln>
            <a:solidFill>
              <a:schemeClr val="tx1"/>
            </a:solidFill>
          </a:ln>
        </p:spPr>
        <p:style>
          <a:lnRef idx="0">
            <a:scrgbClr r="0" g="0" b="0"/>
          </a:lnRef>
          <a:fillRef idx="0">
            <a:scrgbClr r="0" g="0" b="0"/>
          </a:fillRef>
          <a:effectRef idx="0">
            <a:scrgbClr r="0" g="0" b="0"/>
          </a:effectRef>
          <a:fontRef idx="minor">
            <a:schemeClr val="lt1"/>
          </a:fontRef>
        </p:style>
      </p:cxnSp>
      <p:cxnSp>
        <p:nvCxnSpPr>
          <p:cNvPr id="46" name="Connecteur droit 45">
            <a:extLst>
              <a:ext uri="{FF2B5EF4-FFF2-40B4-BE49-F238E27FC236}">
                <a16:creationId xmlns:a16="http://schemas.microsoft.com/office/drawing/2014/main" id="{532C7F13-DA64-4D6D-884D-35B42E9D84AC}"/>
              </a:ext>
            </a:extLst>
          </p:cNvPr>
          <p:cNvCxnSpPr>
            <a:cxnSpLocks/>
            <a:stCxn id="35" idx="4"/>
            <a:endCxn id="47" idx="0"/>
          </p:cNvCxnSpPr>
          <p:nvPr/>
        </p:nvCxnSpPr>
        <p:spPr>
          <a:xfrm>
            <a:off x="5181600" y="4308575"/>
            <a:ext cx="0" cy="501241"/>
          </a:xfrm>
          <a:prstGeom prst="line">
            <a:avLst/>
          </a:prstGeom>
          <a:solidFill>
            <a:schemeClr val="bg1"/>
          </a:solidFill>
          <a:ln>
            <a:solidFill>
              <a:schemeClr val="accent2"/>
            </a:solidFill>
          </a:ln>
        </p:spPr>
        <p:style>
          <a:lnRef idx="0">
            <a:scrgbClr r="0" g="0" b="0"/>
          </a:lnRef>
          <a:fillRef idx="0">
            <a:scrgbClr r="0" g="0" b="0"/>
          </a:fillRef>
          <a:effectRef idx="0">
            <a:scrgbClr r="0" g="0" b="0"/>
          </a:effectRef>
          <a:fontRef idx="minor">
            <a:schemeClr val="lt1"/>
          </a:fontRef>
        </p:style>
      </p:cxnSp>
      <p:sp>
        <p:nvSpPr>
          <p:cNvPr id="10" name="Rounded Rectangle 48">
            <a:extLst>
              <a:ext uri="{FF2B5EF4-FFF2-40B4-BE49-F238E27FC236}">
                <a16:creationId xmlns:a16="http://schemas.microsoft.com/office/drawing/2014/main" id="{CE46CE74-CED2-45AB-A1CD-75295280B66F}"/>
              </a:ext>
            </a:extLst>
          </p:cNvPr>
          <p:cNvSpPr/>
          <p:nvPr/>
        </p:nvSpPr>
        <p:spPr>
          <a:xfrm>
            <a:off x="4277360" y="4449842"/>
            <a:ext cx="2332990" cy="228600"/>
          </a:xfrm>
          <a:prstGeom prst="roundRect">
            <a:avLst>
              <a:gd name="adj" fmla="val 48717"/>
            </a:avLst>
          </a:prstGeom>
          <a:solidFill>
            <a:schemeClr val="bg1"/>
          </a:solidFill>
          <a:ln>
            <a:solidFill>
              <a:schemeClr val="accent2"/>
            </a:solid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r>
              <a:rPr lang="en-US" sz="900" b="1" dirty="0">
                <a:solidFill>
                  <a:schemeClr val="accent2"/>
                </a:solidFill>
              </a:rPr>
              <a:t>Design &amp; Technical DD</a:t>
            </a:r>
            <a:endParaRPr lang="en-US"/>
          </a:p>
        </p:txBody>
      </p:sp>
      <p:sp>
        <p:nvSpPr>
          <p:cNvPr id="47" name="Ellipse 46">
            <a:extLst>
              <a:ext uri="{FF2B5EF4-FFF2-40B4-BE49-F238E27FC236}">
                <a16:creationId xmlns:a16="http://schemas.microsoft.com/office/drawing/2014/main" id="{0B1A1938-A68D-469E-8A38-46F82FF714C5}"/>
              </a:ext>
            </a:extLst>
          </p:cNvPr>
          <p:cNvSpPr/>
          <p:nvPr/>
        </p:nvSpPr>
        <p:spPr>
          <a:xfrm>
            <a:off x="5108257" y="4809816"/>
            <a:ext cx="146685" cy="146685"/>
          </a:xfrm>
          <a:prstGeom prst="ellipse">
            <a:avLst/>
          </a:prstGeom>
          <a:solidFill>
            <a:schemeClr val="bg1"/>
          </a:solidFill>
          <a:ln>
            <a:solidFill>
              <a:schemeClr val="accent2"/>
            </a:solid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endParaRPr lang="en-US" sz="900" b="1" dirty="0" err="1">
              <a:solidFill>
                <a:schemeClr val="accent2"/>
              </a:solidFill>
            </a:endParaRPr>
          </a:p>
        </p:txBody>
      </p:sp>
      <p:sp>
        <p:nvSpPr>
          <p:cNvPr id="50" name="Ellipse 49">
            <a:extLst>
              <a:ext uri="{FF2B5EF4-FFF2-40B4-BE49-F238E27FC236}">
                <a16:creationId xmlns:a16="http://schemas.microsoft.com/office/drawing/2014/main" id="{8B50AAC1-4BA0-445A-A598-4CFB5F6E16E1}"/>
              </a:ext>
            </a:extLst>
          </p:cNvPr>
          <p:cNvSpPr/>
          <p:nvPr/>
        </p:nvSpPr>
        <p:spPr>
          <a:xfrm>
            <a:off x="6923721" y="5137567"/>
            <a:ext cx="146685" cy="146685"/>
          </a:xfrm>
          <a:prstGeom prst="ellipse">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endParaRPr lang="en-US" sz="900" b="1" dirty="0" err="1">
              <a:solidFill>
                <a:schemeClr val="accent1"/>
              </a:solidFill>
            </a:endParaRPr>
          </a:p>
        </p:txBody>
      </p:sp>
      <p:sp>
        <p:nvSpPr>
          <p:cNvPr id="52" name="Ellipse 51">
            <a:extLst>
              <a:ext uri="{FF2B5EF4-FFF2-40B4-BE49-F238E27FC236}">
                <a16:creationId xmlns:a16="http://schemas.microsoft.com/office/drawing/2014/main" id="{3D72EDA0-1D8C-4ABE-9BA6-CA1011BCC78D}"/>
              </a:ext>
            </a:extLst>
          </p:cNvPr>
          <p:cNvSpPr/>
          <p:nvPr/>
        </p:nvSpPr>
        <p:spPr>
          <a:xfrm>
            <a:off x="9643681" y="5457607"/>
            <a:ext cx="146685" cy="146685"/>
          </a:xfrm>
          <a:prstGeom prst="ellipse">
            <a:avLst/>
          </a:prstGeom>
          <a:solidFill>
            <a:schemeClr val="bg1"/>
          </a:solidFill>
          <a:ln>
            <a:solidFill>
              <a:schemeClr val="tx1"/>
            </a:solidFill>
          </a:ln>
        </p:spPr>
        <p:style>
          <a:lnRef idx="0">
            <a:scrgbClr r="0" g="0" b="0"/>
          </a:lnRef>
          <a:fillRef idx="0">
            <a:scrgbClr r="0" g="0" b="0"/>
          </a:fillRef>
          <a:effectRef idx="0">
            <a:scrgbClr r="0" g="0" b="0"/>
          </a:effectRef>
          <a:fontRef idx="minor">
            <a:schemeClr val="lt1"/>
          </a:fontRef>
        </p:style>
        <p:txBody>
          <a:bodyPr lIns="18288" tIns="18288" rIns="18288" bIns="0" anchor="ctr" anchorCtr="1"/>
          <a:lstStyle/>
          <a:p>
            <a:pPr algn="ctr">
              <a:lnSpc>
                <a:spcPct val="85000"/>
              </a:lnSpc>
              <a:spcBef>
                <a:spcPct val="20000"/>
              </a:spcBef>
            </a:pPr>
            <a:endParaRPr lang="en-US" sz="900" b="1" dirty="0" err="1">
              <a:solidFill>
                <a:schemeClr val="tx1"/>
              </a:solidFill>
            </a:endParaRPr>
          </a:p>
        </p:txBody>
      </p:sp>
      <p:sp>
        <p:nvSpPr>
          <p:cNvPr id="54" name="Ellipse 53">
            <a:extLst>
              <a:ext uri="{FF2B5EF4-FFF2-40B4-BE49-F238E27FC236}">
                <a16:creationId xmlns:a16="http://schemas.microsoft.com/office/drawing/2014/main" id="{62D0388F-7140-42B3-9E1F-721D0C9DB234}"/>
              </a:ext>
            </a:extLst>
          </p:cNvPr>
          <p:cNvSpPr/>
          <p:nvPr/>
        </p:nvSpPr>
        <p:spPr>
          <a:xfrm>
            <a:off x="3292157" y="4161165"/>
            <a:ext cx="146685" cy="146685"/>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cxnSp>
        <p:nvCxnSpPr>
          <p:cNvPr id="56" name="Connecteur droit 55">
            <a:extLst>
              <a:ext uri="{FF2B5EF4-FFF2-40B4-BE49-F238E27FC236}">
                <a16:creationId xmlns:a16="http://schemas.microsoft.com/office/drawing/2014/main" id="{AEEFE876-3546-43C3-898C-9BBB1CEE974F}"/>
              </a:ext>
            </a:extLst>
          </p:cNvPr>
          <p:cNvCxnSpPr>
            <a:stCxn id="39" idx="4"/>
            <a:endCxn id="54" idx="0"/>
          </p:cNvCxnSpPr>
          <p:nvPr/>
        </p:nvCxnSpPr>
        <p:spPr>
          <a:xfrm>
            <a:off x="3365500" y="3943891"/>
            <a:ext cx="0" cy="21727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7" name="ZoneTexte 56">
            <a:extLst>
              <a:ext uri="{FF2B5EF4-FFF2-40B4-BE49-F238E27FC236}">
                <a16:creationId xmlns:a16="http://schemas.microsoft.com/office/drawing/2014/main" id="{A062F936-6FA3-41DB-AC59-9D42851C6452}"/>
              </a:ext>
            </a:extLst>
          </p:cNvPr>
          <p:cNvSpPr txBox="1"/>
          <p:nvPr/>
        </p:nvSpPr>
        <p:spPr>
          <a:xfrm>
            <a:off x="3535480" y="3821193"/>
            <a:ext cx="2468625" cy="118046"/>
          </a:xfrm>
          <a:prstGeom prst="rect">
            <a:avLst/>
          </a:prstGeom>
          <a:noFill/>
        </p:spPr>
        <p:txBody>
          <a:bodyPr wrap="none" lIns="0" tIns="0" rIns="0" bIns="0">
            <a:spAutoFit/>
          </a:bodyPr>
          <a:lstStyle/>
          <a:p>
            <a:pPr>
              <a:lnSpc>
                <a:spcPct val="85000"/>
              </a:lnSpc>
              <a:spcBef>
                <a:spcPct val="20000"/>
              </a:spcBef>
            </a:pPr>
            <a:r>
              <a:rPr lang="en-US" sz="900" b="1" dirty="0">
                <a:solidFill>
                  <a:schemeClr val="tx2"/>
                </a:solidFill>
              </a:rPr>
              <a:t>Stay vs. Go decision and/or LOI Submission</a:t>
            </a:r>
            <a:endParaRPr lang="en-US"/>
          </a:p>
        </p:txBody>
      </p:sp>
      <p:sp>
        <p:nvSpPr>
          <p:cNvPr id="58" name="ZoneTexte 57">
            <a:extLst>
              <a:ext uri="{FF2B5EF4-FFF2-40B4-BE49-F238E27FC236}">
                <a16:creationId xmlns:a16="http://schemas.microsoft.com/office/drawing/2014/main" id="{DEAD38ED-9FB9-4987-9707-A64372E6178E}"/>
              </a:ext>
            </a:extLst>
          </p:cNvPr>
          <p:cNvSpPr txBox="1"/>
          <p:nvPr/>
        </p:nvSpPr>
        <p:spPr>
          <a:xfrm>
            <a:off x="1230072" y="2728479"/>
            <a:ext cx="1284005" cy="118046"/>
          </a:xfrm>
          <a:prstGeom prst="rect">
            <a:avLst/>
          </a:prstGeom>
          <a:noFill/>
        </p:spPr>
        <p:txBody>
          <a:bodyPr wrap="none" lIns="0" tIns="0" rIns="0" bIns="0">
            <a:spAutoFit/>
          </a:bodyPr>
          <a:lstStyle/>
          <a:p>
            <a:pPr>
              <a:lnSpc>
                <a:spcPct val="85000"/>
              </a:lnSpc>
              <a:spcBef>
                <a:spcPct val="20000"/>
              </a:spcBef>
            </a:pPr>
            <a:r>
              <a:rPr lang="en-US" sz="900" b="1" dirty="0">
                <a:solidFill>
                  <a:schemeClr val="tx2"/>
                </a:solidFill>
              </a:rPr>
              <a:t>Long list development</a:t>
            </a:r>
            <a:endParaRPr lang="en-US"/>
          </a:p>
        </p:txBody>
      </p:sp>
      <p:sp>
        <p:nvSpPr>
          <p:cNvPr id="59" name="ZoneTexte 58">
            <a:extLst>
              <a:ext uri="{FF2B5EF4-FFF2-40B4-BE49-F238E27FC236}">
                <a16:creationId xmlns:a16="http://schemas.microsoft.com/office/drawing/2014/main" id="{8CAF2FB3-AC4B-4D3A-AF8E-65370188A45C}"/>
              </a:ext>
            </a:extLst>
          </p:cNvPr>
          <p:cNvSpPr txBox="1"/>
          <p:nvPr/>
        </p:nvSpPr>
        <p:spPr>
          <a:xfrm>
            <a:off x="1670127" y="3051253"/>
            <a:ext cx="2130391" cy="118046"/>
          </a:xfrm>
          <a:prstGeom prst="rect">
            <a:avLst/>
          </a:prstGeom>
          <a:noFill/>
        </p:spPr>
        <p:txBody>
          <a:bodyPr wrap="none" lIns="0" tIns="0" rIns="0" bIns="0">
            <a:spAutoFit/>
          </a:bodyPr>
          <a:lstStyle/>
          <a:p>
            <a:pPr>
              <a:lnSpc>
                <a:spcPct val="85000"/>
              </a:lnSpc>
              <a:spcBef>
                <a:spcPct val="20000"/>
              </a:spcBef>
            </a:pPr>
            <a:r>
              <a:rPr lang="en-US" sz="900" b="1" dirty="0">
                <a:solidFill>
                  <a:schemeClr val="accent2"/>
                </a:solidFill>
              </a:rPr>
              <a:t>Relocation Shortlist &amp; Property tours</a:t>
            </a:r>
            <a:endParaRPr lang="en-US"/>
          </a:p>
        </p:txBody>
      </p:sp>
      <p:sp>
        <p:nvSpPr>
          <p:cNvPr id="60" name="Ellipse 59">
            <a:extLst>
              <a:ext uri="{FF2B5EF4-FFF2-40B4-BE49-F238E27FC236}">
                <a16:creationId xmlns:a16="http://schemas.microsoft.com/office/drawing/2014/main" id="{A79F8776-B4C3-4465-93F1-A86F7E5033F5}"/>
              </a:ext>
            </a:extLst>
          </p:cNvPr>
          <p:cNvSpPr/>
          <p:nvPr/>
        </p:nvSpPr>
        <p:spPr>
          <a:xfrm>
            <a:off x="6016261" y="5457607"/>
            <a:ext cx="146685" cy="146685"/>
          </a:xfrm>
          <a:prstGeom prst="ellipse">
            <a:avLst/>
          </a:prstGeom>
          <a:solidFill>
            <a:srgbClr val="F68B1F"/>
          </a:solidFill>
          <a:ln>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p>
        </p:txBody>
      </p:sp>
      <p:sp>
        <p:nvSpPr>
          <p:cNvPr id="61" name="ZoneTexte 60">
            <a:extLst>
              <a:ext uri="{FF2B5EF4-FFF2-40B4-BE49-F238E27FC236}">
                <a16:creationId xmlns:a16="http://schemas.microsoft.com/office/drawing/2014/main" id="{1DCD7858-5520-473C-9ECA-DF8F8C2B1665}"/>
              </a:ext>
            </a:extLst>
          </p:cNvPr>
          <p:cNvSpPr txBox="1"/>
          <p:nvPr/>
        </p:nvSpPr>
        <p:spPr>
          <a:xfrm>
            <a:off x="6202800" y="5482506"/>
            <a:ext cx="1644681" cy="118046"/>
          </a:xfrm>
          <a:prstGeom prst="rect">
            <a:avLst/>
          </a:prstGeom>
          <a:noFill/>
        </p:spPr>
        <p:txBody>
          <a:bodyPr wrap="none" lIns="0" tIns="0" rIns="0" bIns="0">
            <a:spAutoFit/>
          </a:bodyPr>
          <a:lstStyle/>
          <a:p>
            <a:pPr>
              <a:lnSpc>
                <a:spcPct val="85000"/>
              </a:lnSpc>
              <a:spcBef>
                <a:spcPct val="20000"/>
              </a:spcBef>
            </a:pPr>
            <a:r>
              <a:rPr lang="en-US" sz="900" b="1" dirty="0">
                <a:solidFill>
                  <a:srgbClr val="FA6609"/>
                </a:solidFill>
              </a:rPr>
              <a:t>6-month Termination Notice</a:t>
            </a:r>
            <a:endParaRPr lang="en-US"/>
          </a:p>
        </p:txBody>
      </p:sp>
      <p:sp>
        <p:nvSpPr>
          <p:cNvPr id="62" name="Text Placeholder 3">
            <a:extLst>
              <a:ext uri="{FF2B5EF4-FFF2-40B4-BE49-F238E27FC236}">
                <a16:creationId xmlns:a16="http://schemas.microsoft.com/office/drawing/2014/main" id="{C4B0A66E-7986-42C4-BFE5-05D70FD1438E}"/>
              </a:ext>
            </a:extLst>
          </p:cNvPr>
          <p:cNvSpPr txBox="1">
            <a:spLocks/>
          </p:cNvSpPr>
          <p:nvPr/>
        </p:nvSpPr>
        <p:spPr>
          <a:xfrm>
            <a:off x="642570" y="1164337"/>
            <a:ext cx="5257800" cy="204782"/>
          </a:xfrm>
          <a:prstGeom prst="rect">
            <a:avLst/>
          </a:prstGeom>
        </p:spPr>
        <p:txBody>
          <a:bodyPr lIns="0" tIns="0" rIns="0" bIns="0"/>
          <a:lstStyle>
            <a:defPPr>
              <a:defRPr lang="en-US"/>
            </a:defPPr>
            <a:lvl1pPr indent="0" defTabSz="312479">
              <a:lnSpc>
                <a:spcPts val="1400"/>
              </a:lnSpc>
              <a:spcBef>
                <a:spcPts val="0"/>
              </a:spcBef>
              <a:spcAft>
                <a:spcPts val="377"/>
              </a:spcAft>
              <a:buClr>
                <a:schemeClr val="bg1">
                  <a:lumMod val="50000"/>
                </a:schemeClr>
              </a:buClr>
              <a:buFontTx/>
              <a:buNone/>
              <a:defRPr sz="1400">
                <a:ea typeface="Open Sans" charset="0"/>
                <a:cs typeface="Open Sans" charset="0"/>
              </a:defRPr>
            </a:lvl1pPr>
            <a:lvl2pPr marL="0" indent="0" defTabSz="312479">
              <a:lnSpc>
                <a:spcPct val="100000"/>
              </a:lnSpc>
              <a:spcBef>
                <a:spcPts val="0"/>
              </a:spcBef>
              <a:spcAft>
                <a:spcPts val="377"/>
              </a:spcAft>
              <a:buFont typeface="Arial"/>
              <a:buNone/>
              <a:defRPr sz="1938" cap="all">
                <a:solidFill>
                  <a:schemeClr val="bg2"/>
                </a:solidFill>
              </a:defRPr>
            </a:lvl2pPr>
            <a:lvl3pPr marL="0" indent="0" defTabSz="312479">
              <a:lnSpc>
                <a:spcPct val="100000"/>
              </a:lnSpc>
              <a:spcBef>
                <a:spcPts val="0"/>
              </a:spcBef>
              <a:spcAft>
                <a:spcPts val="377"/>
              </a:spcAft>
              <a:buFont typeface="Arial"/>
              <a:buNone/>
              <a:defRPr sz="969" cap="all"/>
            </a:lvl3pPr>
            <a:lvl4pPr marL="118695" indent="-118695" defTabSz="312479">
              <a:lnSpc>
                <a:spcPct val="100000"/>
              </a:lnSpc>
              <a:spcBef>
                <a:spcPts val="0"/>
              </a:spcBef>
              <a:spcAft>
                <a:spcPts val="377"/>
              </a:spcAft>
              <a:buClr>
                <a:schemeClr val="bg1">
                  <a:lumMod val="50000"/>
                </a:schemeClr>
              </a:buClr>
              <a:buFont typeface=".AppleSystemUIFont" charset="-120"/>
              <a:buChar char="&gt;"/>
              <a:defRPr sz="831" b="0">
                <a:solidFill>
                  <a:schemeClr val="bg1">
                    <a:lumMod val="50000"/>
                  </a:schemeClr>
                </a:solidFill>
              </a:defRPr>
            </a:lvl4pPr>
            <a:lvl5pPr marL="0" indent="0" defTabSz="312479">
              <a:lnSpc>
                <a:spcPct val="100000"/>
              </a:lnSpc>
              <a:spcBef>
                <a:spcPts val="0"/>
              </a:spcBef>
              <a:spcAft>
                <a:spcPts val="377"/>
              </a:spcAft>
              <a:buFont typeface="Arial"/>
              <a:buNone/>
              <a:defRPr sz="596" i="1"/>
            </a:lvl5pPr>
            <a:lvl6pPr marL="1718632" indent="-156240" defTabSz="312479">
              <a:spcBef>
                <a:spcPct val="20000"/>
              </a:spcBef>
              <a:buFont typeface="Arial"/>
              <a:buChar char="•"/>
              <a:defRPr sz="1381"/>
            </a:lvl6pPr>
            <a:lvl7pPr marL="2031111" indent="-156240" defTabSz="312479">
              <a:spcBef>
                <a:spcPct val="20000"/>
              </a:spcBef>
              <a:buFont typeface="Arial"/>
              <a:buChar char="•"/>
              <a:defRPr sz="1381"/>
            </a:lvl7pPr>
            <a:lvl8pPr marL="2343589" indent="-156240" defTabSz="312479">
              <a:spcBef>
                <a:spcPct val="20000"/>
              </a:spcBef>
              <a:buFont typeface="Arial"/>
              <a:buChar char="•"/>
              <a:defRPr sz="1381"/>
            </a:lvl8pPr>
            <a:lvl9pPr marL="2656068" indent="-156240" defTabSz="312479">
              <a:spcBef>
                <a:spcPct val="20000"/>
              </a:spcBef>
              <a:buFont typeface="Arial"/>
              <a:buChar char="•"/>
              <a:defRPr sz="1381"/>
            </a:lvl9pPr>
          </a:lstStyle>
          <a:p>
            <a:r>
              <a:rPr lang="en-US" dirty="0"/>
              <a:t>Estimated duration per project stage</a:t>
            </a:r>
            <a:endParaRPr lang="en-US"/>
          </a:p>
        </p:txBody>
      </p:sp>
      <p:sp>
        <p:nvSpPr>
          <p:cNvPr id="64" name="Légende : flèche vers la gauche 63">
            <a:extLst>
              <a:ext uri="{FF2B5EF4-FFF2-40B4-BE49-F238E27FC236}">
                <a16:creationId xmlns:a16="http://schemas.microsoft.com/office/drawing/2014/main" id="{BE02AEB9-3458-42DC-BDEA-1FF3E651C637}"/>
              </a:ext>
            </a:extLst>
          </p:cNvPr>
          <p:cNvSpPr/>
          <p:nvPr/>
        </p:nvSpPr>
        <p:spPr>
          <a:xfrm>
            <a:off x="11413808" y="2713518"/>
            <a:ext cx="1982414" cy="1489815"/>
          </a:xfrm>
          <a:prstGeom prst="leftArrowCallout">
            <a:avLst>
              <a:gd name="adj1" fmla="val 13360"/>
              <a:gd name="adj2" fmla="val 14815"/>
              <a:gd name="adj3" fmla="val 19180"/>
              <a:gd name="adj4" fmla="val 7604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lstStyle/>
          <a:p>
            <a:pPr algn="ctr"/>
            <a:r>
              <a:rPr lang="en-US" sz="1400" noProof="0" dirty="0" err="1">
                <a:solidFill>
                  <a:schemeClr val="tx2"/>
                </a:solidFill>
              </a:rPr>
              <a:t>Adapt</a:t>
            </a:r>
            <a:r>
              <a:rPr lang="en-US" sz="1400" noProof="0" dirty="0">
                <a:solidFill>
                  <a:schemeClr val="tx2"/>
                </a:solidFill>
              </a:rPr>
              <a:t> to local </a:t>
            </a:r>
            <a:r>
              <a:rPr lang="en-US" sz="1400" noProof="0" dirty="0" err="1">
                <a:solidFill>
                  <a:schemeClr val="tx2"/>
                </a:solidFill>
              </a:rPr>
              <a:t>project</a:t>
            </a:r>
            <a:r>
              <a:rPr lang="en-US" sz="1400" noProof="0" dirty="0">
                <a:solidFill>
                  <a:schemeClr val="tx2"/>
                </a:solidFill>
              </a:rPr>
              <a:t> if </a:t>
            </a:r>
            <a:r>
              <a:rPr lang="en-US" sz="1400" noProof="0" dirty="0" err="1">
                <a:solidFill>
                  <a:schemeClr val="tx2"/>
                </a:solidFill>
              </a:rPr>
              <a:t>necessary</a:t>
            </a:r>
            <a:r>
              <a:rPr lang="en-US" sz="1400" noProof="0" dirty="0">
                <a:solidFill>
                  <a:schemeClr val="tx2"/>
                </a:solidFill>
              </a:rPr>
              <a:t> / replace </a:t>
            </a:r>
            <a:r>
              <a:rPr lang="en-US" sz="1400" noProof="0" dirty="0" err="1">
                <a:solidFill>
                  <a:schemeClr val="tx2"/>
                </a:solidFill>
              </a:rPr>
              <a:t>with</a:t>
            </a:r>
            <a:r>
              <a:rPr lang="en-US" sz="1400" noProof="0" dirty="0">
                <a:solidFill>
                  <a:schemeClr val="tx2"/>
                </a:solidFill>
              </a:rPr>
              <a:t> local </a:t>
            </a:r>
            <a:r>
              <a:rPr lang="en-US" sz="1400" noProof="0" dirty="0" err="1">
                <a:solidFill>
                  <a:schemeClr val="tx2"/>
                </a:solidFill>
              </a:rPr>
              <a:t>template</a:t>
            </a:r>
            <a:r>
              <a:rPr lang="en-US" sz="1400" noProof="0" dirty="0">
                <a:solidFill>
                  <a:schemeClr val="tx2"/>
                </a:solidFill>
              </a:rPr>
              <a:t>.</a:t>
            </a:r>
            <a:endParaRPr lang="en-US"/>
          </a:p>
        </p:txBody>
      </p:sp>
    </p:spTree>
    <p:custDataLst>
      <p:custData r:id="rId1"/>
      <p:custData r:id="rId2"/>
      <p:tags r:id="rId3"/>
    </p:custDataLst>
    <p:extLst>
      <p:ext uri="{BB962C8B-B14F-4D97-AF65-F5344CB8AC3E}">
        <p14:creationId xmlns:p14="http://schemas.microsoft.com/office/powerpoint/2010/main" val="3785033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7">
            <a:extLst>
              <a:ext uri="{FF2B5EF4-FFF2-40B4-BE49-F238E27FC236}">
                <a16:creationId xmlns:a16="http://schemas.microsoft.com/office/drawing/2014/main" id="{13B6D0D3-39D1-4A1F-B198-4816DC010A9F}"/>
              </a:ext>
            </a:extLst>
          </p:cNvPr>
          <p:cNvSpPr txBox="1">
            <a:spLocks/>
          </p:cNvSpPr>
          <p:nvPr/>
        </p:nvSpPr>
        <p:spPr>
          <a:xfrm>
            <a:off x="10993580" y="248400"/>
            <a:ext cx="374400" cy="180000"/>
          </a:xfrm>
          <a:prstGeom prst="rect">
            <a:avLst/>
          </a:prstGeom>
        </p:spPr>
        <p:txBody>
          <a:bodyPr vert="horz" lIns="0" tIns="0" rIns="0" bIns="0" rtlCol="0" anchor="ctr"/>
          <a:lstStyle>
            <a:defPPr>
              <a:defRPr lang="en-US"/>
            </a:defPPr>
            <a:lvl1pPr algn="r">
              <a:defRPr sz="1050" b="1"/>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12</a:t>
            </a:fld>
            <a:endParaRPr lang="en-US" dirty="0"/>
          </a:p>
        </p:txBody>
      </p:sp>
      <p:sp>
        <p:nvSpPr>
          <p:cNvPr id="123" name="TextBox 122">
            <a:extLst>
              <a:ext uri="{FF2B5EF4-FFF2-40B4-BE49-F238E27FC236}">
                <a16:creationId xmlns:a16="http://schemas.microsoft.com/office/drawing/2014/main" id="{D7C456CC-C932-4223-A449-053CFDF8BB20}"/>
              </a:ext>
            </a:extLst>
          </p:cNvPr>
          <p:cNvSpPr txBox="1"/>
          <p:nvPr/>
        </p:nvSpPr>
        <p:spPr>
          <a:xfrm>
            <a:off x="654765" y="2476160"/>
            <a:ext cx="2411999" cy="1700466"/>
          </a:xfrm>
          <a:prstGeom prst="rect">
            <a:avLst/>
          </a:prstGeom>
          <a:noFill/>
        </p:spPr>
        <p:txBody>
          <a:bodyPr wrap="square" rtlCol="0">
            <a:spAutoFit/>
          </a:bodyPr>
          <a:lstStyle/>
          <a:p>
            <a:pPr lvl="0" fontAlgn="ctr">
              <a:spcBef>
                <a:spcPts val="600"/>
              </a:spcBef>
            </a:pPr>
            <a:r>
              <a:rPr lang="en-US" altLang="ja-JP" sz="1050" b="1" dirty="0">
                <a:solidFill>
                  <a:schemeClr val="tx2"/>
                </a:solidFill>
              </a:rPr>
              <a:t>Two types:</a:t>
            </a:r>
            <a:endParaRPr lang="en-US"/>
          </a:p>
          <a:p>
            <a:pPr marL="58289" indent="-58289" fontAlgn="ctr">
              <a:spcBef>
                <a:spcPts val="383"/>
              </a:spcBef>
              <a:buFont typeface="Arial" panose="020B0604020202020204" pitchFamily="34" charset="0"/>
              <a:buChar char="•"/>
            </a:pPr>
            <a:r>
              <a:rPr lang="en-US" altLang="ja-JP" sz="1050" dirty="0"/>
              <a:t>Standard or Traditional 2-year “auto-renewing” Japanese lease</a:t>
            </a:r>
            <a:endParaRPr lang="en-US"/>
          </a:p>
          <a:p>
            <a:pPr marL="58289" indent="-58289" fontAlgn="ctr">
              <a:spcBef>
                <a:spcPts val="383"/>
              </a:spcBef>
              <a:buFont typeface="Arial" panose="020B0604020202020204" pitchFamily="34" charset="0"/>
              <a:buChar char="•"/>
            </a:pPr>
            <a:r>
              <a:rPr lang="en-US" altLang="ja-JP" sz="1050" dirty="0"/>
              <a:t>Fixed term lease, usually 3-5 years</a:t>
            </a:r>
            <a:endParaRPr lang="en-US"/>
          </a:p>
          <a:p>
            <a:pPr fontAlgn="ctr">
              <a:spcBef>
                <a:spcPts val="383"/>
              </a:spcBef>
            </a:pPr>
            <a:r>
              <a:rPr lang="en-US" altLang="ja-JP" sz="1050" dirty="0"/>
              <a:t>Fixed term lease currently preferred by most landlords of Grade-A offices but prevailing market conditions can impact on lease flexibility</a:t>
            </a:r>
            <a:endParaRPr lang="en-US" sz="1050" dirty="0"/>
          </a:p>
        </p:txBody>
      </p:sp>
      <p:sp>
        <p:nvSpPr>
          <p:cNvPr id="125" name="Rectangle 19">
            <a:extLst>
              <a:ext uri="{FF2B5EF4-FFF2-40B4-BE49-F238E27FC236}">
                <a16:creationId xmlns:a16="http://schemas.microsoft.com/office/drawing/2014/main" id="{BEDFAD30-12AF-43C0-8020-7E336AB91430}"/>
              </a:ext>
            </a:extLst>
          </p:cNvPr>
          <p:cNvSpPr/>
          <p:nvPr/>
        </p:nvSpPr>
        <p:spPr>
          <a:xfrm>
            <a:off x="1283375" y="1977807"/>
            <a:ext cx="1431802" cy="338554"/>
          </a:xfrm>
          <a:prstGeom prst="rect">
            <a:avLst/>
          </a:prstGeom>
        </p:spPr>
        <p:txBody>
          <a:bodyPr wrap="none">
            <a:spAutoFit/>
          </a:bodyPr>
          <a:lstStyle/>
          <a:p>
            <a:pPr>
              <a:spcBef>
                <a:spcPts val="600"/>
              </a:spcBef>
              <a:spcAft>
                <a:spcPts val="600"/>
              </a:spcAft>
            </a:pPr>
            <a:r>
              <a:rPr lang="en-US" altLang="ja-JP" sz="1600" b="1" dirty="0">
                <a:solidFill>
                  <a:schemeClr val="accent1"/>
                </a:solidFill>
                <a:cs typeface="Times New Roman" panose="02020603050405020304" pitchFamily="18" charset="0"/>
              </a:rPr>
              <a:t>Lease terms</a:t>
            </a:r>
            <a:endParaRPr lang="en-US"/>
          </a:p>
        </p:txBody>
      </p:sp>
      <p:sp>
        <p:nvSpPr>
          <p:cNvPr id="127" name="TextBox 20">
            <a:extLst>
              <a:ext uri="{FF2B5EF4-FFF2-40B4-BE49-F238E27FC236}">
                <a16:creationId xmlns:a16="http://schemas.microsoft.com/office/drawing/2014/main" id="{30842302-AFB1-403B-A114-3D04D599C33F}"/>
              </a:ext>
            </a:extLst>
          </p:cNvPr>
          <p:cNvSpPr txBox="1"/>
          <p:nvPr/>
        </p:nvSpPr>
        <p:spPr>
          <a:xfrm>
            <a:off x="6226467" y="2476160"/>
            <a:ext cx="2411999" cy="1921039"/>
          </a:xfrm>
          <a:prstGeom prst="rect">
            <a:avLst/>
          </a:prstGeom>
          <a:noFill/>
        </p:spPr>
        <p:txBody>
          <a:bodyPr wrap="square" rtlCol="0">
            <a:spAutoFit/>
          </a:bodyPr>
          <a:lstStyle/>
          <a:p>
            <a:pPr fontAlgn="ctr">
              <a:spcBef>
                <a:spcPts val="383"/>
              </a:spcBef>
              <a:defRPr/>
            </a:pPr>
            <a:r>
              <a:rPr lang="en-US" altLang="ja-JP" sz="1050" dirty="0"/>
              <a:t>Traditional leases give tenants automatic right to terminate (usually with 6 month’s notice) and security of tenure (Section 28 of House &amp; </a:t>
            </a:r>
            <a:br>
              <a:rPr lang="en-US" altLang="ja-JP" sz="1050" dirty="0"/>
            </a:br>
            <a:r>
              <a:rPr lang="en-US" altLang="ja-JP" sz="1050" dirty="0"/>
              <a:t>Lease Law).</a:t>
            </a:r>
            <a:endParaRPr lang="en-US"/>
          </a:p>
          <a:p>
            <a:pPr fontAlgn="ctr">
              <a:spcBef>
                <a:spcPts val="383"/>
              </a:spcBef>
              <a:defRPr/>
            </a:pPr>
            <a:r>
              <a:rPr lang="en-US" altLang="ja-JP" sz="1050" dirty="0"/>
              <a:t>Fixed term leases do not contain a </a:t>
            </a:r>
            <a:br>
              <a:rPr lang="en-US" altLang="ja-JP" sz="1050" dirty="0"/>
            </a:br>
            <a:r>
              <a:rPr lang="en-US" altLang="ja-JP" sz="1050" dirty="0"/>
              <a:t>right to terminate but landlords are becoming more flexible to include break clauses etc. via negotiation on a case-by-case basis.</a:t>
            </a:r>
            <a:endParaRPr lang="en-US" sz="1050" dirty="0"/>
          </a:p>
        </p:txBody>
      </p:sp>
      <p:sp>
        <p:nvSpPr>
          <p:cNvPr id="129" name="Rectangle 26">
            <a:extLst>
              <a:ext uri="{FF2B5EF4-FFF2-40B4-BE49-F238E27FC236}">
                <a16:creationId xmlns:a16="http://schemas.microsoft.com/office/drawing/2014/main" id="{241379EF-1B55-414B-B794-E39DD1EA0FB7}"/>
              </a:ext>
            </a:extLst>
          </p:cNvPr>
          <p:cNvSpPr/>
          <p:nvPr/>
        </p:nvSpPr>
        <p:spPr>
          <a:xfrm>
            <a:off x="6850802" y="1977807"/>
            <a:ext cx="1274708" cy="338554"/>
          </a:xfrm>
          <a:prstGeom prst="rect">
            <a:avLst/>
          </a:prstGeom>
        </p:spPr>
        <p:txBody>
          <a:bodyPr wrap="none">
            <a:spAutoFit/>
          </a:bodyPr>
          <a:lstStyle/>
          <a:p>
            <a:pPr lvl="0">
              <a:defRPr/>
            </a:pPr>
            <a:r>
              <a:rPr lang="en-US" altLang="ja-JP" sz="1600" b="1" dirty="0">
                <a:solidFill>
                  <a:schemeClr val="accent1"/>
                </a:solidFill>
                <a:cs typeface="Times New Roman" panose="02020603050405020304" pitchFamily="18" charset="0"/>
              </a:rPr>
              <a:t>Exit</a:t>
            </a:r>
            <a:r>
              <a:rPr lang="en-US" altLang="ja-JP" sz="1600" b="1" dirty="0"/>
              <a:t> </a:t>
            </a:r>
            <a:r>
              <a:rPr lang="en-US" altLang="ja-JP" sz="1600" b="1" dirty="0">
                <a:solidFill>
                  <a:schemeClr val="accent1"/>
                </a:solidFill>
                <a:cs typeface="Times New Roman" panose="02020603050405020304" pitchFamily="18" charset="0"/>
              </a:rPr>
              <a:t>clause</a:t>
            </a:r>
            <a:endParaRPr lang="en-US"/>
          </a:p>
        </p:txBody>
      </p:sp>
      <p:sp>
        <p:nvSpPr>
          <p:cNvPr id="131" name="TextBox 27">
            <a:extLst>
              <a:ext uri="{FF2B5EF4-FFF2-40B4-BE49-F238E27FC236}">
                <a16:creationId xmlns:a16="http://schemas.microsoft.com/office/drawing/2014/main" id="{CD636675-6FC8-42C5-BA29-93C048223E01}"/>
              </a:ext>
            </a:extLst>
          </p:cNvPr>
          <p:cNvSpPr txBox="1"/>
          <p:nvPr/>
        </p:nvSpPr>
        <p:spPr>
          <a:xfrm>
            <a:off x="3420557" y="2476160"/>
            <a:ext cx="2411999" cy="1759456"/>
          </a:xfrm>
          <a:prstGeom prst="rect">
            <a:avLst/>
          </a:prstGeom>
          <a:noFill/>
        </p:spPr>
        <p:txBody>
          <a:bodyPr wrap="square" rtlCol="0">
            <a:spAutoFit/>
          </a:bodyPr>
          <a:lstStyle/>
          <a:p>
            <a:pPr fontAlgn="ctr">
              <a:spcBef>
                <a:spcPts val="383"/>
              </a:spcBef>
              <a:spcAft>
                <a:spcPct val="0"/>
              </a:spcAft>
              <a:defRPr/>
            </a:pPr>
            <a:r>
              <a:rPr lang="en-US" altLang="ja-JP" sz="1050" dirty="0"/>
              <a:t>Traditional Japanese leases are auto-renewing and rent increases/decreases only occur when the landlord or tenant makes a formal request, and an agreement is met.</a:t>
            </a:r>
            <a:endParaRPr lang="en-US"/>
          </a:p>
          <a:p>
            <a:pPr fontAlgn="ctr">
              <a:spcBef>
                <a:spcPts val="383"/>
              </a:spcBef>
              <a:spcAft>
                <a:spcPct val="0"/>
              </a:spcAft>
              <a:defRPr/>
            </a:pPr>
            <a:r>
              <a:rPr lang="en-US" altLang="ja-JP" sz="1050" dirty="0"/>
              <a:t>Fixed term leases have no automatic right to renew.  Re-contract is required, and typically result in rent to market rate levels.</a:t>
            </a:r>
            <a:endParaRPr lang="en-US" sz="1050" dirty="0"/>
          </a:p>
        </p:txBody>
      </p:sp>
      <p:sp>
        <p:nvSpPr>
          <p:cNvPr id="133" name="Rectangle 33">
            <a:extLst>
              <a:ext uri="{FF2B5EF4-FFF2-40B4-BE49-F238E27FC236}">
                <a16:creationId xmlns:a16="http://schemas.microsoft.com/office/drawing/2014/main" id="{FB2671D5-4AF3-4A32-847B-3F3330D9E31D}"/>
              </a:ext>
            </a:extLst>
          </p:cNvPr>
          <p:cNvSpPr/>
          <p:nvPr/>
        </p:nvSpPr>
        <p:spPr>
          <a:xfrm>
            <a:off x="3890352" y="1977807"/>
            <a:ext cx="1723549" cy="338554"/>
          </a:xfrm>
          <a:prstGeom prst="rect">
            <a:avLst/>
          </a:prstGeom>
        </p:spPr>
        <p:txBody>
          <a:bodyPr wrap="none">
            <a:spAutoFit/>
          </a:bodyPr>
          <a:lstStyle/>
          <a:p>
            <a:pPr lvl="0">
              <a:defRPr/>
            </a:pPr>
            <a:r>
              <a:rPr lang="en-US" altLang="ja-JP" sz="1600" b="1" dirty="0">
                <a:solidFill>
                  <a:schemeClr val="accent1"/>
                </a:solidFill>
                <a:cs typeface="Times New Roman" panose="02020603050405020304" pitchFamily="18" charset="0"/>
              </a:rPr>
              <a:t>Renewal</a:t>
            </a:r>
            <a:r>
              <a:rPr lang="en-US" altLang="ja-JP" sz="1600" b="1" dirty="0"/>
              <a:t> </a:t>
            </a:r>
            <a:r>
              <a:rPr lang="en-US" altLang="ja-JP" sz="1600" b="1" dirty="0">
                <a:solidFill>
                  <a:schemeClr val="accent1"/>
                </a:solidFill>
                <a:cs typeface="Times New Roman" panose="02020603050405020304" pitchFamily="18" charset="0"/>
              </a:rPr>
              <a:t>terms</a:t>
            </a:r>
            <a:endParaRPr lang="en-US" sz="1600" b="1" dirty="0">
              <a:solidFill>
                <a:schemeClr val="accent1"/>
              </a:solidFill>
              <a:cs typeface="Times New Roman" panose="02020603050405020304" pitchFamily="18" charset="0"/>
            </a:endParaRPr>
          </a:p>
        </p:txBody>
      </p:sp>
      <p:sp>
        <p:nvSpPr>
          <p:cNvPr id="135" name="TextBox 34">
            <a:extLst>
              <a:ext uri="{FF2B5EF4-FFF2-40B4-BE49-F238E27FC236}">
                <a16:creationId xmlns:a16="http://schemas.microsoft.com/office/drawing/2014/main" id="{B9FD4AF9-C15F-468B-AD2D-0E3643B5C484}"/>
              </a:ext>
            </a:extLst>
          </p:cNvPr>
          <p:cNvSpPr txBox="1"/>
          <p:nvPr/>
        </p:nvSpPr>
        <p:spPr>
          <a:xfrm>
            <a:off x="8941168" y="2476160"/>
            <a:ext cx="2411999" cy="1649169"/>
          </a:xfrm>
          <a:prstGeom prst="rect">
            <a:avLst/>
          </a:prstGeom>
          <a:noFill/>
        </p:spPr>
        <p:txBody>
          <a:bodyPr wrap="square" rtlCol="0">
            <a:spAutoFit/>
          </a:bodyPr>
          <a:lstStyle/>
          <a:p>
            <a:pPr fontAlgn="ctr">
              <a:spcBef>
                <a:spcPts val="383"/>
              </a:spcBef>
              <a:spcAft>
                <a:spcPct val="0"/>
              </a:spcAft>
              <a:defRPr/>
            </a:pPr>
            <a:r>
              <a:rPr lang="en-US" altLang="ja-JP" sz="1050" dirty="0"/>
              <a:t>Up to 12 months headline rent, typically paid in cash without interest.</a:t>
            </a:r>
            <a:endParaRPr lang="en-US"/>
          </a:p>
          <a:p>
            <a:pPr fontAlgn="ctr">
              <a:spcBef>
                <a:spcPts val="383"/>
              </a:spcBef>
              <a:spcAft>
                <a:spcPct val="0"/>
              </a:spcAft>
              <a:defRPr/>
            </a:pPr>
            <a:r>
              <a:rPr lang="en-US" altLang="ja-JP" sz="1050" dirty="0"/>
              <a:t>Balance kept in landlord’s account and returned net reinstatement costs.</a:t>
            </a:r>
            <a:endParaRPr lang="en-US"/>
          </a:p>
          <a:p>
            <a:pPr fontAlgn="ctr">
              <a:spcBef>
                <a:spcPts val="383"/>
              </a:spcBef>
              <a:spcAft>
                <a:spcPct val="0"/>
              </a:spcAft>
              <a:defRPr/>
            </a:pPr>
            <a:r>
              <a:rPr lang="en-US" altLang="ja-JP" sz="1050" dirty="0"/>
              <a:t>Deposit amount typically increased to match proportionate increase in rent at lease recontract. </a:t>
            </a:r>
            <a:endParaRPr lang="en-US"/>
          </a:p>
        </p:txBody>
      </p:sp>
      <p:sp>
        <p:nvSpPr>
          <p:cNvPr id="136" name="Freeform 37">
            <a:extLst>
              <a:ext uri="{FF2B5EF4-FFF2-40B4-BE49-F238E27FC236}">
                <a16:creationId xmlns:a16="http://schemas.microsoft.com/office/drawing/2014/main" id="{2175EC78-3DAA-423C-B242-337B70690C40}"/>
              </a:ext>
            </a:extLst>
          </p:cNvPr>
          <p:cNvSpPr>
            <a:spLocks noChangeArrowheads="1"/>
          </p:cNvSpPr>
          <p:nvPr/>
        </p:nvSpPr>
        <p:spPr bwMode="auto">
          <a:xfrm>
            <a:off x="9216699" y="2196465"/>
            <a:ext cx="1285" cy="1284"/>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chemeClr val="accent3"/>
          </a:solidFill>
          <a:ln w="32040" cap="flat">
            <a:solidFill>
              <a:srgbClr val="231F20"/>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p>
        </p:txBody>
      </p:sp>
      <p:sp>
        <p:nvSpPr>
          <p:cNvPr id="137" name="Rectangle 40">
            <a:extLst>
              <a:ext uri="{FF2B5EF4-FFF2-40B4-BE49-F238E27FC236}">
                <a16:creationId xmlns:a16="http://schemas.microsoft.com/office/drawing/2014/main" id="{65714D01-3E82-4CC6-94BF-103451948BD9}"/>
              </a:ext>
            </a:extLst>
          </p:cNvPr>
          <p:cNvSpPr/>
          <p:nvPr/>
        </p:nvSpPr>
        <p:spPr>
          <a:xfrm>
            <a:off x="9514202" y="1977807"/>
            <a:ext cx="1838965" cy="338554"/>
          </a:xfrm>
          <a:prstGeom prst="rect">
            <a:avLst/>
          </a:prstGeom>
        </p:spPr>
        <p:txBody>
          <a:bodyPr wrap="none">
            <a:spAutoFit/>
          </a:bodyPr>
          <a:lstStyle/>
          <a:p>
            <a:pPr lvl="0">
              <a:defRPr/>
            </a:pPr>
            <a:r>
              <a:rPr lang="en-US" altLang="ja-JP" sz="1600" b="1" dirty="0">
                <a:solidFill>
                  <a:schemeClr val="accent1"/>
                </a:solidFill>
                <a:cs typeface="Times New Roman" panose="02020603050405020304" pitchFamily="18" charset="0"/>
              </a:rPr>
              <a:t>Security</a:t>
            </a:r>
            <a:r>
              <a:rPr lang="en-US" altLang="ja-JP" sz="1600" b="1" dirty="0"/>
              <a:t> </a:t>
            </a:r>
            <a:r>
              <a:rPr lang="en-US" altLang="ja-JP" sz="1600" b="1" dirty="0">
                <a:solidFill>
                  <a:schemeClr val="accent1"/>
                </a:solidFill>
                <a:cs typeface="Times New Roman" panose="02020603050405020304" pitchFamily="18" charset="0"/>
              </a:rPr>
              <a:t>deposit</a:t>
            </a:r>
            <a:endParaRPr lang="en-US" sz="1600" b="1" dirty="0">
              <a:solidFill>
                <a:schemeClr val="accent1"/>
              </a:solidFill>
              <a:cs typeface="Times New Roman" panose="02020603050405020304" pitchFamily="18" charset="0"/>
            </a:endParaRPr>
          </a:p>
        </p:txBody>
      </p:sp>
      <p:sp>
        <p:nvSpPr>
          <p:cNvPr id="139" name="TextBox 41">
            <a:extLst>
              <a:ext uri="{FF2B5EF4-FFF2-40B4-BE49-F238E27FC236}">
                <a16:creationId xmlns:a16="http://schemas.microsoft.com/office/drawing/2014/main" id="{E3BE9830-14D5-43C0-AD68-626DA6461A7F}"/>
              </a:ext>
            </a:extLst>
          </p:cNvPr>
          <p:cNvSpPr txBox="1"/>
          <p:nvPr/>
        </p:nvSpPr>
        <p:spPr>
          <a:xfrm>
            <a:off x="693587" y="5020789"/>
            <a:ext cx="2411999" cy="1113125"/>
          </a:xfrm>
          <a:prstGeom prst="rect">
            <a:avLst/>
          </a:prstGeom>
          <a:noFill/>
        </p:spPr>
        <p:txBody>
          <a:bodyPr wrap="square" rtlCol="0">
            <a:spAutoFit/>
          </a:bodyPr>
          <a:lstStyle/>
          <a:p>
            <a:pPr fontAlgn="ctr">
              <a:spcBef>
                <a:spcPts val="383"/>
              </a:spcBef>
              <a:defRPr/>
            </a:pPr>
            <a:r>
              <a:rPr lang="en-US" altLang="ja-JP" sz="1050" dirty="0"/>
              <a:t>Tenants are required to restore the space to the original condition at lease  expiration at tenants expense.</a:t>
            </a:r>
            <a:endParaRPr lang="en-US"/>
          </a:p>
          <a:p>
            <a:pPr fontAlgn="ctr">
              <a:spcBef>
                <a:spcPts val="383"/>
              </a:spcBef>
              <a:defRPr/>
            </a:pPr>
            <a:r>
              <a:rPr lang="en-US" altLang="ja-JP" sz="1050" dirty="0"/>
              <a:t>Regular office estimate </a:t>
            </a:r>
            <a:r>
              <a:rPr lang="en-US" altLang="ja-JP" sz="1050" dirty="0">
                <a:sym typeface="Wingdings" panose="05000000000000000000" pitchFamily="2" charset="2"/>
              </a:rPr>
              <a:t></a:t>
            </a:r>
            <a:r>
              <a:rPr lang="en-US" altLang="ja-JP" sz="1050" dirty="0"/>
              <a:t> JPY 200,000 per tsubo (US$50 per sq ft)</a:t>
            </a:r>
            <a:endParaRPr lang="en-US" sz="1050" dirty="0"/>
          </a:p>
        </p:txBody>
      </p:sp>
      <p:sp>
        <p:nvSpPr>
          <p:cNvPr id="141" name="Rectangle 47">
            <a:extLst>
              <a:ext uri="{FF2B5EF4-FFF2-40B4-BE49-F238E27FC236}">
                <a16:creationId xmlns:a16="http://schemas.microsoft.com/office/drawing/2014/main" id="{EFCE4729-9503-4710-8CBC-BF184BC827AC}"/>
              </a:ext>
            </a:extLst>
          </p:cNvPr>
          <p:cNvSpPr/>
          <p:nvPr/>
        </p:nvSpPr>
        <p:spPr>
          <a:xfrm>
            <a:off x="989483" y="4566268"/>
            <a:ext cx="1715534" cy="338554"/>
          </a:xfrm>
          <a:prstGeom prst="rect">
            <a:avLst/>
          </a:prstGeom>
        </p:spPr>
        <p:txBody>
          <a:bodyPr wrap="none">
            <a:spAutoFit/>
          </a:bodyPr>
          <a:lstStyle/>
          <a:p>
            <a:pPr lvl="0">
              <a:defRPr/>
            </a:pPr>
            <a:r>
              <a:rPr lang="en-US" altLang="ja-JP" sz="1600" b="1" dirty="0">
                <a:solidFill>
                  <a:schemeClr val="accent1"/>
                </a:solidFill>
                <a:cs typeface="Times New Roman" panose="02020603050405020304" pitchFamily="18" charset="0"/>
              </a:rPr>
              <a:t>Reinstatement</a:t>
            </a:r>
            <a:endParaRPr lang="en-US" sz="1600" b="1" dirty="0">
              <a:solidFill>
                <a:schemeClr val="accent1"/>
              </a:solidFill>
              <a:cs typeface="Times New Roman" panose="02020603050405020304" pitchFamily="18" charset="0"/>
            </a:endParaRPr>
          </a:p>
        </p:txBody>
      </p:sp>
      <p:sp>
        <p:nvSpPr>
          <p:cNvPr id="143" name="TextBox 48">
            <a:extLst>
              <a:ext uri="{FF2B5EF4-FFF2-40B4-BE49-F238E27FC236}">
                <a16:creationId xmlns:a16="http://schemas.microsoft.com/office/drawing/2014/main" id="{1B4202BB-CDC3-4599-90BD-6970DD474DC3}"/>
              </a:ext>
            </a:extLst>
          </p:cNvPr>
          <p:cNvSpPr txBox="1"/>
          <p:nvPr/>
        </p:nvSpPr>
        <p:spPr>
          <a:xfrm>
            <a:off x="3402229" y="5020789"/>
            <a:ext cx="2411999" cy="1274708"/>
          </a:xfrm>
          <a:prstGeom prst="rect">
            <a:avLst/>
          </a:prstGeom>
          <a:noFill/>
        </p:spPr>
        <p:txBody>
          <a:bodyPr wrap="square" lIns="91440" tIns="45720" rIns="91440" bIns="45720" rtlCol="0" anchor="t">
            <a:spAutoFit/>
          </a:bodyPr>
          <a:lstStyle/>
          <a:p>
            <a:pPr fontAlgn="ctr">
              <a:spcBef>
                <a:spcPts val="383"/>
              </a:spcBef>
              <a:defRPr/>
            </a:pPr>
            <a:r>
              <a:rPr lang="en-US" altLang="ja-JP" sz="1050" dirty="0"/>
              <a:t>Tenants pay all fitout costs and are typically required to use the landlord’s nominated contractor for the majority of build-out work.</a:t>
            </a:r>
            <a:endParaRPr lang="en-US"/>
          </a:p>
          <a:p>
            <a:pPr fontAlgn="ctr">
              <a:spcBef>
                <a:spcPts val="383"/>
              </a:spcBef>
              <a:defRPr/>
            </a:pPr>
            <a:r>
              <a:rPr lang="en-US" altLang="ja-JP" sz="1050" dirty="0"/>
              <a:t>Regular office estimate cost JPY 800,000 – 1,500,000 per tsubo (US$ 177 - 332 per sq ft)</a:t>
            </a:r>
            <a:endParaRPr lang="en-US" sz="1050" dirty="0"/>
          </a:p>
        </p:txBody>
      </p:sp>
      <p:sp>
        <p:nvSpPr>
          <p:cNvPr id="145" name="Rectangle 54">
            <a:extLst>
              <a:ext uri="{FF2B5EF4-FFF2-40B4-BE49-F238E27FC236}">
                <a16:creationId xmlns:a16="http://schemas.microsoft.com/office/drawing/2014/main" id="{4079942F-55C0-4DA5-AE4D-37D7BE014F47}"/>
              </a:ext>
            </a:extLst>
          </p:cNvPr>
          <p:cNvSpPr/>
          <p:nvPr/>
        </p:nvSpPr>
        <p:spPr>
          <a:xfrm>
            <a:off x="3957112" y="4566268"/>
            <a:ext cx="865943" cy="338554"/>
          </a:xfrm>
          <a:prstGeom prst="rect">
            <a:avLst/>
          </a:prstGeom>
        </p:spPr>
        <p:txBody>
          <a:bodyPr wrap="none">
            <a:spAutoFit/>
          </a:bodyPr>
          <a:lstStyle/>
          <a:p>
            <a:pPr lvl="0">
              <a:defRPr/>
            </a:pPr>
            <a:r>
              <a:rPr lang="en-US" altLang="ja-JP" sz="1600" b="1" dirty="0">
                <a:solidFill>
                  <a:schemeClr val="accent1"/>
                </a:solidFill>
                <a:cs typeface="Times New Roman" panose="02020603050405020304" pitchFamily="18" charset="0"/>
              </a:rPr>
              <a:t>Fit-out</a:t>
            </a:r>
            <a:endParaRPr lang="en-US" sz="1600" b="1" dirty="0">
              <a:solidFill>
                <a:schemeClr val="accent1"/>
              </a:solidFill>
              <a:cs typeface="Times New Roman" panose="02020603050405020304" pitchFamily="18" charset="0"/>
            </a:endParaRPr>
          </a:p>
        </p:txBody>
      </p:sp>
      <p:sp>
        <p:nvSpPr>
          <p:cNvPr id="147" name="TextBox 55">
            <a:extLst>
              <a:ext uri="{FF2B5EF4-FFF2-40B4-BE49-F238E27FC236}">
                <a16:creationId xmlns:a16="http://schemas.microsoft.com/office/drawing/2014/main" id="{8A0DF8C0-22BF-4FA5-A090-48B1D5CC6574}"/>
              </a:ext>
            </a:extLst>
          </p:cNvPr>
          <p:cNvSpPr txBox="1"/>
          <p:nvPr/>
        </p:nvSpPr>
        <p:spPr>
          <a:xfrm>
            <a:off x="6236714" y="5020789"/>
            <a:ext cx="2411999" cy="900246"/>
          </a:xfrm>
          <a:prstGeom prst="rect">
            <a:avLst/>
          </a:prstGeom>
          <a:noFill/>
        </p:spPr>
        <p:txBody>
          <a:bodyPr wrap="square" rtlCol="0">
            <a:spAutoFit/>
          </a:bodyPr>
          <a:lstStyle/>
          <a:p>
            <a:pPr fontAlgn="ctr">
              <a:spcBef>
                <a:spcPts val="383"/>
              </a:spcBef>
              <a:defRPr/>
            </a:pPr>
            <a:r>
              <a:rPr lang="en-US" altLang="ja-JP" sz="1050" dirty="0"/>
              <a:t>Subleases are very rare, but in situations when they are allows,  tenants may typically share with group companies under the same corporate umbrella. </a:t>
            </a:r>
            <a:endParaRPr lang="en-US" sz="1050" dirty="0"/>
          </a:p>
        </p:txBody>
      </p:sp>
      <p:sp>
        <p:nvSpPr>
          <p:cNvPr id="149" name="Rectangle 61">
            <a:extLst>
              <a:ext uri="{FF2B5EF4-FFF2-40B4-BE49-F238E27FC236}">
                <a16:creationId xmlns:a16="http://schemas.microsoft.com/office/drawing/2014/main" id="{893015A9-E680-46FA-B13C-C8C44E047E7F}"/>
              </a:ext>
            </a:extLst>
          </p:cNvPr>
          <p:cNvSpPr/>
          <p:nvPr/>
        </p:nvSpPr>
        <p:spPr>
          <a:xfrm>
            <a:off x="6850802" y="4566268"/>
            <a:ext cx="1527914" cy="338554"/>
          </a:xfrm>
          <a:prstGeom prst="rect">
            <a:avLst/>
          </a:prstGeom>
        </p:spPr>
        <p:txBody>
          <a:bodyPr wrap="square">
            <a:spAutoFit/>
          </a:bodyPr>
          <a:lstStyle/>
          <a:p>
            <a:pPr>
              <a:spcBef>
                <a:spcPts val="600"/>
              </a:spcBef>
              <a:spcAft>
                <a:spcPts val="600"/>
              </a:spcAft>
            </a:pPr>
            <a:r>
              <a:rPr lang="en-US" altLang="ja-JP" sz="1600" b="1" dirty="0">
                <a:solidFill>
                  <a:schemeClr val="accent1"/>
                </a:solidFill>
                <a:cs typeface="Times New Roman" panose="02020603050405020304" pitchFamily="18" charset="0"/>
              </a:rPr>
              <a:t>Alienation</a:t>
            </a:r>
            <a:endParaRPr lang="en-US"/>
          </a:p>
        </p:txBody>
      </p:sp>
      <p:sp>
        <p:nvSpPr>
          <p:cNvPr id="151" name="TextBox 62">
            <a:extLst>
              <a:ext uri="{FF2B5EF4-FFF2-40B4-BE49-F238E27FC236}">
                <a16:creationId xmlns:a16="http://schemas.microsoft.com/office/drawing/2014/main" id="{3026E6D8-33D0-43D6-A760-8FA2BC0E7E8D}"/>
              </a:ext>
            </a:extLst>
          </p:cNvPr>
          <p:cNvSpPr txBox="1"/>
          <p:nvPr/>
        </p:nvSpPr>
        <p:spPr>
          <a:xfrm>
            <a:off x="8979990" y="5020789"/>
            <a:ext cx="2411999" cy="1113125"/>
          </a:xfrm>
          <a:prstGeom prst="rect">
            <a:avLst/>
          </a:prstGeom>
          <a:noFill/>
        </p:spPr>
        <p:txBody>
          <a:bodyPr wrap="square" rtlCol="0">
            <a:spAutoFit/>
          </a:bodyPr>
          <a:lstStyle/>
          <a:p>
            <a:pPr fontAlgn="ctr">
              <a:spcBef>
                <a:spcPts val="383"/>
              </a:spcBef>
              <a:defRPr/>
            </a:pPr>
            <a:r>
              <a:rPr lang="en-US" altLang="ja-JP" sz="1050" dirty="0"/>
              <a:t>Domestic companies: 2-4 tsubo (70-140 sqft) / person</a:t>
            </a:r>
            <a:endParaRPr lang="en-US"/>
          </a:p>
          <a:p>
            <a:pPr fontAlgn="ctr">
              <a:spcBef>
                <a:spcPts val="383"/>
              </a:spcBef>
              <a:defRPr/>
            </a:pPr>
            <a:r>
              <a:rPr lang="en-US" altLang="ja-JP" sz="1050" dirty="0"/>
              <a:t>Multinationals: 3-5 tsubo</a:t>
            </a:r>
            <a:br>
              <a:rPr lang="en-US" altLang="ja-JP" sz="1050" dirty="0"/>
            </a:br>
            <a:r>
              <a:rPr lang="en-US" altLang="ja-JP" sz="1050" dirty="0"/>
              <a:t>(100-180 sqft) / person</a:t>
            </a:r>
            <a:endParaRPr lang="en-US"/>
          </a:p>
          <a:p>
            <a:pPr fontAlgn="ctr">
              <a:defRPr/>
            </a:pPr>
            <a:r>
              <a:rPr lang="en-US" sz="1050" dirty="0"/>
              <a:t>Legal Firms: 4-6 tsubo</a:t>
            </a:r>
            <a:endParaRPr lang="en-US"/>
          </a:p>
          <a:p>
            <a:pPr fontAlgn="ctr">
              <a:defRPr/>
            </a:pPr>
            <a:r>
              <a:rPr lang="en-US" sz="1050" dirty="0"/>
              <a:t>(140-210 sqft)/person</a:t>
            </a:r>
            <a:endParaRPr lang="en-US" sz="1400" dirty="0"/>
          </a:p>
        </p:txBody>
      </p:sp>
      <p:sp>
        <p:nvSpPr>
          <p:cNvPr id="153" name="Rectangle 68">
            <a:extLst>
              <a:ext uri="{FF2B5EF4-FFF2-40B4-BE49-F238E27FC236}">
                <a16:creationId xmlns:a16="http://schemas.microsoft.com/office/drawing/2014/main" id="{0BE50684-118A-412A-BE80-3A0213628CD7}"/>
              </a:ext>
            </a:extLst>
          </p:cNvPr>
          <p:cNvSpPr/>
          <p:nvPr/>
        </p:nvSpPr>
        <p:spPr>
          <a:xfrm>
            <a:off x="9675828" y="4566268"/>
            <a:ext cx="1861407" cy="338554"/>
          </a:xfrm>
          <a:prstGeom prst="rect">
            <a:avLst/>
          </a:prstGeom>
        </p:spPr>
        <p:txBody>
          <a:bodyPr wrap="none">
            <a:spAutoFit/>
          </a:bodyPr>
          <a:lstStyle/>
          <a:p>
            <a:pPr lvl="0">
              <a:defRPr/>
            </a:pPr>
            <a:r>
              <a:rPr lang="en-US" altLang="ja-JP" sz="1600" b="1" dirty="0">
                <a:solidFill>
                  <a:schemeClr val="accent1"/>
                </a:solidFill>
                <a:cs typeface="Times New Roman" panose="02020603050405020304" pitchFamily="18" charset="0"/>
              </a:rPr>
              <a:t>Space</a:t>
            </a:r>
            <a:r>
              <a:rPr lang="en-US" altLang="ja-JP" sz="1600" b="1" dirty="0"/>
              <a:t> </a:t>
            </a:r>
            <a:r>
              <a:rPr lang="en-US" altLang="ja-JP" sz="1600" b="1" dirty="0">
                <a:solidFill>
                  <a:schemeClr val="accent1"/>
                </a:solidFill>
                <a:cs typeface="Times New Roman" panose="02020603050405020304" pitchFamily="18" charset="0"/>
              </a:rPr>
              <a:t>standards</a:t>
            </a:r>
            <a:endParaRPr lang="en-US" sz="1600" b="1" dirty="0">
              <a:solidFill>
                <a:schemeClr val="accent1"/>
              </a:solidFill>
              <a:cs typeface="Times New Roman" panose="02020603050405020304" pitchFamily="18" charset="0"/>
            </a:endParaRPr>
          </a:p>
        </p:txBody>
      </p:sp>
      <p:sp>
        <p:nvSpPr>
          <p:cNvPr id="89" name="Légende : flèche vers la gauche 88">
            <a:extLst>
              <a:ext uri="{FF2B5EF4-FFF2-40B4-BE49-F238E27FC236}">
                <a16:creationId xmlns:a16="http://schemas.microsoft.com/office/drawing/2014/main" id="{4D19E2B6-006A-4C2D-9106-88D7A2E962A5}"/>
              </a:ext>
            </a:extLst>
          </p:cNvPr>
          <p:cNvSpPr/>
          <p:nvPr/>
        </p:nvSpPr>
        <p:spPr>
          <a:xfrm>
            <a:off x="4176980" y="810991"/>
            <a:ext cx="1840360" cy="782759"/>
          </a:xfrm>
          <a:prstGeom prst="leftArrowCallout">
            <a:avLst>
              <a:gd name="adj1" fmla="val 25280"/>
              <a:gd name="adj2" fmla="val 25543"/>
              <a:gd name="adj3" fmla="val 28716"/>
              <a:gd name="adj4" fmla="val 7604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err="1">
                <a:solidFill>
                  <a:schemeClr val="tx2"/>
                </a:solidFill>
              </a:rPr>
              <a:t>Adapt</a:t>
            </a:r>
            <a:r>
              <a:rPr lang="en-US" sz="1400" noProof="0" dirty="0">
                <a:solidFill>
                  <a:schemeClr val="tx2"/>
                </a:solidFill>
              </a:rPr>
              <a:t> to city </a:t>
            </a:r>
            <a:r>
              <a:rPr lang="en-US" sz="1400" noProof="0" dirty="0" err="1">
                <a:solidFill>
                  <a:schemeClr val="tx2"/>
                </a:solidFill>
              </a:rPr>
              <a:t>market</a:t>
            </a:r>
            <a:endParaRPr lang="en-US" sz="1400" noProof="0" dirty="0">
              <a:solidFill>
                <a:schemeClr val="tx2"/>
              </a:solidFill>
            </a:endParaRPr>
          </a:p>
        </p:txBody>
      </p:sp>
      <p:pic>
        <p:nvPicPr>
          <p:cNvPr id="85" name="Graphic 1">
            <a:extLst>
              <a:ext uri="{FF2B5EF4-FFF2-40B4-BE49-F238E27FC236}">
                <a16:creationId xmlns:a16="http://schemas.microsoft.com/office/drawing/2014/main" id="{6C46D2E0-1B61-4BA2-93FE-CCCCB5834B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9652" y="1799473"/>
            <a:ext cx="712358" cy="712358"/>
          </a:xfrm>
          <a:prstGeom prst="rect">
            <a:avLst/>
          </a:prstGeom>
        </p:spPr>
      </p:pic>
      <p:pic>
        <p:nvPicPr>
          <p:cNvPr id="86" name="Graphic 3">
            <a:extLst>
              <a:ext uri="{FF2B5EF4-FFF2-40B4-BE49-F238E27FC236}">
                <a16:creationId xmlns:a16="http://schemas.microsoft.com/office/drawing/2014/main" id="{9E963D16-0140-4FC5-B92C-6939B1F4B63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5400000" flipH="1">
            <a:off x="3390542" y="1853160"/>
            <a:ext cx="612604" cy="612604"/>
          </a:xfrm>
          <a:prstGeom prst="rect">
            <a:avLst/>
          </a:prstGeom>
        </p:spPr>
      </p:pic>
      <p:pic>
        <p:nvPicPr>
          <p:cNvPr id="93" name="Graphic 3">
            <a:extLst>
              <a:ext uri="{FF2B5EF4-FFF2-40B4-BE49-F238E27FC236}">
                <a16:creationId xmlns:a16="http://schemas.microsoft.com/office/drawing/2014/main" id="{EB421A8C-C6C0-4127-ACF9-F61FDE6FE50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15640" y="4429756"/>
            <a:ext cx="712358" cy="712358"/>
          </a:xfrm>
          <a:prstGeom prst="rect">
            <a:avLst/>
          </a:prstGeom>
        </p:spPr>
      </p:pic>
      <p:grpSp>
        <p:nvGrpSpPr>
          <p:cNvPr id="15" name="Groupe 14">
            <a:extLst>
              <a:ext uri="{FF2B5EF4-FFF2-40B4-BE49-F238E27FC236}">
                <a16:creationId xmlns:a16="http://schemas.microsoft.com/office/drawing/2014/main" id="{53E2C706-90C8-4EF9-BC57-9A6B2D2A9708}"/>
              </a:ext>
            </a:extLst>
          </p:cNvPr>
          <p:cNvGrpSpPr/>
          <p:nvPr/>
        </p:nvGrpSpPr>
        <p:grpSpPr>
          <a:xfrm>
            <a:off x="9035413" y="1880152"/>
            <a:ext cx="451022" cy="540235"/>
            <a:chOff x="2009267" y="813104"/>
            <a:chExt cx="1402507" cy="1679927"/>
          </a:xfrm>
        </p:grpSpPr>
        <p:sp>
          <p:nvSpPr>
            <p:cNvPr id="11" name="Forme libre : forme 10">
              <a:extLst>
                <a:ext uri="{FF2B5EF4-FFF2-40B4-BE49-F238E27FC236}">
                  <a16:creationId xmlns:a16="http://schemas.microsoft.com/office/drawing/2014/main" id="{C48269D6-207A-4C11-A9F1-A74659D1F3DD}"/>
                </a:ext>
              </a:extLst>
            </p:cNvPr>
            <p:cNvSpPr/>
            <p:nvPr/>
          </p:nvSpPr>
          <p:spPr>
            <a:xfrm>
              <a:off x="2009267" y="813104"/>
              <a:ext cx="1402507" cy="1679927"/>
            </a:xfrm>
            <a:custGeom>
              <a:avLst/>
              <a:gdLst>
                <a:gd name="connsiteX0" fmla="*/ 1337573 w 1402506"/>
                <a:gd name="connsiteY0" fmla="*/ 292182 h 1679927"/>
                <a:gd name="connsiteX1" fmla="*/ 1232784 w 1402506"/>
                <a:gd name="connsiteY1" fmla="*/ 304044 h 1679927"/>
                <a:gd name="connsiteX2" fmla="*/ 742825 w 1402506"/>
                <a:gd name="connsiteY2" fmla="*/ 20428 h 1679927"/>
                <a:gd name="connsiteX3" fmla="*/ 669071 w 1402506"/>
                <a:gd name="connsiteY3" fmla="*/ 10980 h 1679927"/>
                <a:gd name="connsiteX4" fmla="*/ 659623 w 1402506"/>
                <a:gd name="connsiteY4" fmla="*/ 20428 h 1679927"/>
                <a:gd name="connsiteX5" fmla="*/ 65055 w 1402506"/>
                <a:gd name="connsiteY5" fmla="*/ 292230 h 1679927"/>
                <a:gd name="connsiteX6" fmla="*/ 2083 w 1402506"/>
                <a:gd name="connsiteY6" fmla="*/ 326449 h 1679927"/>
                <a:gd name="connsiteX7" fmla="*/ 0 w 1402506"/>
                <a:gd name="connsiteY7" fmla="*/ 340858 h 1679927"/>
                <a:gd name="connsiteX8" fmla="*/ 0 w 1402506"/>
                <a:gd name="connsiteY8" fmla="*/ 817484 h 1679927"/>
                <a:gd name="connsiteX9" fmla="*/ 687912 w 1402506"/>
                <a:gd name="connsiteY9" fmla="*/ 1678143 h 1679927"/>
                <a:gd name="connsiteX10" fmla="*/ 714597 w 1402506"/>
                <a:gd name="connsiteY10" fmla="*/ 1678143 h 1679927"/>
                <a:gd name="connsiteX11" fmla="*/ 817953 w 1402506"/>
                <a:gd name="connsiteY11" fmla="*/ 1639542 h 1679927"/>
                <a:gd name="connsiteX12" fmla="*/ 1402507 w 1402506"/>
                <a:gd name="connsiteY12" fmla="*/ 817603 h 1679927"/>
                <a:gd name="connsiteX13" fmla="*/ 1402507 w 1402506"/>
                <a:gd name="connsiteY13" fmla="*/ 340873 h 1679927"/>
                <a:gd name="connsiteX14" fmla="*/ 1351485 w 1402506"/>
                <a:gd name="connsiteY14" fmla="*/ 290197 h 1679927"/>
                <a:gd name="connsiteX15" fmla="*/ 1337570 w 1402506"/>
                <a:gd name="connsiteY15" fmla="*/ 292187 h 1679927"/>
                <a:gd name="connsiteX0" fmla="*/ 1402507 w 1493947"/>
                <a:gd name="connsiteY0" fmla="*/ 340873 h 1679927"/>
                <a:gd name="connsiteX1" fmla="*/ 1351485 w 1493947"/>
                <a:gd name="connsiteY1" fmla="*/ 290197 h 1679927"/>
                <a:gd name="connsiteX2" fmla="*/ 1337570 w 1493947"/>
                <a:gd name="connsiteY2" fmla="*/ 292187 h 1679927"/>
                <a:gd name="connsiteX3" fmla="*/ 1337573 w 1493947"/>
                <a:gd name="connsiteY3" fmla="*/ 292182 h 1679927"/>
                <a:gd name="connsiteX4" fmla="*/ 1232784 w 1493947"/>
                <a:gd name="connsiteY4" fmla="*/ 304044 h 1679927"/>
                <a:gd name="connsiteX5" fmla="*/ 742825 w 1493947"/>
                <a:gd name="connsiteY5" fmla="*/ 20428 h 1679927"/>
                <a:gd name="connsiteX6" fmla="*/ 669071 w 1493947"/>
                <a:gd name="connsiteY6" fmla="*/ 10980 h 1679927"/>
                <a:gd name="connsiteX7" fmla="*/ 659623 w 1493947"/>
                <a:gd name="connsiteY7" fmla="*/ 20428 h 1679927"/>
                <a:gd name="connsiteX8" fmla="*/ 65055 w 1493947"/>
                <a:gd name="connsiteY8" fmla="*/ 292230 h 1679927"/>
                <a:gd name="connsiteX9" fmla="*/ 2083 w 1493947"/>
                <a:gd name="connsiteY9" fmla="*/ 326449 h 1679927"/>
                <a:gd name="connsiteX10" fmla="*/ 0 w 1493947"/>
                <a:gd name="connsiteY10" fmla="*/ 340858 h 1679927"/>
                <a:gd name="connsiteX11" fmla="*/ 0 w 1493947"/>
                <a:gd name="connsiteY11" fmla="*/ 817484 h 1679927"/>
                <a:gd name="connsiteX12" fmla="*/ 687912 w 1493947"/>
                <a:gd name="connsiteY12" fmla="*/ 1678143 h 1679927"/>
                <a:gd name="connsiteX13" fmla="*/ 714597 w 1493947"/>
                <a:gd name="connsiteY13" fmla="*/ 1678143 h 1679927"/>
                <a:gd name="connsiteX14" fmla="*/ 817953 w 1493947"/>
                <a:gd name="connsiteY14" fmla="*/ 1639542 h 1679927"/>
                <a:gd name="connsiteX15" fmla="*/ 1402507 w 1493947"/>
                <a:gd name="connsiteY15" fmla="*/ 817603 h 1679927"/>
                <a:gd name="connsiteX16" fmla="*/ 1493947 w 1493947"/>
                <a:gd name="connsiteY16" fmla="*/ 432313 h 1679927"/>
                <a:gd name="connsiteX0" fmla="*/ 1402507 w 1402507"/>
                <a:gd name="connsiteY0" fmla="*/ 340873 h 1679927"/>
                <a:gd name="connsiteX1" fmla="*/ 1351485 w 1402507"/>
                <a:gd name="connsiteY1" fmla="*/ 290197 h 1679927"/>
                <a:gd name="connsiteX2" fmla="*/ 1337570 w 1402507"/>
                <a:gd name="connsiteY2" fmla="*/ 292187 h 1679927"/>
                <a:gd name="connsiteX3" fmla="*/ 1337573 w 1402507"/>
                <a:gd name="connsiteY3" fmla="*/ 292182 h 1679927"/>
                <a:gd name="connsiteX4" fmla="*/ 1232784 w 1402507"/>
                <a:gd name="connsiteY4" fmla="*/ 304044 h 1679927"/>
                <a:gd name="connsiteX5" fmla="*/ 742825 w 1402507"/>
                <a:gd name="connsiteY5" fmla="*/ 20428 h 1679927"/>
                <a:gd name="connsiteX6" fmla="*/ 669071 w 1402507"/>
                <a:gd name="connsiteY6" fmla="*/ 10980 h 1679927"/>
                <a:gd name="connsiteX7" fmla="*/ 659623 w 1402507"/>
                <a:gd name="connsiteY7" fmla="*/ 20428 h 1679927"/>
                <a:gd name="connsiteX8" fmla="*/ 65055 w 1402507"/>
                <a:gd name="connsiteY8" fmla="*/ 292230 h 1679927"/>
                <a:gd name="connsiteX9" fmla="*/ 2083 w 1402507"/>
                <a:gd name="connsiteY9" fmla="*/ 326449 h 1679927"/>
                <a:gd name="connsiteX10" fmla="*/ 0 w 1402507"/>
                <a:gd name="connsiteY10" fmla="*/ 340858 h 1679927"/>
                <a:gd name="connsiteX11" fmla="*/ 0 w 1402507"/>
                <a:gd name="connsiteY11" fmla="*/ 817484 h 1679927"/>
                <a:gd name="connsiteX12" fmla="*/ 687912 w 1402507"/>
                <a:gd name="connsiteY12" fmla="*/ 1678143 h 1679927"/>
                <a:gd name="connsiteX13" fmla="*/ 714597 w 1402507"/>
                <a:gd name="connsiteY13" fmla="*/ 1678143 h 1679927"/>
                <a:gd name="connsiteX14" fmla="*/ 817953 w 1402507"/>
                <a:gd name="connsiteY14" fmla="*/ 1639542 h 1679927"/>
                <a:gd name="connsiteX15" fmla="*/ 1402507 w 1402507"/>
                <a:gd name="connsiteY15" fmla="*/ 817603 h 167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02507" h="1679927">
                  <a:moveTo>
                    <a:pt x="1402507" y="340873"/>
                  </a:moveTo>
                  <a:cubicBezTo>
                    <a:pt x="1402412" y="312790"/>
                    <a:pt x="1379568" y="290102"/>
                    <a:pt x="1351485" y="290197"/>
                  </a:cubicBezTo>
                  <a:cubicBezTo>
                    <a:pt x="1346777" y="290212"/>
                    <a:pt x="1342095" y="290882"/>
                    <a:pt x="1337570" y="292187"/>
                  </a:cubicBezTo>
                  <a:cubicBezTo>
                    <a:pt x="1337571" y="292185"/>
                    <a:pt x="1337572" y="292184"/>
                    <a:pt x="1337573" y="292182"/>
                  </a:cubicBezTo>
                  <a:cubicBezTo>
                    <a:pt x="1303277" y="300511"/>
                    <a:pt x="1268073" y="304496"/>
                    <a:pt x="1232784" y="304044"/>
                  </a:cubicBezTo>
                  <a:cubicBezTo>
                    <a:pt x="1099353" y="304044"/>
                    <a:pt x="905818" y="254852"/>
                    <a:pt x="742825" y="20428"/>
                  </a:cubicBezTo>
                  <a:cubicBezTo>
                    <a:pt x="725067" y="-2548"/>
                    <a:pt x="692047" y="-6778"/>
                    <a:pt x="669071" y="10980"/>
                  </a:cubicBezTo>
                  <a:cubicBezTo>
                    <a:pt x="665532" y="13715"/>
                    <a:pt x="662359" y="16889"/>
                    <a:pt x="659623" y="20428"/>
                  </a:cubicBezTo>
                  <a:cubicBezTo>
                    <a:pt x="462858" y="303301"/>
                    <a:pt x="185441" y="333041"/>
                    <a:pt x="65055" y="292230"/>
                  </a:cubicBezTo>
                  <a:cubicBezTo>
                    <a:pt x="38217" y="284290"/>
                    <a:pt x="10023" y="299610"/>
                    <a:pt x="2083" y="326449"/>
                  </a:cubicBezTo>
                  <a:cubicBezTo>
                    <a:pt x="698" y="331127"/>
                    <a:pt x="-2" y="335980"/>
                    <a:pt x="0" y="340858"/>
                  </a:cubicBezTo>
                  <a:lnTo>
                    <a:pt x="0" y="817484"/>
                  </a:lnTo>
                  <a:cubicBezTo>
                    <a:pt x="0" y="1482861"/>
                    <a:pt x="681002" y="1676128"/>
                    <a:pt x="687912" y="1678143"/>
                  </a:cubicBezTo>
                  <a:cubicBezTo>
                    <a:pt x="696647" y="1680522"/>
                    <a:pt x="705862" y="1680522"/>
                    <a:pt x="714597" y="1678143"/>
                  </a:cubicBezTo>
                  <a:cubicBezTo>
                    <a:pt x="749823" y="1667455"/>
                    <a:pt x="784343" y="1654563"/>
                    <a:pt x="817953" y="1639542"/>
                  </a:cubicBezTo>
                  <a:cubicBezTo>
                    <a:pt x="1010030" y="1555757"/>
                    <a:pt x="1402507" y="1322725"/>
                    <a:pt x="1402507" y="817603"/>
                  </a:cubicBezTo>
                </a:path>
              </a:pathLst>
            </a:custGeom>
            <a:noFill/>
            <a:ln w="13970" cap="flat">
              <a:solidFill>
                <a:srgbClr val="25408F"/>
              </a:solidFill>
              <a:prstDash val="solid"/>
              <a:miter/>
            </a:ln>
          </p:spPr>
          <p:txBody>
            <a:bodyPr rtlCol="0" anchor="ctr"/>
            <a:lstStyle/>
            <a:p>
              <a:endParaRPr lang="en-US"/>
            </a:p>
          </p:txBody>
        </p:sp>
        <p:grpSp>
          <p:nvGrpSpPr>
            <p:cNvPr id="9" name="Groupe 8">
              <a:extLst>
                <a:ext uri="{FF2B5EF4-FFF2-40B4-BE49-F238E27FC236}">
                  <a16:creationId xmlns:a16="http://schemas.microsoft.com/office/drawing/2014/main" id="{1AD62709-0FD9-4159-A25A-080F8FF23006}"/>
                </a:ext>
              </a:extLst>
            </p:cNvPr>
            <p:cNvGrpSpPr/>
            <p:nvPr/>
          </p:nvGrpSpPr>
          <p:grpSpPr>
            <a:xfrm>
              <a:off x="2507565" y="1287832"/>
              <a:ext cx="407874" cy="842122"/>
              <a:chOff x="2638103" y="1104623"/>
              <a:chExt cx="337391" cy="696600"/>
            </a:xfrm>
          </p:grpSpPr>
          <p:sp>
            <p:nvSpPr>
              <p:cNvPr id="4" name="Forme libre : forme 3">
                <a:extLst>
                  <a:ext uri="{FF2B5EF4-FFF2-40B4-BE49-F238E27FC236}">
                    <a16:creationId xmlns:a16="http://schemas.microsoft.com/office/drawing/2014/main" id="{248DDF51-29F8-489E-8816-63CA0902933C}"/>
                  </a:ext>
                </a:extLst>
              </p:cNvPr>
              <p:cNvSpPr/>
              <p:nvPr/>
            </p:nvSpPr>
            <p:spPr>
              <a:xfrm>
                <a:off x="2638103" y="1177172"/>
                <a:ext cx="337391" cy="550827"/>
              </a:xfrm>
              <a:custGeom>
                <a:avLst/>
                <a:gdLst>
                  <a:gd name="connsiteX0" fmla="*/ 0 w 337391"/>
                  <a:gd name="connsiteY0" fmla="*/ 477171 h 550827"/>
                  <a:gd name="connsiteX1" fmla="*/ 179280 w 337391"/>
                  <a:gd name="connsiteY1" fmla="*/ 550827 h 550827"/>
                  <a:gd name="connsiteX2" fmla="*/ 337392 w 337391"/>
                  <a:gd name="connsiteY2" fmla="*/ 413019 h 550827"/>
                  <a:gd name="connsiteX3" fmla="*/ 179280 w 337391"/>
                  <a:gd name="connsiteY3" fmla="*/ 275427 h 550827"/>
                  <a:gd name="connsiteX4" fmla="*/ 21168 w 337391"/>
                  <a:gd name="connsiteY4" fmla="*/ 137835 h 550827"/>
                  <a:gd name="connsiteX5" fmla="*/ 179280 w 337391"/>
                  <a:gd name="connsiteY5" fmla="*/ 27 h 550827"/>
                  <a:gd name="connsiteX6" fmla="*/ 316440 w 337391"/>
                  <a:gd name="connsiteY6" fmla="*/ 69579 h 55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391" h="550827">
                    <a:moveTo>
                      <a:pt x="0" y="477171"/>
                    </a:moveTo>
                    <a:cubicBezTo>
                      <a:pt x="50421" y="520140"/>
                      <a:pt x="113214" y="545937"/>
                      <a:pt x="179280" y="550827"/>
                    </a:cubicBezTo>
                    <a:cubicBezTo>
                      <a:pt x="265680" y="550827"/>
                      <a:pt x="337392" y="489051"/>
                      <a:pt x="337392" y="413019"/>
                    </a:cubicBezTo>
                    <a:cubicBezTo>
                      <a:pt x="337392" y="336987"/>
                      <a:pt x="261792" y="299403"/>
                      <a:pt x="179280" y="275427"/>
                    </a:cubicBezTo>
                    <a:cubicBezTo>
                      <a:pt x="96768" y="251451"/>
                      <a:pt x="21168" y="213867"/>
                      <a:pt x="21168" y="137835"/>
                    </a:cubicBezTo>
                    <a:cubicBezTo>
                      <a:pt x="21168" y="61803"/>
                      <a:pt x="91800" y="27"/>
                      <a:pt x="179280" y="27"/>
                    </a:cubicBezTo>
                    <a:cubicBezTo>
                      <a:pt x="233703" y="-962"/>
                      <a:pt x="285079" y="25090"/>
                      <a:pt x="316440" y="69579"/>
                    </a:cubicBezTo>
                  </a:path>
                </a:pathLst>
              </a:custGeom>
              <a:noFill/>
              <a:ln w="13970" cap="flat">
                <a:solidFill>
                  <a:srgbClr val="25408F"/>
                </a:solidFill>
                <a:prstDash val="solid"/>
                <a:miter/>
              </a:ln>
            </p:spPr>
            <p:txBody>
              <a:bodyPr rtlCol="0" anchor="ctr"/>
              <a:lstStyle/>
              <a:p>
                <a:endParaRPr lang="en-US"/>
              </a:p>
            </p:txBody>
          </p:sp>
          <p:sp>
            <p:nvSpPr>
              <p:cNvPr id="5" name="Forme libre : forme 4">
                <a:extLst>
                  <a:ext uri="{FF2B5EF4-FFF2-40B4-BE49-F238E27FC236}">
                    <a16:creationId xmlns:a16="http://schemas.microsoft.com/office/drawing/2014/main" id="{4502C1CC-33FC-4710-8D7B-F675071EDD79}"/>
                  </a:ext>
                </a:extLst>
              </p:cNvPr>
              <p:cNvSpPr/>
              <p:nvPr/>
            </p:nvSpPr>
            <p:spPr>
              <a:xfrm>
                <a:off x="2817168" y="1104623"/>
                <a:ext cx="21600" cy="75167"/>
              </a:xfrm>
              <a:custGeom>
                <a:avLst/>
                <a:gdLst>
                  <a:gd name="connsiteX0" fmla="*/ 0 w 21600"/>
                  <a:gd name="connsiteY0" fmla="*/ 0 h 75167"/>
                  <a:gd name="connsiteX1" fmla="*/ 0 w 21600"/>
                  <a:gd name="connsiteY1" fmla="*/ 75168 h 75167"/>
                </a:gdLst>
                <a:ahLst/>
                <a:cxnLst>
                  <a:cxn ang="0">
                    <a:pos x="connsiteX0" y="connsiteY0"/>
                  </a:cxn>
                  <a:cxn ang="0">
                    <a:pos x="connsiteX1" y="connsiteY1"/>
                  </a:cxn>
                </a:cxnLst>
                <a:rect l="l" t="t" r="r" b="b"/>
                <a:pathLst>
                  <a:path w="21600" h="75167">
                    <a:moveTo>
                      <a:pt x="0" y="0"/>
                    </a:moveTo>
                    <a:lnTo>
                      <a:pt x="0" y="75168"/>
                    </a:lnTo>
                  </a:path>
                </a:pathLst>
              </a:custGeom>
              <a:noFill/>
              <a:ln w="13970" cap="flat">
                <a:solidFill>
                  <a:srgbClr val="25408F"/>
                </a:solidFill>
                <a:prstDash val="solid"/>
                <a:miter/>
              </a:ln>
            </p:spPr>
            <p:txBody>
              <a:bodyPr rtlCol="0" anchor="ctr"/>
              <a:lstStyle/>
              <a:p>
                <a:endParaRPr lang="en-US"/>
              </a:p>
            </p:txBody>
          </p:sp>
          <p:sp>
            <p:nvSpPr>
              <p:cNvPr id="6" name="Forme libre : forme 5">
                <a:extLst>
                  <a:ext uri="{FF2B5EF4-FFF2-40B4-BE49-F238E27FC236}">
                    <a16:creationId xmlns:a16="http://schemas.microsoft.com/office/drawing/2014/main" id="{395E1B10-3ACB-4778-87E1-5351CA94A3E5}"/>
                  </a:ext>
                </a:extLst>
              </p:cNvPr>
              <p:cNvSpPr/>
              <p:nvPr/>
            </p:nvSpPr>
            <p:spPr>
              <a:xfrm>
                <a:off x="2817168" y="1726056"/>
                <a:ext cx="21600" cy="75167"/>
              </a:xfrm>
              <a:custGeom>
                <a:avLst/>
                <a:gdLst>
                  <a:gd name="connsiteX0" fmla="*/ 0 w 21600"/>
                  <a:gd name="connsiteY0" fmla="*/ 0 h 75167"/>
                  <a:gd name="connsiteX1" fmla="*/ 0 w 21600"/>
                  <a:gd name="connsiteY1" fmla="*/ 75168 h 75167"/>
                </a:gdLst>
                <a:ahLst/>
                <a:cxnLst>
                  <a:cxn ang="0">
                    <a:pos x="connsiteX0" y="connsiteY0"/>
                  </a:cxn>
                  <a:cxn ang="0">
                    <a:pos x="connsiteX1" y="connsiteY1"/>
                  </a:cxn>
                </a:cxnLst>
                <a:rect l="l" t="t" r="r" b="b"/>
                <a:pathLst>
                  <a:path w="21600" h="75167">
                    <a:moveTo>
                      <a:pt x="0" y="0"/>
                    </a:moveTo>
                    <a:lnTo>
                      <a:pt x="0" y="75168"/>
                    </a:lnTo>
                  </a:path>
                </a:pathLst>
              </a:custGeom>
              <a:noFill/>
              <a:ln w="13970" cap="flat">
                <a:solidFill>
                  <a:srgbClr val="25408F"/>
                </a:solidFill>
                <a:prstDash val="solid"/>
                <a:miter/>
              </a:ln>
            </p:spPr>
            <p:txBody>
              <a:bodyPr rtlCol="0" anchor="ctr"/>
              <a:lstStyle/>
              <a:p>
                <a:endParaRPr lang="en-US"/>
              </a:p>
            </p:txBody>
          </p:sp>
        </p:grpSp>
      </p:grpSp>
      <p:pic>
        <p:nvPicPr>
          <p:cNvPr id="95" name="Graphic 1">
            <a:extLst>
              <a:ext uri="{FF2B5EF4-FFF2-40B4-BE49-F238E27FC236}">
                <a16:creationId xmlns:a16="http://schemas.microsoft.com/office/drawing/2014/main" id="{70E13F30-9130-41F5-9A2D-1A491A92C79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360040" y="4415561"/>
            <a:ext cx="712358" cy="712358"/>
          </a:xfrm>
          <a:prstGeom prst="rect">
            <a:avLst/>
          </a:prstGeom>
        </p:spPr>
      </p:pic>
      <p:pic>
        <p:nvPicPr>
          <p:cNvPr id="96" name="Graphic 4">
            <a:extLst>
              <a:ext uri="{FF2B5EF4-FFF2-40B4-BE49-F238E27FC236}">
                <a16:creationId xmlns:a16="http://schemas.microsoft.com/office/drawing/2014/main" id="{BB774990-610B-4706-A87C-0AED83C6B1A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34127" y="1791835"/>
            <a:ext cx="719996" cy="719996"/>
          </a:xfrm>
          <a:prstGeom prst="rect">
            <a:avLst/>
          </a:prstGeom>
        </p:spPr>
      </p:pic>
      <p:pic>
        <p:nvPicPr>
          <p:cNvPr id="97" name="Graphic 4">
            <a:extLst>
              <a:ext uri="{FF2B5EF4-FFF2-40B4-BE49-F238E27FC236}">
                <a16:creationId xmlns:a16="http://schemas.microsoft.com/office/drawing/2014/main" id="{B3D82B54-6C6F-41F3-A0B5-AEF87A55005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242360" y="4379887"/>
            <a:ext cx="711315" cy="711315"/>
          </a:xfrm>
          <a:prstGeom prst="rect">
            <a:avLst/>
          </a:prstGeom>
        </p:spPr>
      </p:pic>
      <p:pic>
        <p:nvPicPr>
          <p:cNvPr id="98" name="Graphic 1">
            <a:extLst>
              <a:ext uri="{FF2B5EF4-FFF2-40B4-BE49-F238E27FC236}">
                <a16:creationId xmlns:a16="http://schemas.microsoft.com/office/drawing/2014/main" id="{AEDE7EDC-5E52-4D23-A026-54363D05594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16200000">
            <a:off x="564799" y="4455159"/>
            <a:ext cx="595045" cy="595045"/>
          </a:xfrm>
          <a:prstGeom prst="rect">
            <a:avLst/>
          </a:prstGeom>
        </p:spPr>
      </p:pic>
      <p:sp>
        <p:nvSpPr>
          <p:cNvPr id="18" name="Espace réservé du texte 17">
            <a:extLst>
              <a:ext uri="{FF2B5EF4-FFF2-40B4-BE49-F238E27FC236}">
                <a16:creationId xmlns:a16="http://schemas.microsoft.com/office/drawing/2014/main" id="{B88622C2-78EC-48A0-8972-34E2DBA6696C}"/>
              </a:ext>
            </a:extLst>
          </p:cNvPr>
          <p:cNvSpPr>
            <a:spLocks noGrp="1"/>
          </p:cNvSpPr>
          <p:nvPr>
            <p:ph type="body" sz="quarter" idx="13"/>
          </p:nvPr>
        </p:nvSpPr>
        <p:spPr/>
        <p:txBody>
          <a:bodyPr/>
          <a:lstStyle/>
          <a:p>
            <a:r>
              <a:rPr lang="en-US" dirty="0"/>
              <a:t>LOCAL MARKET PRACTICES</a:t>
            </a:r>
            <a:endParaRPr lang="en-US"/>
          </a:p>
        </p:txBody>
      </p:sp>
      <p:sp>
        <p:nvSpPr>
          <p:cNvPr id="114" name="Text Placeholder 3">
            <a:extLst>
              <a:ext uri="{FF2B5EF4-FFF2-40B4-BE49-F238E27FC236}">
                <a16:creationId xmlns:a16="http://schemas.microsoft.com/office/drawing/2014/main" id="{F2F2300E-4C22-4468-B2D9-3959A787ABBD}"/>
              </a:ext>
            </a:extLst>
          </p:cNvPr>
          <p:cNvSpPr txBox="1">
            <a:spLocks/>
          </p:cNvSpPr>
          <p:nvPr/>
        </p:nvSpPr>
        <p:spPr>
          <a:xfrm>
            <a:off x="647525" y="1173271"/>
            <a:ext cx="5257800" cy="204782"/>
          </a:xfrm>
          <a:prstGeom prst="rect">
            <a:avLst/>
          </a:prstGeom>
        </p:spPr>
        <p:txBody>
          <a:bodyPr lIns="0" tIns="0" rIns="0" bIns="0"/>
          <a:lstStyle>
            <a:defPPr>
              <a:defRPr lang="en-US"/>
            </a:defPPr>
            <a:lvl1pPr indent="0" defTabSz="312479">
              <a:lnSpc>
                <a:spcPts val="1400"/>
              </a:lnSpc>
              <a:spcBef>
                <a:spcPts val="0"/>
              </a:spcBef>
              <a:spcAft>
                <a:spcPts val="377"/>
              </a:spcAft>
              <a:buClr>
                <a:schemeClr val="bg1">
                  <a:lumMod val="50000"/>
                </a:schemeClr>
              </a:buClr>
              <a:buFontTx/>
              <a:buNone/>
              <a:defRPr sz="1400">
                <a:ea typeface="Open Sans" charset="0"/>
                <a:cs typeface="Open Sans" charset="0"/>
              </a:defRPr>
            </a:lvl1pPr>
            <a:lvl2pPr marL="0" indent="0" defTabSz="312479">
              <a:lnSpc>
                <a:spcPct val="100000"/>
              </a:lnSpc>
              <a:spcBef>
                <a:spcPts val="0"/>
              </a:spcBef>
              <a:spcAft>
                <a:spcPts val="377"/>
              </a:spcAft>
              <a:buFont typeface="Arial"/>
              <a:buNone/>
              <a:defRPr sz="1938" cap="all">
                <a:solidFill>
                  <a:schemeClr val="bg2"/>
                </a:solidFill>
              </a:defRPr>
            </a:lvl2pPr>
            <a:lvl3pPr marL="0" indent="0" defTabSz="312479">
              <a:lnSpc>
                <a:spcPct val="100000"/>
              </a:lnSpc>
              <a:spcBef>
                <a:spcPts val="0"/>
              </a:spcBef>
              <a:spcAft>
                <a:spcPts val="377"/>
              </a:spcAft>
              <a:buFont typeface="Arial"/>
              <a:buNone/>
              <a:defRPr sz="969" cap="all"/>
            </a:lvl3pPr>
            <a:lvl4pPr marL="118695" indent="-118695" defTabSz="312479">
              <a:lnSpc>
                <a:spcPct val="100000"/>
              </a:lnSpc>
              <a:spcBef>
                <a:spcPts val="0"/>
              </a:spcBef>
              <a:spcAft>
                <a:spcPts val="377"/>
              </a:spcAft>
              <a:buClr>
                <a:schemeClr val="bg1">
                  <a:lumMod val="50000"/>
                </a:schemeClr>
              </a:buClr>
              <a:buFont typeface=".AppleSystemUIFont" charset="-120"/>
              <a:buChar char="&gt;"/>
              <a:defRPr sz="831" b="0">
                <a:solidFill>
                  <a:schemeClr val="bg1">
                    <a:lumMod val="50000"/>
                  </a:schemeClr>
                </a:solidFill>
              </a:defRPr>
            </a:lvl4pPr>
            <a:lvl5pPr marL="0" indent="0" defTabSz="312479">
              <a:lnSpc>
                <a:spcPct val="100000"/>
              </a:lnSpc>
              <a:spcBef>
                <a:spcPts val="0"/>
              </a:spcBef>
              <a:spcAft>
                <a:spcPts val="377"/>
              </a:spcAft>
              <a:buFont typeface="Arial"/>
              <a:buNone/>
              <a:defRPr sz="596" i="1"/>
            </a:lvl5pPr>
            <a:lvl6pPr marL="1718632" indent="-156240" defTabSz="312479">
              <a:spcBef>
                <a:spcPct val="20000"/>
              </a:spcBef>
              <a:buFont typeface="Arial"/>
              <a:buChar char="•"/>
              <a:defRPr sz="1381"/>
            </a:lvl6pPr>
            <a:lvl7pPr marL="2031111" indent="-156240" defTabSz="312479">
              <a:spcBef>
                <a:spcPct val="20000"/>
              </a:spcBef>
              <a:buFont typeface="Arial"/>
              <a:buChar char="•"/>
              <a:defRPr sz="1381"/>
            </a:lvl7pPr>
            <a:lvl8pPr marL="2343589" indent="-156240" defTabSz="312479">
              <a:spcBef>
                <a:spcPct val="20000"/>
              </a:spcBef>
              <a:buFont typeface="Arial"/>
              <a:buChar char="•"/>
              <a:defRPr sz="1381"/>
            </a:lvl8pPr>
            <a:lvl9pPr marL="2656068" indent="-156240" defTabSz="312479">
              <a:spcBef>
                <a:spcPct val="20000"/>
              </a:spcBef>
              <a:buFont typeface="Arial"/>
              <a:buChar char="•"/>
              <a:defRPr sz="1381"/>
            </a:lvl9pPr>
          </a:lstStyle>
          <a:p>
            <a:r>
              <a:rPr lang="en-US" dirty="0"/>
              <a:t>What makes </a:t>
            </a:r>
            <a:r>
              <a:rPr lang="en-US" dirty="0">
                <a:highlight>
                  <a:srgbClr val="FFFF00"/>
                </a:highlight>
              </a:rPr>
              <a:t>**city**</a:t>
            </a:r>
            <a:r>
              <a:rPr lang="en-US" dirty="0"/>
              <a:t> a unique market ? </a:t>
            </a:r>
            <a:endParaRPr lang="en-US"/>
          </a:p>
        </p:txBody>
      </p:sp>
    </p:spTree>
    <p:custDataLst>
      <p:custData r:id="rId1"/>
      <p:custData r:id="rId2"/>
    </p:custDataLst>
    <p:extLst>
      <p:ext uri="{BB962C8B-B14F-4D97-AF65-F5344CB8AC3E}">
        <p14:creationId xmlns:p14="http://schemas.microsoft.com/office/powerpoint/2010/main" val="3556064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85E34381-6663-4DBB-9743-028ACEE21552}"/>
              </a:ext>
            </a:extLst>
          </p:cNvPr>
          <p:cNvSpPr>
            <a:spLocks noGrp="1"/>
          </p:cNvSpPr>
          <p:nvPr>
            <p:ph type="ftr" sz="quarter" idx="11"/>
          </p:nvPr>
        </p:nvSpPr>
        <p:spPr/>
        <p:txBody>
          <a:bodyPr/>
          <a:lstStyle/>
          <a:p>
            <a:r>
              <a:rPr lang="en-US"/>
              <a:t>Colliers</a:t>
            </a:r>
            <a:endParaRPr lang="en-US" dirty="0"/>
          </a:p>
        </p:txBody>
      </p:sp>
      <p:sp>
        <p:nvSpPr>
          <p:cNvPr id="7" name="Slide Number Placeholder 6">
            <a:extLst>
              <a:ext uri="{FF2B5EF4-FFF2-40B4-BE49-F238E27FC236}">
                <a16:creationId xmlns:a16="http://schemas.microsoft.com/office/drawing/2014/main" id="{6D25AF01-06B9-48F0-88F3-F1056404BA16}"/>
              </a:ext>
            </a:extLst>
          </p:cNvPr>
          <p:cNvSpPr>
            <a:spLocks noGrp="1"/>
          </p:cNvSpPr>
          <p:nvPr>
            <p:ph type="sldNum" sz="quarter" idx="12"/>
          </p:nvPr>
        </p:nvSpPr>
        <p:spPr/>
        <p:txBody>
          <a:bodyPr/>
          <a:lstStyle/>
          <a:p>
            <a:fld id="{23AA811B-2EBD-4900-905E-5BE206449611}" type="slidenum">
              <a:rPr lang="en-US"/>
              <a:pPr/>
              <a:t>13</a:t>
            </a:fld>
            <a:endParaRPr lang="en-US" dirty="0"/>
          </a:p>
        </p:txBody>
      </p:sp>
      <p:sp>
        <p:nvSpPr>
          <p:cNvPr id="8" name="Rectangle 7">
            <a:extLst>
              <a:ext uri="{FF2B5EF4-FFF2-40B4-BE49-F238E27FC236}">
                <a16:creationId xmlns:a16="http://schemas.microsoft.com/office/drawing/2014/main" id="{16DCFBD6-113D-4EF4-956D-46D78EA06907}"/>
              </a:ext>
            </a:extLst>
          </p:cNvPr>
          <p:cNvSpPr/>
          <p:nvPr/>
        </p:nvSpPr>
        <p:spPr>
          <a:xfrm>
            <a:off x="3230021" y="2484"/>
            <a:ext cx="8982075" cy="68555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013" dirty="0"/>
          </a:p>
        </p:txBody>
      </p:sp>
      <p:pic>
        <p:nvPicPr>
          <p:cNvPr id="9" name="Picture 8">
            <a:extLst>
              <a:ext uri="{FF2B5EF4-FFF2-40B4-BE49-F238E27FC236}">
                <a16:creationId xmlns:a16="http://schemas.microsoft.com/office/drawing/2014/main" id="{B190E73A-C121-4B59-BE06-7A1D21C81E10}"/>
              </a:ext>
            </a:extLst>
          </p:cNvPr>
          <p:cNvPicPr>
            <a:picLocks noChangeAspect="1"/>
          </p:cNvPicPr>
          <p:nvPr/>
        </p:nvPicPr>
        <p:blipFill>
          <a:blip r:embed="rId4"/>
          <a:srcRect/>
          <a:stretch/>
        </p:blipFill>
        <p:spPr>
          <a:xfrm>
            <a:off x="840509" y="466927"/>
            <a:ext cx="1528905" cy="871437"/>
          </a:xfrm>
          <a:prstGeom prst="rect">
            <a:avLst/>
          </a:prstGeom>
        </p:spPr>
      </p:pic>
      <p:cxnSp>
        <p:nvCxnSpPr>
          <p:cNvPr id="10" name="Straight Connector 9">
            <a:extLst>
              <a:ext uri="{FF2B5EF4-FFF2-40B4-BE49-F238E27FC236}">
                <a16:creationId xmlns:a16="http://schemas.microsoft.com/office/drawing/2014/main" id="{BFBA3858-D445-4281-B6A1-8383F815B80A}"/>
              </a:ext>
            </a:extLst>
          </p:cNvPr>
          <p:cNvCxnSpPr>
            <a:cxnSpLocks/>
          </p:cNvCxnSpPr>
          <p:nvPr/>
        </p:nvCxnSpPr>
        <p:spPr>
          <a:xfrm flipV="1">
            <a:off x="457130" y="0"/>
            <a:ext cx="0" cy="6391072"/>
          </a:xfrm>
          <a:prstGeom prst="line">
            <a:avLst/>
          </a:prstGeom>
          <a:ln w="12700">
            <a:solidFill>
              <a:srgbClr val="25408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B5CF06D-E892-4250-8763-7592E811AC6F}"/>
              </a:ext>
            </a:extLst>
          </p:cNvPr>
          <p:cNvCxnSpPr>
            <a:cxnSpLocks/>
          </p:cNvCxnSpPr>
          <p:nvPr/>
        </p:nvCxnSpPr>
        <p:spPr>
          <a:xfrm>
            <a:off x="457130" y="6391072"/>
            <a:ext cx="2527370" cy="0"/>
          </a:xfrm>
          <a:prstGeom prst="line">
            <a:avLst/>
          </a:prstGeom>
          <a:ln w="12700">
            <a:solidFill>
              <a:srgbClr val="25408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2FE1AF-A236-494C-8C1A-F688544EB779}"/>
              </a:ext>
            </a:extLst>
          </p:cNvPr>
          <p:cNvCxnSpPr>
            <a:cxnSpLocks/>
          </p:cNvCxnSpPr>
          <p:nvPr/>
        </p:nvCxnSpPr>
        <p:spPr>
          <a:xfrm>
            <a:off x="3425825" y="6391072"/>
            <a:ext cx="87661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object 12">
            <a:extLst>
              <a:ext uri="{FF2B5EF4-FFF2-40B4-BE49-F238E27FC236}">
                <a16:creationId xmlns:a16="http://schemas.microsoft.com/office/drawing/2014/main" id="{696201DB-7C14-43FD-AC12-3B407B568543}"/>
              </a:ext>
            </a:extLst>
          </p:cNvPr>
          <p:cNvSpPr txBox="1"/>
          <p:nvPr/>
        </p:nvSpPr>
        <p:spPr>
          <a:xfrm>
            <a:off x="3925888" y="1566059"/>
            <a:ext cx="2351089" cy="954107"/>
          </a:xfrm>
          <a:prstGeom prst="rect">
            <a:avLst/>
          </a:prstGeom>
        </p:spPr>
        <p:txBody>
          <a:bodyPr vert="horz" wrap="square" lIns="0" tIns="12700" rIns="0" bIns="0" rtlCol="0">
            <a:spAutoFit/>
          </a:bodyPr>
          <a:lstStyle/>
          <a:p>
            <a:pPr marL="12700">
              <a:lnSpc>
                <a:spcPct val="100000"/>
              </a:lnSpc>
              <a:spcBef>
                <a:spcPts val="100"/>
              </a:spcBef>
            </a:pPr>
            <a:r>
              <a:rPr lang="en-US" sz="1400" b="1" spc="20" dirty="0" err="1">
                <a:solidFill>
                  <a:schemeClr val="bg1"/>
                </a:solidFill>
                <a:latin typeface="OpenSans-SemiBold"/>
                <a:cs typeface="OpenSans-SemiBold"/>
              </a:rPr>
              <a:t>Firstname</a:t>
            </a:r>
            <a:r>
              <a:rPr lang="en-US" sz="1400" b="1" spc="20" dirty="0">
                <a:solidFill>
                  <a:schemeClr val="bg1"/>
                </a:solidFill>
                <a:latin typeface="OpenSans-SemiBold"/>
                <a:cs typeface="OpenSans-SemiBold"/>
              </a:rPr>
              <a:t> </a:t>
            </a:r>
            <a:r>
              <a:rPr lang="en-US" sz="1400" b="1" spc="20" dirty="0" err="1">
                <a:solidFill>
                  <a:schemeClr val="bg1"/>
                </a:solidFill>
                <a:latin typeface="OpenSans-SemiBold"/>
                <a:cs typeface="OpenSans-SemiBold"/>
              </a:rPr>
              <a:t>Lastname</a:t>
            </a:r>
            <a:endParaRPr lang="en-US" sz="1400" dirty="0">
              <a:solidFill>
                <a:schemeClr val="bg1"/>
              </a:solidFill>
              <a:latin typeface="OpenSans-SemiBold"/>
              <a:cs typeface="OpenSans-SemiBold"/>
            </a:endParaRPr>
          </a:p>
          <a:p>
            <a:pPr marL="12700">
              <a:lnSpc>
                <a:spcPct val="100000"/>
              </a:lnSpc>
              <a:spcBef>
                <a:spcPts val="880"/>
              </a:spcBef>
            </a:pPr>
            <a:r>
              <a:rPr lang="en-US" sz="1100" spc="15" dirty="0">
                <a:solidFill>
                  <a:schemeClr val="bg1"/>
                </a:solidFill>
                <a:latin typeface="Open Sans"/>
                <a:cs typeface="Open Sans"/>
              </a:rPr>
              <a:t>Title</a:t>
            </a:r>
            <a:endParaRPr lang="en-US" sz="1100" dirty="0">
              <a:solidFill>
                <a:schemeClr val="bg1"/>
              </a:solidFill>
              <a:latin typeface="Open Sans"/>
              <a:cs typeface="Open Sans"/>
            </a:endParaRPr>
          </a:p>
          <a:p>
            <a:pPr marL="12700">
              <a:lnSpc>
                <a:spcPct val="100000"/>
              </a:lnSpc>
              <a:spcBef>
                <a:spcPts val="380"/>
              </a:spcBef>
            </a:pPr>
            <a:r>
              <a:rPr lang="en-US" sz="1100" spc="10" dirty="0">
                <a:solidFill>
                  <a:schemeClr val="bg1"/>
                </a:solidFill>
                <a:latin typeface="Open Sans"/>
                <a:cs typeface="Open Sans"/>
              </a:rPr>
              <a:t>+1</a:t>
            </a:r>
            <a:r>
              <a:rPr lang="en-US" sz="1100" spc="20" dirty="0">
                <a:solidFill>
                  <a:schemeClr val="bg1"/>
                </a:solidFill>
                <a:latin typeface="Open Sans"/>
                <a:cs typeface="Open Sans"/>
              </a:rPr>
              <a:t> </a:t>
            </a:r>
            <a:r>
              <a:rPr lang="en-US" sz="1100" spc="10" dirty="0">
                <a:solidFill>
                  <a:schemeClr val="bg1"/>
                </a:solidFill>
                <a:latin typeface="Open Sans"/>
                <a:cs typeface="Open Sans"/>
              </a:rPr>
              <a:t>555 555 5555</a:t>
            </a:r>
            <a:endParaRPr lang="en-US" sz="1100" dirty="0">
              <a:solidFill>
                <a:schemeClr val="bg1"/>
              </a:solidFill>
              <a:latin typeface="Open Sans"/>
              <a:cs typeface="Open Sans"/>
            </a:endParaRPr>
          </a:p>
          <a:p>
            <a:pPr marL="12700">
              <a:lnSpc>
                <a:spcPct val="100000"/>
              </a:lnSpc>
              <a:spcBef>
                <a:spcPts val="380"/>
              </a:spcBef>
            </a:pPr>
            <a:r>
              <a:rPr lang="en-US" sz="1100" spc="20" dirty="0">
                <a:solidFill>
                  <a:schemeClr val="bg1"/>
                </a:solidFill>
                <a:latin typeface="Open Sans"/>
                <a:cs typeface="Open Sans"/>
                <a:hlinkClick r:id="rId5">
                  <a:extLst>
                    <a:ext uri="{A12FA001-AC4F-418D-AE19-62706E023703}">
                      <ahyp:hlinkClr xmlns:ahyp="http://schemas.microsoft.com/office/drawing/2018/hyperlinkcolor" val="tx"/>
                    </a:ext>
                  </a:extLst>
                </a:hlinkClick>
              </a:rPr>
              <a:t>firstname.lastname@colliers.com</a:t>
            </a:r>
            <a:endParaRPr lang="en-US" sz="1100" dirty="0">
              <a:solidFill>
                <a:schemeClr val="bg1"/>
              </a:solidFill>
              <a:latin typeface="Open Sans"/>
              <a:cs typeface="Open Sans"/>
            </a:endParaRPr>
          </a:p>
        </p:txBody>
      </p:sp>
      <p:sp>
        <p:nvSpPr>
          <p:cNvPr id="14" name="object 12">
            <a:extLst>
              <a:ext uri="{FF2B5EF4-FFF2-40B4-BE49-F238E27FC236}">
                <a16:creationId xmlns:a16="http://schemas.microsoft.com/office/drawing/2014/main" id="{0FBF852F-1511-403B-90D5-3A55575854DE}"/>
              </a:ext>
            </a:extLst>
          </p:cNvPr>
          <p:cNvSpPr txBox="1"/>
          <p:nvPr/>
        </p:nvSpPr>
        <p:spPr>
          <a:xfrm>
            <a:off x="9191624" y="1566059"/>
            <a:ext cx="2351089" cy="954107"/>
          </a:xfrm>
          <a:prstGeom prst="rect">
            <a:avLst/>
          </a:prstGeom>
        </p:spPr>
        <p:txBody>
          <a:bodyPr vert="horz" wrap="square" lIns="0" tIns="12700" rIns="0" bIns="0" rtlCol="0">
            <a:spAutoFit/>
          </a:bodyPr>
          <a:lstStyle/>
          <a:p>
            <a:pPr marL="12700">
              <a:lnSpc>
                <a:spcPct val="100000"/>
              </a:lnSpc>
              <a:spcBef>
                <a:spcPts val="100"/>
              </a:spcBef>
            </a:pPr>
            <a:r>
              <a:rPr lang="en-US" sz="1400" b="1" spc="20" dirty="0" err="1">
                <a:solidFill>
                  <a:schemeClr val="bg1"/>
                </a:solidFill>
                <a:latin typeface="OpenSans-SemiBold"/>
                <a:cs typeface="OpenSans-SemiBold"/>
              </a:rPr>
              <a:t>Firstname</a:t>
            </a:r>
            <a:r>
              <a:rPr lang="en-US" sz="1400" b="1" spc="20" dirty="0">
                <a:solidFill>
                  <a:schemeClr val="bg1"/>
                </a:solidFill>
                <a:latin typeface="OpenSans-SemiBold"/>
                <a:cs typeface="OpenSans-SemiBold"/>
              </a:rPr>
              <a:t> </a:t>
            </a:r>
            <a:r>
              <a:rPr lang="en-US" sz="1400" b="1" spc="20" dirty="0" err="1">
                <a:solidFill>
                  <a:schemeClr val="bg1"/>
                </a:solidFill>
                <a:latin typeface="OpenSans-SemiBold"/>
                <a:cs typeface="OpenSans-SemiBold"/>
              </a:rPr>
              <a:t>Lastname</a:t>
            </a:r>
            <a:endParaRPr lang="en-US" sz="1400" dirty="0">
              <a:solidFill>
                <a:schemeClr val="bg1"/>
              </a:solidFill>
              <a:latin typeface="OpenSans-SemiBold"/>
              <a:cs typeface="OpenSans-SemiBold"/>
            </a:endParaRPr>
          </a:p>
          <a:p>
            <a:pPr marL="12700">
              <a:lnSpc>
                <a:spcPct val="100000"/>
              </a:lnSpc>
              <a:spcBef>
                <a:spcPts val="880"/>
              </a:spcBef>
            </a:pPr>
            <a:r>
              <a:rPr lang="en-US" sz="1100" spc="15" dirty="0">
                <a:solidFill>
                  <a:schemeClr val="bg1"/>
                </a:solidFill>
                <a:latin typeface="Open Sans"/>
                <a:cs typeface="Open Sans"/>
              </a:rPr>
              <a:t>Title</a:t>
            </a:r>
            <a:endParaRPr lang="en-US" sz="1100" dirty="0">
              <a:solidFill>
                <a:schemeClr val="bg1"/>
              </a:solidFill>
              <a:latin typeface="Open Sans"/>
              <a:cs typeface="Open Sans"/>
            </a:endParaRPr>
          </a:p>
          <a:p>
            <a:pPr marL="12700">
              <a:lnSpc>
                <a:spcPct val="100000"/>
              </a:lnSpc>
              <a:spcBef>
                <a:spcPts val="380"/>
              </a:spcBef>
            </a:pPr>
            <a:r>
              <a:rPr lang="en-US" sz="1100" spc="10" dirty="0">
                <a:solidFill>
                  <a:schemeClr val="bg1"/>
                </a:solidFill>
                <a:latin typeface="Open Sans"/>
                <a:cs typeface="Open Sans"/>
              </a:rPr>
              <a:t>+1</a:t>
            </a:r>
            <a:r>
              <a:rPr lang="en-US" sz="1100" spc="20" dirty="0">
                <a:solidFill>
                  <a:schemeClr val="bg1"/>
                </a:solidFill>
                <a:latin typeface="Open Sans"/>
                <a:cs typeface="Open Sans"/>
              </a:rPr>
              <a:t> </a:t>
            </a:r>
            <a:r>
              <a:rPr lang="en-US" sz="1100" spc="10" dirty="0">
                <a:solidFill>
                  <a:schemeClr val="bg1"/>
                </a:solidFill>
                <a:latin typeface="Open Sans"/>
                <a:cs typeface="Open Sans"/>
              </a:rPr>
              <a:t>555 555 5555</a:t>
            </a:r>
            <a:endParaRPr lang="en-US" sz="1100" dirty="0">
              <a:solidFill>
                <a:schemeClr val="bg1"/>
              </a:solidFill>
              <a:latin typeface="Open Sans"/>
              <a:cs typeface="Open Sans"/>
            </a:endParaRPr>
          </a:p>
          <a:p>
            <a:pPr marL="12700">
              <a:lnSpc>
                <a:spcPct val="100000"/>
              </a:lnSpc>
              <a:spcBef>
                <a:spcPts val="380"/>
              </a:spcBef>
            </a:pPr>
            <a:r>
              <a:rPr lang="en-US" sz="1100" spc="20" dirty="0">
                <a:solidFill>
                  <a:schemeClr val="bg1"/>
                </a:solidFill>
                <a:latin typeface="Open Sans"/>
                <a:cs typeface="Open Sans"/>
                <a:hlinkClick r:id="rId5">
                  <a:extLst>
                    <a:ext uri="{A12FA001-AC4F-418D-AE19-62706E023703}">
                      <ahyp:hlinkClr xmlns:ahyp="http://schemas.microsoft.com/office/drawing/2018/hyperlinkcolor" val="tx"/>
                    </a:ext>
                  </a:extLst>
                </a:hlinkClick>
              </a:rPr>
              <a:t>firstname.lastname@colliers.com</a:t>
            </a:r>
            <a:endParaRPr lang="en-US" sz="1100" dirty="0">
              <a:solidFill>
                <a:schemeClr val="bg1"/>
              </a:solidFill>
              <a:latin typeface="Open Sans"/>
              <a:cs typeface="Open Sans"/>
            </a:endParaRPr>
          </a:p>
        </p:txBody>
      </p:sp>
      <p:sp>
        <p:nvSpPr>
          <p:cNvPr id="15" name="object 12">
            <a:extLst>
              <a:ext uri="{FF2B5EF4-FFF2-40B4-BE49-F238E27FC236}">
                <a16:creationId xmlns:a16="http://schemas.microsoft.com/office/drawing/2014/main" id="{FB647113-5545-42F5-AEF9-7C6CAA54969A}"/>
              </a:ext>
            </a:extLst>
          </p:cNvPr>
          <p:cNvSpPr txBox="1"/>
          <p:nvPr/>
        </p:nvSpPr>
        <p:spPr>
          <a:xfrm>
            <a:off x="6558756" y="1566059"/>
            <a:ext cx="2351089" cy="954107"/>
          </a:xfrm>
          <a:prstGeom prst="rect">
            <a:avLst/>
          </a:prstGeom>
        </p:spPr>
        <p:txBody>
          <a:bodyPr vert="horz" wrap="square" lIns="0" tIns="12700" rIns="0" bIns="0" rtlCol="0">
            <a:spAutoFit/>
          </a:bodyPr>
          <a:lstStyle/>
          <a:p>
            <a:pPr marL="12700">
              <a:lnSpc>
                <a:spcPct val="100000"/>
              </a:lnSpc>
              <a:spcBef>
                <a:spcPts val="100"/>
              </a:spcBef>
            </a:pPr>
            <a:r>
              <a:rPr lang="en-US" sz="1400" b="1" spc="20" dirty="0" err="1">
                <a:solidFill>
                  <a:schemeClr val="bg1"/>
                </a:solidFill>
                <a:latin typeface="OpenSans-SemiBold"/>
                <a:cs typeface="OpenSans-SemiBold"/>
              </a:rPr>
              <a:t>Firstname</a:t>
            </a:r>
            <a:r>
              <a:rPr lang="en-US" sz="1400" b="1" spc="20" dirty="0">
                <a:solidFill>
                  <a:schemeClr val="bg1"/>
                </a:solidFill>
                <a:latin typeface="OpenSans-SemiBold"/>
                <a:cs typeface="OpenSans-SemiBold"/>
              </a:rPr>
              <a:t> </a:t>
            </a:r>
            <a:r>
              <a:rPr lang="en-US" sz="1400" b="1" spc="20" dirty="0" err="1">
                <a:solidFill>
                  <a:schemeClr val="bg1"/>
                </a:solidFill>
                <a:latin typeface="OpenSans-SemiBold"/>
                <a:cs typeface="OpenSans-SemiBold"/>
              </a:rPr>
              <a:t>Lastname</a:t>
            </a:r>
            <a:endParaRPr lang="en-US" sz="1400" dirty="0">
              <a:solidFill>
                <a:schemeClr val="bg1"/>
              </a:solidFill>
              <a:latin typeface="OpenSans-SemiBold"/>
              <a:cs typeface="OpenSans-SemiBold"/>
            </a:endParaRPr>
          </a:p>
          <a:p>
            <a:pPr marL="12700">
              <a:lnSpc>
                <a:spcPct val="100000"/>
              </a:lnSpc>
              <a:spcBef>
                <a:spcPts val="880"/>
              </a:spcBef>
            </a:pPr>
            <a:r>
              <a:rPr lang="en-US" sz="1100" spc="15" dirty="0">
                <a:solidFill>
                  <a:schemeClr val="bg1"/>
                </a:solidFill>
                <a:latin typeface="Open Sans"/>
                <a:cs typeface="Open Sans"/>
              </a:rPr>
              <a:t>Title</a:t>
            </a:r>
            <a:endParaRPr lang="en-US" sz="1100" dirty="0">
              <a:solidFill>
                <a:schemeClr val="bg1"/>
              </a:solidFill>
              <a:latin typeface="Open Sans"/>
              <a:cs typeface="Open Sans"/>
            </a:endParaRPr>
          </a:p>
          <a:p>
            <a:pPr marL="12700">
              <a:lnSpc>
                <a:spcPct val="100000"/>
              </a:lnSpc>
              <a:spcBef>
                <a:spcPts val="380"/>
              </a:spcBef>
            </a:pPr>
            <a:r>
              <a:rPr lang="en-US" sz="1100" spc="10" dirty="0">
                <a:solidFill>
                  <a:schemeClr val="bg1"/>
                </a:solidFill>
                <a:latin typeface="Open Sans"/>
                <a:cs typeface="Open Sans"/>
              </a:rPr>
              <a:t>+1</a:t>
            </a:r>
            <a:r>
              <a:rPr lang="en-US" sz="1100" spc="20" dirty="0">
                <a:solidFill>
                  <a:schemeClr val="bg1"/>
                </a:solidFill>
                <a:latin typeface="Open Sans"/>
                <a:cs typeface="Open Sans"/>
              </a:rPr>
              <a:t> </a:t>
            </a:r>
            <a:r>
              <a:rPr lang="en-US" sz="1100" spc="10" dirty="0">
                <a:solidFill>
                  <a:schemeClr val="bg1"/>
                </a:solidFill>
                <a:latin typeface="Open Sans"/>
                <a:cs typeface="Open Sans"/>
              </a:rPr>
              <a:t>555 555 5555</a:t>
            </a:r>
            <a:endParaRPr lang="en-US" sz="1100" dirty="0">
              <a:solidFill>
                <a:schemeClr val="bg1"/>
              </a:solidFill>
              <a:latin typeface="Open Sans"/>
              <a:cs typeface="Open Sans"/>
            </a:endParaRPr>
          </a:p>
          <a:p>
            <a:pPr marL="12700">
              <a:lnSpc>
                <a:spcPct val="100000"/>
              </a:lnSpc>
              <a:spcBef>
                <a:spcPts val="380"/>
              </a:spcBef>
            </a:pPr>
            <a:r>
              <a:rPr lang="en-US" sz="1100" spc="20" dirty="0">
                <a:solidFill>
                  <a:schemeClr val="bg1"/>
                </a:solidFill>
                <a:latin typeface="Open Sans"/>
                <a:cs typeface="Open Sans"/>
                <a:hlinkClick r:id="rId5">
                  <a:extLst>
                    <a:ext uri="{A12FA001-AC4F-418D-AE19-62706E023703}">
                      <ahyp:hlinkClr xmlns:ahyp="http://schemas.microsoft.com/office/drawing/2018/hyperlinkcolor" val="tx"/>
                    </a:ext>
                  </a:extLst>
                </a:hlinkClick>
              </a:rPr>
              <a:t>firstname.lastname@colliers.com</a:t>
            </a:r>
            <a:endParaRPr lang="en-US" sz="1100" dirty="0">
              <a:solidFill>
                <a:schemeClr val="bg1"/>
              </a:solidFill>
              <a:latin typeface="Open Sans"/>
              <a:cs typeface="Open Sans"/>
            </a:endParaRPr>
          </a:p>
        </p:txBody>
      </p:sp>
      <p:sp>
        <p:nvSpPr>
          <p:cNvPr id="17" name="object 12">
            <a:extLst>
              <a:ext uri="{FF2B5EF4-FFF2-40B4-BE49-F238E27FC236}">
                <a16:creationId xmlns:a16="http://schemas.microsoft.com/office/drawing/2014/main" id="{4C3A8ECD-03B2-4A9B-AAFC-0895D93584E4}"/>
              </a:ext>
            </a:extLst>
          </p:cNvPr>
          <p:cNvSpPr txBox="1"/>
          <p:nvPr/>
        </p:nvSpPr>
        <p:spPr>
          <a:xfrm>
            <a:off x="3925888" y="2951946"/>
            <a:ext cx="2351089" cy="954107"/>
          </a:xfrm>
          <a:prstGeom prst="rect">
            <a:avLst/>
          </a:prstGeom>
        </p:spPr>
        <p:txBody>
          <a:bodyPr vert="horz" wrap="square" lIns="0" tIns="12700" rIns="0" bIns="0" rtlCol="0">
            <a:spAutoFit/>
          </a:bodyPr>
          <a:lstStyle/>
          <a:p>
            <a:pPr marL="12700">
              <a:lnSpc>
                <a:spcPct val="100000"/>
              </a:lnSpc>
              <a:spcBef>
                <a:spcPts val="100"/>
              </a:spcBef>
            </a:pPr>
            <a:r>
              <a:rPr lang="en-US" sz="1400" b="1" spc="20" dirty="0" err="1">
                <a:solidFill>
                  <a:schemeClr val="bg1"/>
                </a:solidFill>
                <a:latin typeface="OpenSans-SemiBold"/>
                <a:cs typeface="OpenSans-SemiBold"/>
              </a:rPr>
              <a:t>Firstname</a:t>
            </a:r>
            <a:r>
              <a:rPr lang="en-US" sz="1400" b="1" spc="20" dirty="0">
                <a:solidFill>
                  <a:schemeClr val="bg1"/>
                </a:solidFill>
                <a:latin typeface="OpenSans-SemiBold"/>
                <a:cs typeface="OpenSans-SemiBold"/>
              </a:rPr>
              <a:t> </a:t>
            </a:r>
            <a:r>
              <a:rPr lang="en-US" sz="1400" b="1" spc="20" dirty="0" err="1">
                <a:solidFill>
                  <a:schemeClr val="bg1"/>
                </a:solidFill>
                <a:latin typeface="OpenSans-SemiBold"/>
                <a:cs typeface="OpenSans-SemiBold"/>
              </a:rPr>
              <a:t>Lastname</a:t>
            </a:r>
            <a:endParaRPr lang="en-US" sz="1400" dirty="0">
              <a:solidFill>
                <a:schemeClr val="bg1"/>
              </a:solidFill>
              <a:latin typeface="OpenSans-SemiBold"/>
              <a:cs typeface="OpenSans-SemiBold"/>
            </a:endParaRPr>
          </a:p>
          <a:p>
            <a:pPr marL="12700">
              <a:lnSpc>
                <a:spcPct val="100000"/>
              </a:lnSpc>
              <a:spcBef>
                <a:spcPts val="880"/>
              </a:spcBef>
            </a:pPr>
            <a:r>
              <a:rPr lang="en-US" sz="1100" spc="15" dirty="0">
                <a:solidFill>
                  <a:schemeClr val="bg1"/>
                </a:solidFill>
                <a:latin typeface="Open Sans"/>
                <a:cs typeface="Open Sans"/>
              </a:rPr>
              <a:t>Title</a:t>
            </a:r>
            <a:endParaRPr lang="en-US" sz="1100" dirty="0">
              <a:solidFill>
                <a:schemeClr val="bg1"/>
              </a:solidFill>
              <a:latin typeface="Open Sans"/>
              <a:cs typeface="Open Sans"/>
            </a:endParaRPr>
          </a:p>
          <a:p>
            <a:pPr marL="12700">
              <a:lnSpc>
                <a:spcPct val="100000"/>
              </a:lnSpc>
              <a:spcBef>
                <a:spcPts val="380"/>
              </a:spcBef>
            </a:pPr>
            <a:r>
              <a:rPr lang="en-US" sz="1100" spc="10" dirty="0">
                <a:solidFill>
                  <a:schemeClr val="bg1"/>
                </a:solidFill>
                <a:latin typeface="Open Sans"/>
                <a:cs typeface="Open Sans"/>
              </a:rPr>
              <a:t>+1</a:t>
            </a:r>
            <a:r>
              <a:rPr lang="en-US" sz="1100" spc="20" dirty="0">
                <a:solidFill>
                  <a:schemeClr val="bg1"/>
                </a:solidFill>
                <a:latin typeface="Open Sans"/>
                <a:cs typeface="Open Sans"/>
              </a:rPr>
              <a:t> </a:t>
            </a:r>
            <a:r>
              <a:rPr lang="en-US" sz="1100" spc="10" dirty="0">
                <a:solidFill>
                  <a:schemeClr val="bg1"/>
                </a:solidFill>
                <a:latin typeface="Open Sans"/>
                <a:cs typeface="Open Sans"/>
              </a:rPr>
              <a:t>555 555 5555</a:t>
            </a:r>
            <a:endParaRPr lang="en-US" sz="1100" dirty="0">
              <a:solidFill>
                <a:schemeClr val="bg1"/>
              </a:solidFill>
              <a:latin typeface="Open Sans"/>
              <a:cs typeface="Open Sans"/>
            </a:endParaRPr>
          </a:p>
          <a:p>
            <a:pPr marL="12700">
              <a:lnSpc>
                <a:spcPct val="100000"/>
              </a:lnSpc>
              <a:spcBef>
                <a:spcPts val="380"/>
              </a:spcBef>
            </a:pPr>
            <a:r>
              <a:rPr lang="en-US" sz="1100" spc="20" dirty="0">
                <a:solidFill>
                  <a:schemeClr val="bg1"/>
                </a:solidFill>
                <a:latin typeface="Open Sans"/>
                <a:cs typeface="Open Sans"/>
                <a:hlinkClick r:id="rId5">
                  <a:extLst>
                    <a:ext uri="{A12FA001-AC4F-418D-AE19-62706E023703}">
                      <ahyp:hlinkClr xmlns:ahyp="http://schemas.microsoft.com/office/drawing/2018/hyperlinkcolor" val="tx"/>
                    </a:ext>
                  </a:extLst>
                </a:hlinkClick>
              </a:rPr>
              <a:t>firstname.lastname@colliers.com</a:t>
            </a:r>
            <a:endParaRPr lang="en-US" sz="1100" dirty="0">
              <a:solidFill>
                <a:schemeClr val="bg1"/>
              </a:solidFill>
              <a:latin typeface="Open Sans"/>
              <a:cs typeface="Open Sans"/>
            </a:endParaRPr>
          </a:p>
        </p:txBody>
      </p:sp>
      <p:sp>
        <p:nvSpPr>
          <p:cNvPr id="18" name="object 12">
            <a:extLst>
              <a:ext uri="{FF2B5EF4-FFF2-40B4-BE49-F238E27FC236}">
                <a16:creationId xmlns:a16="http://schemas.microsoft.com/office/drawing/2014/main" id="{0F589CF4-BBB1-42F6-92F8-076C7364DABE}"/>
              </a:ext>
            </a:extLst>
          </p:cNvPr>
          <p:cNvSpPr txBox="1"/>
          <p:nvPr/>
        </p:nvSpPr>
        <p:spPr>
          <a:xfrm>
            <a:off x="9191624" y="2951946"/>
            <a:ext cx="2351089" cy="954107"/>
          </a:xfrm>
          <a:prstGeom prst="rect">
            <a:avLst/>
          </a:prstGeom>
        </p:spPr>
        <p:txBody>
          <a:bodyPr vert="horz" wrap="square" lIns="0" tIns="12700" rIns="0" bIns="0" rtlCol="0">
            <a:spAutoFit/>
          </a:bodyPr>
          <a:lstStyle/>
          <a:p>
            <a:pPr marL="12700">
              <a:lnSpc>
                <a:spcPct val="100000"/>
              </a:lnSpc>
              <a:spcBef>
                <a:spcPts val="100"/>
              </a:spcBef>
            </a:pPr>
            <a:r>
              <a:rPr lang="en-US" sz="1400" b="1" spc="20" dirty="0" err="1">
                <a:solidFill>
                  <a:schemeClr val="bg1"/>
                </a:solidFill>
                <a:latin typeface="OpenSans-SemiBold"/>
                <a:cs typeface="OpenSans-SemiBold"/>
              </a:rPr>
              <a:t>Firstname</a:t>
            </a:r>
            <a:r>
              <a:rPr lang="en-US" sz="1400" b="1" spc="20" dirty="0">
                <a:solidFill>
                  <a:schemeClr val="bg1"/>
                </a:solidFill>
                <a:latin typeface="OpenSans-SemiBold"/>
                <a:cs typeface="OpenSans-SemiBold"/>
              </a:rPr>
              <a:t> </a:t>
            </a:r>
            <a:r>
              <a:rPr lang="en-US" sz="1400" b="1" spc="20" dirty="0" err="1">
                <a:solidFill>
                  <a:schemeClr val="bg1"/>
                </a:solidFill>
                <a:latin typeface="OpenSans-SemiBold"/>
                <a:cs typeface="OpenSans-SemiBold"/>
              </a:rPr>
              <a:t>Lastname</a:t>
            </a:r>
            <a:endParaRPr lang="en-US" sz="1400" dirty="0">
              <a:solidFill>
                <a:schemeClr val="bg1"/>
              </a:solidFill>
              <a:latin typeface="OpenSans-SemiBold"/>
              <a:cs typeface="OpenSans-SemiBold"/>
            </a:endParaRPr>
          </a:p>
          <a:p>
            <a:pPr marL="12700">
              <a:lnSpc>
                <a:spcPct val="100000"/>
              </a:lnSpc>
              <a:spcBef>
                <a:spcPts val="880"/>
              </a:spcBef>
            </a:pPr>
            <a:r>
              <a:rPr lang="en-US" sz="1100" spc="15" dirty="0">
                <a:solidFill>
                  <a:schemeClr val="bg1"/>
                </a:solidFill>
                <a:latin typeface="Open Sans"/>
                <a:cs typeface="Open Sans"/>
              </a:rPr>
              <a:t>Title</a:t>
            </a:r>
            <a:endParaRPr lang="en-US" sz="1100" dirty="0">
              <a:solidFill>
                <a:schemeClr val="bg1"/>
              </a:solidFill>
              <a:latin typeface="Open Sans"/>
              <a:cs typeface="Open Sans"/>
            </a:endParaRPr>
          </a:p>
          <a:p>
            <a:pPr marL="12700">
              <a:lnSpc>
                <a:spcPct val="100000"/>
              </a:lnSpc>
              <a:spcBef>
                <a:spcPts val="380"/>
              </a:spcBef>
            </a:pPr>
            <a:r>
              <a:rPr lang="en-US" sz="1100" spc="10" dirty="0">
                <a:solidFill>
                  <a:schemeClr val="bg1"/>
                </a:solidFill>
                <a:latin typeface="Open Sans"/>
                <a:cs typeface="Open Sans"/>
              </a:rPr>
              <a:t>+1</a:t>
            </a:r>
            <a:r>
              <a:rPr lang="en-US" sz="1100" spc="20" dirty="0">
                <a:solidFill>
                  <a:schemeClr val="bg1"/>
                </a:solidFill>
                <a:latin typeface="Open Sans"/>
                <a:cs typeface="Open Sans"/>
              </a:rPr>
              <a:t> </a:t>
            </a:r>
            <a:r>
              <a:rPr lang="en-US" sz="1100" spc="10" dirty="0">
                <a:solidFill>
                  <a:schemeClr val="bg1"/>
                </a:solidFill>
                <a:latin typeface="Open Sans"/>
                <a:cs typeface="Open Sans"/>
              </a:rPr>
              <a:t>555 555 5555</a:t>
            </a:r>
            <a:endParaRPr lang="en-US" sz="1100" dirty="0">
              <a:solidFill>
                <a:schemeClr val="bg1"/>
              </a:solidFill>
              <a:latin typeface="Open Sans"/>
              <a:cs typeface="Open Sans"/>
            </a:endParaRPr>
          </a:p>
          <a:p>
            <a:pPr marL="12700">
              <a:lnSpc>
                <a:spcPct val="100000"/>
              </a:lnSpc>
              <a:spcBef>
                <a:spcPts val="380"/>
              </a:spcBef>
            </a:pPr>
            <a:r>
              <a:rPr lang="en-US" sz="1100" spc="20" dirty="0">
                <a:solidFill>
                  <a:schemeClr val="bg1"/>
                </a:solidFill>
                <a:latin typeface="Open Sans"/>
                <a:cs typeface="Open Sans"/>
                <a:hlinkClick r:id="rId5">
                  <a:extLst>
                    <a:ext uri="{A12FA001-AC4F-418D-AE19-62706E023703}">
                      <ahyp:hlinkClr xmlns:ahyp="http://schemas.microsoft.com/office/drawing/2018/hyperlinkcolor" val="tx"/>
                    </a:ext>
                  </a:extLst>
                </a:hlinkClick>
              </a:rPr>
              <a:t>firstname.lastname@colliers.com</a:t>
            </a:r>
            <a:endParaRPr lang="en-US" sz="1100" dirty="0">
              <a:solidFill>
                <a:schemeClr val="bg1"/>
              </a:solidFill>
              <a:latin typeface="Open Sans"/>
              <a:cs typeface="Open Sans"/>
            </a:endParaRPr>
          </a:p>
        </p:txBody>
      </p:sp>
      <p:sp>
        <p:nvSpPr>
          <p:cNvPr id="19" name="object 12">
            <a:extLst>
              <a:ext uri="{FF2B5EF4-FFF2-40B4-BE49-F238E27FC236}">
                <a16:creationId xmlns:a16="http://schemas.microsoft.com/office/drawing/2014/main" id="{12452382-A32E-4EEF-8EF7-E367A5C94D23}"/>
              </a:ext>
            </a:extLst>
          </p:cNvPr>
          <p:cNvSpPr txBox="1"/>
          <p:nvPr/>
        </p:nvSpPr>
        <p:spPr>
          <a:xfrm>
            <a:off x="6558756" y="2951946"/>
            <a:ext cx="2351089" cy="954107"/>
          </a:xfrm>
          <a:prstGeom prst="rect">
            <a:avLst/>
          </a:prstGeom>
        </p:spPr>
        <p:txBody>
          <a:bodyPr vert="horz" wrap="square" lIns="0" tIns="12700" rIns="0" bIns="0" rtlCol="0">
            <a:spAutoFit/>
          </a:bodyPr>
          <a:lstStyle/>
          <a:p>
            <a:pPr marL="12700">
              <a:lnSpc>
                <a:spcPct val="100000"/>
              </a:lnSpc>
              <a:spcBef>
                <a:spcPts val="100"/>
              </a:spcBef>
            </a:pPr>
            <a:r>
              <a:rPr lang="en-US" sz="1400" b="1" spc="20" dirty="0" err="1">
                <a:solidFill>
                  <a:schemeClr val="bg1"/>
                </a:solidFill>
                <a:latin typeface="OpenSans-SemiBold"/>
                <a:cs typeface="OpenSans-SemiBold"/>
              </a:rPr>
              <a:t>Firstname</a:t>
            </a:r>
            <a:r>
              <a:rPr lang="en-US" sz="1400" b="1" spc="20" dirty="0">
                <a:solidFill>
                  <a:schemeClr val="bg1"/>
                </a:solidFill>
                <a:latin typeface="OpenSans-SemiBold"/>
                <a:cs typeface="OpenSans-SemiBold"/>
              </a:rPr>
              <a:t> </a:t>
            </a:r>
            <a:r>
              <a:rPr lang="en-US" sz="1400" b="1" spc="20" dirty="0" err="1">
                <a:solidFill>
                  <a:schemeClr val="bg1"/>
                </a:solidFill>
                <a:latin typeface="OpenSans-SemiBold"/>
                <a:cs typeface="OpenSans-SemiBold"/>
              </a:rPr>
              <a:t>Lastname</a:t>
            </a:r>
            <a:endParaRPr lang="en-US" sz="1400" dirty="0">
              <a:solidFill>
                <a:schemeClr val="bg1"/>
              </a:solidFill>
              <a:latin typeface="OpenSans-SemiBold"/>
              <a:cs typeface="OpenSans-SemiBold"/>
            </a:endParaRPr>
          </a:p>
          <a:p>
            <a:pPr marL="12700">
              <a:lnSpc>
                <a:spcPct val="100000"/>
              </a:lnSpc>
              <a:spcBef>
                <a:spcPts val="880"/>
              </a:spcBef>
            </a:pPr>
            <a:r>
              <a:rPr lang="en-US" sz="1100" spc="15" dirty="0">
                <a:solidFill>
                  <a:schemeClr val="bg1"/>
                </a:solidFill>
                <a:latin typeface="Open Sans"/>
                <a:cs typeface="Open Sans"/>
              </a:rPr>
              <a:t>Title</a:t>
            </a:r>
            <a:endParaRPr lang="en-US" sz="1100" dirty="0">
              <a:solidFill>
                <a:schemeClr val="bg1"/>
              </a:solidFill>
              <a:latin typeface="Open Sans"/>
              <a:cs typeface="Open Sans"/>
            </a:endParaRPr>
          </a:p>
          <a:p>
            <a:pPr marL="12700">
              <a:lnSpc>
                <a:spcPct val="100000"/>
              </a:lnSpc>
              <a:spcBef>
                <a:spcPts val="380"/>
              </a:spcBef>
            </a:pPr>
            <a:r>
              <a:rPr lang="en-US" sz="1100" spc="10" dirty="0">
                <a:solidFill>
                  <a:schemeClr val="bg1"/>
                </a:solidFill>
                <a:latin typeface="Open Sans"/>
                <a:cs typeface="Open Sans"/>
              </a:rPr>
              <a:t>+1</a:t>
            </a:r>
            <a:r>
              <a:rPr lang="en-US" sz="1100" spc="20" dirty="0">
                <a:solidFill>
                  <a:schemeClr val="bg1"/>
                </a:solidFill>
                <a:latin typeface="Open Sans"/>
                <a:cs typeface="Open Sans"/>
              </a:rPr>
              <a:t> </a:t>
            </a:r>
            <a:r>
              <a:rPr lang="en-US" sz="1100" spc="10" dirty="0">
                <a:solidFill>
                  <a:schemeClr val="bg1"/>
                </a:solidFill>
                <a:latin typeface="Open Sans"/>
                <a:cs typeface="Open Sans"/>
              </a:rPr>
              <a:t>555 555 5555</a:t>
            </a:r>
            <a:endParaRPr lang="en-US" sz="1100" dirty="0">
              <a:solidFill>
                <a:schemeClr val="bg1"/>
              </a:solidFill>
              <a:latin typeface="Open Sans"/>
              <a:cs typeface="Open Sans"/>
            </a:endParaRPr>
          </a:p>
          <a:p>
            <a:pPr marL="12700">
              <a:lnSpc>
                <a:spcPct val="100000"/>
              </a:lnSpc>
              <a:spcBef>
                <a:spcPts val="380"/>
              </a:spcBef>
            </a:pPr>
            <a:r>
              <a:rPr lang="en-US" sz="1100" spc="20" dirty="0">
                <a:solidFill>
                  <a:schemeClr val="bg1"/>
                </a:solidFill>
                <a:latin typeface="Open Sans"/>
                <a:cs typeface="Open Sans"/>
                <a:hlinkClick r:id="rId5">
                  <a:extLst>
                    <a:ext uri="{A12FA001-AC4F-418D-AE19-62706E023703}">
                      <ahyp:hlinkClr xmlns:ahyp="http://schemas.microsoft.com/office/drawing/2018/hyperlinkcolor" val="tx"/>
                    </a:ext>
                  </a:extLst>
                </a:hlinkClick>
              </a:rPr>
              <a:t>firstname.lastname@colliers.com</a:t>
            </a:r>
            <a:endParaRPr lang="en-US" sz="1100" dirty="0">
              <a:solidFill>
                <a:schemeClr val="bg1"/>
              </a:solidFill>
              <a:latin typeface="Open Sans"/>
              <a:cs typeface="Open Sans"/>
            </a:endParaRPr>
          </a:p>
        </p:txBody>
      </p:sp>
      <p:sp>
        <p:nvSpPr>
          <p:cNvPr id="20" name="TextBox 19">
            <a:extLst>
              <a:ext uri="{FF2B5EF4-FFF2-40B4-BE49-F238E27FC236}">
                <a16:creationId xmlns:a16="http://schemas.microsoft.com/office/drawing/2014/main" id="{0DB53C78-875E-4C72-AA94-51EB88F895BD}"/>
              </a:ext>
            </a:extLst>
          </p:cNvPr>
          <p:cNvSpPr txBox="1"/>
          <p:nvPr/>
        </p:nvSpPr>
        <p:spPr>
          <a:xfrm>
            <a:off x="3928891" y="4885170"/>
            <a:ext cx="7612709" cy="903645"/>
          </a:xfrm>
          <a:prstGeom prst="rect">
            <a:avLst/>
          </a:prstGeom>
          <a:noFill/>
        </p:spPr>
        <p:txBody>
          <a:bodyPr wrap="square" lIns="0" tIns="0" rIns="0" bIns="0" rtlCol="0">
            <a:spAutoFit/>
          </a:bodyPr>
          <a:lstStyle/>
          <a:p>
            <a:pPr>
              <a:lnSpc>
                <a:spcPct val="150000"/>
              </a:lnSpc>
            </a:pPr>
            <a:r>
              <a:rPr lang="en-US" sz="800" dirty="0">
                <a:solidFill>
                  <a:schemeClr val="bg1"/>
                </a:solidFill>
                <a:effectLst/>
                <a:latin typeface="Open Sans" panose="020B0606030504020204" pitchFamily="34" charset="0"/>
                <a:ea typeface="Open Sans" panose="020B0606030504020204" pitchFamily="34" charset="0"/>
                <a:cs typeface="Verdana" panose="020B0604030504040204" pitchFamily="34" charset="0"/>
              </a:rPr>
              <a:t>This document has been prepared by Colliers for advertising and general information only. Colliers  makes no guarantees, representations or warranties of any kind, expressed or implied, regarding the information including, but not limited to, warranties of content, accuracy and reliability. Any interested party should undertake their own inquiries as to the accuracy of the information. Colliers excludes unequivocally all inferred or implied terms, conditions and warranties arising out of this document and excludes all liability for loss and damages arising there from. This publication is the copyrighted property of Colliers and/or its licensor(s). ©2022 All rights reserved. Colliers International Group Inc.</a:t>
            </a:r>
            <a:endParaRPr lang="en-US" sz="900" dirty="0" err="1">
              <a:solidFill>
                <a:srgbClr val="FF0000"/>
              </a:solidFill>
            </a:endParaRPr>
          </a:p>
        </p:txBody>
      </p:sp>
      <p:sp>
        <p:nvSpPr>
          <p:cNvPr id="21" name="Légende : flèche vers la droite 20">
            <a:extLst>
              <a:ext uri="{FF2B5EF4-FFF2-40B4-BE49-F238E27FC236}">
                <a16:creationId xmlns:a16="http://schemas.microsoft.com/office/drawing/2014/main" id="{1F2C4D06-5214-4E73-9554-FD05B49BBAE0}"/>
              </a:ext>
            </a:extLst>
          </p:cNvPr>
          <p:cNvSpPr/>
          <p:nvPr/>
        </p:nvSpPr>
        <p:spPr>
          <a:xfrm>
            <a:off x="804253" y="2241429"/>
            <a:ext cx="2143989" cy="954107"/>
          </a:xfrm>
          <a:prstGeom prst="rightArrowCallout">
            <a:avLst>
              <a:gd name="adj1" fmla="val 25000"/>
              <a:gd name="adj2" fmla="val 25000"/>
              <a:gd name="adj3" fmla="val 25000"/>
              <a:gd name="adj4" fmla="val 7585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400" noProof="0" dirty="0" err="1">
                <a:solidFill>
                  <a:schemeClr val="tx2"/>
                </a:solidFill>
              </a:rPr>
              <a:t>Amend</a:t>
            </a:r>
            <a:r>
              <a:rPr lang="en-US" sz="1400" noProof="0" dirty="0">
                <a:solidFill>
                  <a:schemeClr val="tx2"/>
                </a:solidFill>
              </a:rPr>
              <a:t> local &amp; central contacts </a:t>
            </a:r>
            <a:r>
              <a:rPr lang="en-US" sz="1400" noProof="0" dirty="0" err="1">
                <a:solidFill>
                  <a:schemeClr val="tx2"/>
                </a:solidFill>
              </a:rPr>
              <a:t>accordingly</a:t>
            </a:r>
            <a:endParaRPr lang="en-US" sz="1400" noProof="0" dirty="0">
              <a:solidFill>
                <a:schemeClr val="tx2"/>
              </a:solidFill>
            </a:endParaRPr>
          </a:p>
        </p:txBody>
      </p:sp>
    </p:spTree>
    <p:custDataLst>
      <p:custData r:id="rId1"/>
      <p:custData r:id="rId2"/>
    </p:custDataLst>
    <p:extLst>
      <p:ext uri="{BB962C8B-B14F-4D97-AF65-F5344CB8AC3E}">
        <p14:creationId xmlns:p14="http://schemas.microsoft.com/office/powerpoint/2010/main" val="42117763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CONTAINEDIMAGEPATH" val="C:\Users\delphine.jamin\AppData\Local\Templafy\AddIns\PowerPointVsto\Document.png"/>
</p:tagLst>
</file>

<file path=ppt/tags/tag12.xml><?xml version="1.0" encoding="utf-8"?>
<p:tagLst xmlns:a="http://schemas.openxmlformats.org/drawingml/2006/main" xmlns:r="http://schemas.openxmlformats.org/officeDocument/2006/relationships" xmlns:p="http://schemas.openxmlformats.org/presentationml/2006/main">
  <p:tag name="TEMPLAFYSLIDEID" val="637238758267561722"/>
</p:tagLst>
</file>

<file path=ppt/tags/tag13.xml><?xml version="1.0" encoding="utf-8"?>
<p:tagLst xmlns:a="http://schemas.openxmlformats.org/drawingml/2006/main" xmlns:r="http://schemas.openxmlformats.org/officeDocument/2006/relationships" xmlns:p="http://schemas.openxmlformats.org/presentationml/2006/main">
  <p:tag name="TEMPLAFYSLIDEID" val="637581722374241004"/>
</p:tagLst>
</file>

<file path=ppt/tags/tag14.xml><?xml version="1.0" encoding="utf-8"?>
<p:tagLst xmlns:a="http://schemas.openxmlformats.org/drawingml/2006/main" xmlns:r="http://schemas.openxmlformats.org/officeDocument/2006/relationships" xmlns:p="http://schemas.openxmlformats.org/presentationml/2006/main">
  <p:tag name="TEMPLAFYSLIDEID" val="637236887323410415"/>
</p:tagLst>
</file>

<file path=ppt/theme/theme1.xml><?xml version="1.0" encoding="utf-8"?>
<a:theme xmlns:a="http://schemas.openxmlformats.org/drawingml/2006/main" name="Colliers 16:9">
  <a:themeElements>
    <a:clrScheme name="Colliers_PPT_2023">
      <a:dk1>
        <a:srgbClr val="56648F"/>
      </a:dk1>
      <a:lt1>
        <a:srgbClr val="FFFFFF"/>
      </a:lt1>
      <a:dk2>
        <a:srgbClr val="25408F"/>
      </a:dk2>
      <a:lt2>
        <a:srgbClr val="CCCDD5"/>
      </a:lt2>
      <a:accent1>
        <a:srgbClr val="1C54F4"/>
      </a:accent1>
      <a:accent2>
        <a:srgbClr val="4D93FF"/>
      </a:accent2>
      <a:accent3>
        <a:srgbClr val="C3E6FF"/>
      </a:accent3>
      <a:accent4>
        <a:srgbClr val="25408F"/>
      </a:accent4>
      <a:accent5>
        <a:srgbClr val="000759"/>
      </a:accent5>
      <a:accent6>
        <a:srgbClr val="56648F"/>
      </a:accent6>
      <a:hlink>
        <a:srgbClr val="1C54F4"/>
      </a:hlink>
      <a:folHlink>
        <a:srgbClr val="1C54F4"/>
      </a:folHlink>
    </a:clrScheme>
    <a:fontScheme name="Colliers">
      <a:majorFont>
        <a:latin typeface="Open Sans Light"/>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000" dirty="0" err="1" smtClean="0"/>
        </a:defPPr>
      </a:lstStyle>
    </a:txDef>
  </a:objectDefaults>
  <a:extraClrSchemeLst/>
  <a:custClrLst>
    <a:custClr name="Red">
      <a:srgbClr val="ED1834"/>
    </a:custClr>
    <a:custClr name="Yellow">
      <a:srgbClr val="FFD400"/>
    </a:custClr>
    <a:custClr name="Light Blue">
      <a:srgbClr val="0C9ED9"/>
    </a:custClr>
    <a:custClr name="Teal">
      <a:srgbClr val="2AB6A9"/>
    </a:custClr>
    <a:custClr name="Orange">
      <a:srgbClr val="FA6609"/>
    </a:custClr>
    <a:custClr name="Purple">
      <a:srgbClr val="9C45AE"/>
    </a:custClr>
    <a:custClr name="Grey">
      <a:srgbClr val="CCCDD5"/>
    </a:custClr>
    <a:custClr name="Med Blue DS">
      <a:srgbClr val="7B8BBD"/>
    </a:custClr>
    <a:custClr name="Light Blue DS">
      <a:srgbClr val="ACBBE8"/>
    </a:custClr>
    <a:custClr name="Pale Blue DS">
      <a:srgbClr val="DBE5FF"/>
    </a:custClr>
    <a:custClr name="80%">
      <a:srgbClr val="F15B51"/>
    </a:custClr>
    <a:custClr name="80%">
      <a:srgbClr val="FFDD33"/>
    </a:custClr>
    <a:custClr name="80%">
      <a:srgbClr val="3DB1E1"/>
    </a:custClr>
    <a:custClr name="80%">
      <a:srgbClr val="55C5BA"/>
    </a:custClr>
    <a:custClr name="80%">
      <a:srgbClr val="FB853A"/>
    </a:custClr>
    <a:custClr name="80%">
      <a:srgbClr val="B06ABE"/>
    </a:custClr>
    <a:custClr name="80%">
      <a:srgbClr val="D5D5DC"/>
    </a:custClr>
    <a:custClr name="80%">
      <a:srgbClr val="95A2CA"/>
    </a:custClr>
    <a:custClr name="80%">
      <a:srgbClr val="BDC9ED"/>
    </a:custClr>
    <a:custClr name="80%">
      <a:srgbClr val="E2EAFF"/>
    </a:custClr>
    <a:custClr name="60%">
      <a:srgbClr val="F48472"/>
    </a:custClr>
    <a:custClr name="60%">
      <a:srgbClr val="FFE566"/>
    </a:custClr>
    <a:custClr name="60%">
      <a:srgbClr val="6DC5E8"/>
    </a:custClr>
    <a:custClr name="60%">
      <a:srgbClr val="7FD3CB"/>
    </a:custClr>
    <a:custClr name="60%">
      <a:srgbClr val="FCA36B"/>
    </a:custClr>
    <a:custClr name="60%">
      <a:srgbClr val="C48FCE"/>
    </a:custClr>
    <a:custClr name="60%">
      <a:srgbClr val="DEDEE3"/>
    </a:custClr>
    <a:custClr name="60%">
      <a:srgbClr val="B0B9D7"/>
    </a:custClr>
    <a:custClr name="60%">
      <a:srgbClr val="CDD6F1"/>
    </a:custClr>
    <a:custClr name="60%">
      <a:srgbClr val="E9EFFF"/>
    </a:custClr>
    <a:custClr name="40%">
      <a:srgbClr val="F8A4AE"/>
    </a:custClr>
    <a:custClr name="40%">
      <a:srgbClr val="FFEE99"/>
    </a:custClr>
    <a:custClr name="40%">
      <a:srgbClr val="9ED8F0"/>
    </a:custClr>
    <a:custClr name="40%">
      <a:srgbClr val="AAE2DD"/>
    </a:custClr>
    <a:custClr name="40%">
      <a:srgbClr val="FDC29D"/>
    </a:custClr>
    <a:custClr name="40%">
      <a:srgbClr val="D7B5DF"/>
    </a:custClr>
    <a:custClr name="40%">
      <a:srgbClr val="E8E8EB"/>
    </a:custClr>
    <a:custClr name="40%">
      <a:srgbClr val="CAD1E5"/>
    </a:custClr>
    <a:custClr name="40%">
      <a:srgbClr val="DEE4F6"/>
    </a:custClr>
    <a:custClr name="40%">
      <a:srgbClr val="F1F5FF"/>
    </a:custClr>
    <a:custClr name="20%">
      <a:srgbClr val="FBD1D6"/>
    </a:custClr>
    <a:custClr name="20%">
      <a:srgbClr val="FFF6CC"/>
    </a:custClr>
    <a:custClr name="20%">
      <a:srgbClr val="CEECF7"/>
    </a:custClr>
    <a:custClr name="20%">
      <a:srgbClr val="D4F0EE"/>
    </a:custClr>
    <a:custClr name="20%">
      <a:srgbClr val="FEE0CE"/>
    </a:custClr>
    <a:custClr name="20%">
      <a:srgbClr val="EBDAEF"/>
    </a:custClr>
    <a:custClr name="20%">
      <a:srgbClr val="F2F1F3"/>
    </a:custClr>
    <a:custClr name="20%">
      <a:srgbClr val="E5E8F2"/>
    </a:custClr>
    <a:custClr name="20%">
      <a:srgbClr val="EEF1FA"/>
    </a:custClr>
    <a:custClr name="20%">
      <a:srgbClr val="F8FAFF"/>
    </a:custClr>
  </a:custClrLst>
  <a:extLst>
    <a:ext uri="{05A4C25C-085E-4340-85A3-A5531E510DB2}">
      <thm15:themeFamily xmlns:thm15="http://schemas.microsoft.com/office/thememl/2012/main" name="Colliers (9).pptx" id="{94E35C43-FEE9-4260-8F03-C2AE988411A2}" vid="{D9B61C42-FA14-430E-B9DE-17E5FA19151A}"/>
    </a:ext>
  </a:extLst>
</a:theme>
</file>

<file path=ppt/theme/theme2.xml><?xml version="1.0" encoding="utf-8"?>
<a:theme xmlns:a="http://schemas.openxmlformats.org/drawingml/2006/main" name="Office-tema">
  <a:themeElements>
    <a:clrScheme name="Kontor">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Red">
      <a:srgbClr val="ED1834"/>
    </a:custClr>
    <a:custClr name="Yellow">
      <a:srgbClr val="FFD400"/>
    </a:custClr>
    <a:custClr name="Light Blue">
      <a:srgbClr val="0C9ED9"/>
    </a:custClr>
    <a:custClr name="Teal">
      <a:srgbClr val="2AB6A9"/>
    </a:custClr>
    <a:custClr name="Orange">
      <a:srgbClr val="FA6609"/>
    </a:custClr>
    <a:custClr name="Purple">
      <a:srgbClr val="9C45AE"/>
    </a:custClr>
    <a:custClr name="Grey">
      <a:srgbClr val="CCCDD5"/>
    </a:custClr>
    <a:custClr name="Med Blue DS">
      <a:srgbClr val="7B8BBD"/>
    </a:custClr>
    <a:custClr name="Light Blue DS">
      <a:srgbClr val="ACBBE8"/>
    </a:custClr>
    <a:custClr name="Pale Blue DS">
      <a:srgbClr val="DBE5FF"/>
    </a:custClr>
    <a:custClr name="80%">
      <a:srgbClr val="F15B51"/>
    </a:custClr>
    <a:custClr name="80%">
      <a:srgbClr val="FFDD33"/>
    </a:custClr>
    <a:custClr name="80%">
      <a:srgbClr val="3DB1E1"/>
    </a:custClr>
    <a:custClr name="80%">
      <a:srgbClr val="55C5BA"/>
    </a:custClr>
    <a:custClr name="80%">
      <a:srgbClr val="FB853A"/>
    </a:custClr>
    <a:custClr name="80%">
      <a:srgbClr val="B06ABE"/>
    </a:custClr>
    <a:custClr name="80%">
      <a:srgbClr val="D5D5DC"/>
    </a:custClr>
    <a:custClr name="80%">
      <a:srgbClr val="95A2CA"/>
    </a:custClr>
    <a:custClr name="80%">
      <a:srgbClr val="BDC9ED"/>
    </a:custClr>
    <a:custClr name="80%">
      <a:srgbClr val="E2EAFF"/>
    </a:custClr>
    <a:custClr name="60%">
      <a:srgbClr val="F48472"/>
    </a:custClr>
    <a:custClr name="60%">
      <a:srgbClr val="FFE566"/>
    </a:custClr>
    <a:custClr name="60%">
      <a:srgbClr val="6DC5E8"/>
    </a:custClr>
    <a:custClr name="60%">
      <a:srgbClr val="7FD3CB"/>
    </a:custClr>
    <a:custClr name="60%">
      <a:srgbClr val="FCA36B"/>
    </a:custClr>
    <a:custClr name="60%">
      <a:srgbClr val="C48FCE"/>
    </a:custClr>
    <a:custClr name="60%">
      <a:srgbClr val="DEDEE3"/>
    </a:custClr>
    <a:custClr name="60%">
      <a:srgbClr val="B0B9D7"/>
    </a:custClr>
    <a:custClr name="60%">
      <a:srgbClr val="CDD6F1"/>
    </a:custClr>
    <a:custClr name="60%">
      <a:srgbClr val="E9EFFF"/>
    </a:custClr>
    <a:custClr name="40%">
      <a:srgbClr val="F8A4AE"/>
    </a:custClr>
    <a:custClr name="40%">
      <a:srgbClr val="FFEE99"/>
    </a:custClr>
    <a:custClr name="40%">
      <a:srgbClr val="9ED8F0"/>
    </a:custClr>
    <a:custClr name="40%">
      <a:srgbClr val="AAE2DD"/>
    </a:custClr>
    <a:custClr name="40%">
      <a:srgbClr val="FDC29D"/>
    </a:custClr>
    <a:custClr name="40%">
      <a:srgbClr val="D7B5DF"/>
    </a:custClr>
    <a:custClr name="40%">
      <a:srgbClr val="E8E8EB"/>
    </a:custClr>
    <a:custClr name="40%">
      <a:srgbClr val="CAD1E5"/>
    </a:custClr>
    <a:custClr name="40%">
      <a:srgbClr val="DEE4F6"/>
    </a:custClr>
    <a:custClr name="40%">
      <a:srgbClr val="F1F5FF"/>
    </a:custClr>
    <a:custClr name="20%">
      <a:srgbClr val="FBD1D6"/>
    </a:custClr>
    <a:custClr name="20%">
      <a:srgbClr val="FFF6CC"/>
    </a:custClr>
    <a:custClr name="20%">
      <a:srgbClr val="CEECF7"/>
    </a:custClr>
    <a:custClr name="20%">
      <a:srgbClr val="D4F0EE"/>
    </a:custClr>
    <a:custClr name="20%">
      <a:srgbClr val="FEE0CE"/>
    </a:custClr>
    <a:custClr name="20%">
      <a:srgbClr val="EBDAEF"/>
    </a:custClr>
    <a:custClr name="20%">
      <a:srgbClr val="F2F1F3"/>
    </a:custClr>
    <a:custClr name="20%">
      <a:srgbClr val="E5E8F2"/>
    </a:custClr>
    <a:custClr name="20%">
      <a:srgbClr val="EEF1FA"/>
    </a:custClr>
    <a:custClr name="20%">
      <a:srgbClr val="F8FA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Red">
      <a:srgbClr val="ED1834"/>
    </a:custClr>
    <a:custClr name="Yellow">
      <a:srgbClr val="FFD400"/>
    </a:custClr>
    <a:custClr name="Light Blue">
      <a:srgbClr val="0C9ED9"/>
    </a:custClr>
    <a:custClr name="Teal">
      <a:srgbClr val="2AB6A9"/>
    </a:custClr>
    <a:custClr name="Orange">
      <a:srgbClr val="FA6609"/>
    </a:custClr>
    <a:custClr name="Purple">
      <a:srgbClr val="9C45AE"/>
    </a:custClr>
    <a:custClr name="Grey">
      <a:srgbClr val="CCCDD5"/>
    </a:custClr>
    <a:custClr name="Med Blue DS">
      <a:srgbClr val="7B8BBD"/>
    </a:custClr>
    <a:custClr name="Light Blue DS">
      <a:srgbClr val="ACBBE8"/>
    </a:custClr>
    <a:custClr name="Pale Blue DS">
      <a:srgbClr val="DBE5FF"/>
    </a:custClr>
    <a:custClr name="80%">
      <a:srgbClr val="F15B51"/>
    </a:custClr>
    <a:custClr name="80%">
      <a:srgbClr val="FFDD33"/>
    </a:custClr>
    <a:custClr name="80%">
      <a:srgbClr val="3DB1E1"/>
    </a:custClr>
    <a:custClr name="80%">
      <a:srgbClr val="55C5BA"/>
    </a:custClr>
    <a:custClr name="80%">
      <a:srgbClr val="FB853A"/>
    </a:custClr>
    <a:custClr name="80%">
      <a:srgbClr val="B06ABE"/>
    </a:custClr>
    <a:custClr name="80%">
      <a:srgbClr val="D5D5DC"/>
    </a:custClr>
    <a:custClr name="80%">
      <a:srgbClr val="95A2CA"/>
    </a:custClr>
    <a:custClr name="80%">
      <a:srgbClr val="BDC9ED"/>
    </a:custClr>
    <a:custClr name="80%">
      <a:srgbClr val="E2EAFF"/>
    </a:custClr>
    <a:custClr name="60%">
      <a:srgbClr val="F48472"/>
    </a:custClr>
    <a:custClr name="60%">
      <a:srgbClr val="FFE566"/>
    </a:custClr>
    <a:custClr name="60%">
      <a:srgbClr val="6DC5E8"/>
    </a:custClr>
    <a:custClr name="60%">
      <a:srgbClr val="7FD3CB"/>
    </a:custClr>
    <a:custClr name="60%">
      <a:srgbClr val="FCA36B"/>
    </a:custClr>
    <a:custClr name="60%">
      <a:srgbClr val="C48FCE"/>
    </a:custClr>
    <a:custClr name="60%">
      <a:srgbClr val="DEDEE3"/>
    </a:custClr>
    <a:custClr name="60%">
      <a:srgbClr val="B0B9D7"/>
    </a:custClr>
    <a:custClr name="60%">
      <a:srgbClr val="CDD6F1"/>
    </a:custClr>
    <a:custClr name="60%">
      <a:srgbClr val="E9EFFF"/>
    </a:custClr>
    <a:custClr name="40%">
      <a:srgbClr val="F8A4AE"/>
    </a:custClr>
    <a:custClr name="40%">
      <a:srgbClr val="FFEE99"/>
    </a:custClr>
    <a:custClr name="40%">
      <a:srgbClr val="9ED8F0"/>
    </a:custClr>
    <a:custClr name="40%">
      <a:srgbClr val="AAE2DD"/>
    </a:custClr>
    <a:custClr name="40%">
      <a:srgbClr val="FDC29D"/>
    </a:custClr>
    <a:custClr name="40%">
      <a:srgbClr val="D7B5DF"/>
    </a:custClr>
    <a:custClr name="40%">
      <a:srgbClr val="E8E8EB"/>
    </a:custClr>
    <a:custClr name="40%">
      <a:srgbClr val="CAD1E5"/>
    </a:custClr>
    <a:custClr name="40%">
      <a:srgbClr val="DEE4F6"/>
    </a:custClr>
    <a:custClr name="40%">
      <a:srgbClr val="F1F5FF"/>
    </a:custClr>
    <a:custClr name="20%">
      <a:srgbClr val="FBD1D6"/>
    </a:custClr>
    <a:custClr name="20%">
      <a:srgbClr val="FFF6CC"/>
    </a:custClr>
    <a:custClr name="20%">
      <a:srgbClr val="CEECF7"/>
    </a:custClr>
    <a:custClr name="20%">
      <a:srgbClr val="D4F0EE"/>
    </a:custClr>
    <a:custClr name="20%">
      <a:srgbClr val="FEE0CE"/>
    </a:custClr>
    <a:custClr name="20%">
      <a:srgbClr val="EBDAEF"/>
    </a:custClr>
    <a:custClr name="20%">
      <a:srgbClr val="F2F1F3"/>
    </a:custClr>
    <a:custClr name="20%">
      <a:srgbClr val="E5E8F2"/>
    </a:custClr>
    <a:custClr name="20%">
      <a:srgbClr val="EEF1FA"/>
    </a:custClr>
    <a:custClr name="20%">
      <a:srgbClr val="F8FAFF"/>
    </a:custClr>
  </a:custClr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0B8FCD3-C9B4-5C41-9C36-1D0507439A74}">
  <we:reference id="74552e05-5318-4d27-b2d2-ede2406b56db"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item1.xml><?xml version="1.0" encoding="utf-8"?>
<TemplafyTemplateConfiguration><![CDATA[{"elementsMetadata":[{"type":"shape","id":"c92a3ac1-ea2a-4d49-89bb-c4337b983dee","elementConfiguration":{"binding":"{{Translate(\"Clicktoaddheader\")}}","type":"text","disableUpdates":false}},{"type":"shape","id":"b81cb26c-a3c8-489d-b34f-1ca59472dbda","elementConfiguration":{"binding":"{{Translate(\"Clicktoaddtitle\")}}","type":"text","disableUpdates":false}},{"type":"shape","id":"ba130c26-82c0-4674-b14a-46e13f999d13","elementConfiguration":{"binding":"{{Translate(\"Clicktoaddtext\")}}","type":"text","disableUpdates":false}},{"type":"shape","id":"fa482eca-cba1-4cba-ac7f-147e355c1276","elementConfiguration":{"binding":"{{Translate(\"Clicktoaddtext\")}}","type":"text","disableUpdates":false}},{"type":"shape","id":"eaa4d149-e293-440b-a607-59192bc46bd5","elementConfiguration":{"binding":"{{Translate(\"Clicktoaddtitle\")}}","type":"text","disableUpdates":false}},{"type":"shape","id":"94741ead-f256-408d-b4ce-7dd6e4143971","elementConfiguration":{"binding":"{{Translate(\"Clicktoaddtext\")}}","type":"text","disableUpdates":false}},{"type":"shape","id":"3614d1cf-8d71-4ea3-b19f-e5e00c526499","elementConfiguration":{"binding":"{{Translate(\"Clicktoaddtext\")}}","type":"text","disableUpdates":false}},{"type":"shape","id":"25ae8873-6255-48f1-b0d3-81f816d681f3","elementConfiguration":{"binding":"{{Translate(\"Clicktoaddtext\")}}","type":"text","disableUpdates":false}},{"type":"shape","id":"5b45c042-aa73-4e9d-94e9-f4068273a417","elementConfiguration":{"binding":"{{Translate(\"Clicktoaddheader\")}}","type":"text","disableUpdates":false}},{"type":"shape","id":"2634db7a-a8f3-4be9-9fb3-e62776729ff9","elementConfiguration":{"binding":"{{Translate(\"Clicktoaddquote\")}}","type":"text","disableUpdates":false}},{"type":"shape","id":"6dcf1df2-4c2a-4e88-ae7e-a72494e7e258","elementConfiguration":{"binding":"{{Translate(\"Clicktoaddname\")}}","type":"text","disableUpdates":false}},{"type":"shape","id":"f3ddaea8-9c8b-43ff-83e7-d21782be530d","elementConfiguration":{"binding":"{{Translate(\"ClicktoaddimagefromTemplafy\")}}","type":"text","disableUpdates":false}},{"type":"shape","id":"d122fd71-c9fc-4bd5-b653-191087e58e85","elementConfiguration":{"binding":"{{Translate(\"Clicktoaddtitle\")}}","type":"text","disableUpdates":false}},{"type":"shape","id":"e22a5f6f-c995-44cc-aeb2-e3dafdbba931","elementConfiguration":{"binding":"{{Translate(\"Clicktoaddtext\")}}","type":"text","disableUpdates":false}},{"type":"shape","id":"612afcc3-901e-4b80-92a1-678bc11d86e9","elementConfiguration":{"binding":"{{Translate(\"Clicktoaddtext\")}}","type":"text","disableUpdates":false}},{"type":"shape","id":"48cd1fc2-e2b9-4b86-8268-c31a6f94ad0e","elementConfiguration":{"binding":"{{Translate(\"Clicktoaddtext\")}}","type":"text","disableUpdates":false}},{"type":"shape","id":"16758982-ddbb-44cb-a25e-b1bdd20b65cc","elementConfiguration":{"binding":"{{Translate(\"Clicktoaddheader\")}}","type":"text","disableUpdates":false}},{"type":"shape","id":"f0d3294e-649d-4402-bee7-52f96fd322a2","elementConfiguration":{"binding":"{{Translate(\"ClicktoaddimagefromTemplafy\")}}","type":"text","disableUpdates":false}},{"type":"shape","id":"3dacd639-1002-4ea7-bcfc-6637526901f2","elementConfiguration":{"binding":"{{Translate(\"Clicktoaddagenda\")}}","type":"text","disableUpdates":false}},{"type":"shape","id":"28897107-22ba-41d0-9769-4fc581de52ce","elementConfiguration":{"binding":"Translations.Clicktoaddagendatabforhighlight","type":"text","disableUpdates":false}},{"type":"shape","id":"1d9e26e9-e0c4-4b85-939b-cf2e97253742","elementConfiguration":{"binding":"Translations.Clicktoaddagendatabforhighlight","type":"text","disableUpdates":false}},{"type":"shape","id":"d47593f6-4328-49f2-b9a1-e70953ed39bc","elementConfiguration":{"binding":"Translations.Clicktoaddagendatabforhighlight","type":"text","disableUpdates":false}},{"type":"shape","id":"3174db4d-e6fd-4e76-84c6-1f9d3bf95126","elementConfiguration":{"binding":"Translations.Clicktoaddagendatabforhighlight","type":"text","disableUpdates":false}},{"type":"shape","id":"e5b43bf7-8313-49c5-a3f5-b74ab5f73535","elementConfiguration":{"binding":"Translations.Clicktoaddagendatabforhighlight","type":"text","disableUpdates":false}},{"type":"shape","id":"84575dd0-2347-40b6-8273-14a9146afa0d","elementConfiguration":{"binding":"Translations.Clicktoaddagendatabforhighlight","type":"text","disableUpdates":false}},{"type":"shape","id":"de2c1765-4f56-4a28-b8a1-108fdf48503c","elementConfiguration":{"binding":"{{Translate(\"Clicktoaddheader\")}}","type":"text","disableUpdates":false}},{"type":"shape","id":"9a08becc-d0b2-40fa-ab36-19ada58a58e9","elementConfiguration":{"binding":"{{Translate(\"Clicktoaddtitle\")}}","type":"text","disableUpdates":false}},{"type":"shape","id":"e43db3b1-7817-4c77-97de-cf39cd6cfb7f","elementConfiguration":{"binding":"{{Translate(\"Clicktoaddtext\")}}","type":"text","disableUpdates":false}},{"type":"shape","id":"c1fb8b78-2f46-4621-8b91-83676a7e7082","elementConfiguration":{"binding":"{{Translate(\"Clicktoaddtext\")}}","type":"text","disableUpdates":false}},{"type":"shape","id":"a2c07f3d-2de7-4f6a-8893-d0e7393783a2","elementConfiguration":{"binding":"{{Translate(\"Clicktoaddtitle\")}}","type":"text","disableUpdates":false}},{"type":"shape","id":"a3f83041-cfdc-47a7-8124-ef9543283615","elementConfiguration":{"binding":"{{Translate(\"Clicktoaddtext\")}}","type":"text","disableUpdates":false}},{"type":"shape","id":"fee01643-41d9-4647-ad47-ca43031ae5e9","elementConfiguration":{"binding":"{{Translate(\"Clicktoaddtext\")}}","type":"text","disableUpdates":false}},{"type":"shape","id":"86581922-5b47-4f05-b454-6dc979b44576","elementConfiguration":{"binding":"{{Translate(\"Clicktoaddtext\")}}","type":"text","disableUpdates":false}},{"type":"shape","id":"f042fc9e-96be-4488-a05c-1a2011c63d34","elementConfiguration":{"binding":"{{Translate(\"Clicktoaddheader\")}}","type":"text","disableUpdates":false}},{"type":"shape","id":"fa5d3160-188d-4bd4-b937-4f55ebcc51f9","elementConfiguration":{"binding":"{{StringJoin(\" \", UserProfile.FirstName, UserProfile.LastName)}}","type":"text","disableUpdates":false}},{"type":"shape","id":"e3d6d458-763f-46d0-82ce-bbb42feebf8d","elementConfiguration":{"binding":"{{UserProfile.Email}}","type":"text","disableUpdates":false}},{"type":"shape","id":"4a3c8b11-9ab4-4c04-a08d-00857ef88902","elementConfiguration":{"binding":"{{Translate(\"ClicktoaddimagefromTemplafy\")}}","type":"text","disableUpdates":false}},{"type":"shape","id":"807df94f-da9e-4935-9e21-5a637ffc6cc7","elementConfiguration":{"binding":"{{Translate(\"Presentedto\")}}","type":"text","disableUpdates":false}},{"type":"shape","id":"b996804a-ff37-4448-a5df-f9d0b9dcaa98","elementConfiguration":{"binding":"{{Translate(\"Presentedby\")}}","type":"text","disableUpdates":false}},{"type":"shape","id":"11cbf350-a0cc-4e25-aa1d-60d7c2b8f708","elementConfiguration":{"binding":"{{Translate(\"Clicktoaddtitle\")}}","type":"text","disableUpdates":false}},{"type":"shape","id":"ffe5b516-7c5d-44e4-93fc-17d84179cf97","elementConfiguration":{"binding":"{{Translate(\"Clicktoaddsubtitle\")}}","type":"text","disableUpdates":false}},{"type":"shape","id":"8462bba1-ddde-4d15-90ad-e62f6c5809de","elementConfiguration":{"binding":"{{Translate(\"ClicktoaddimagefromTemplafy\")}}","type":"text","disableUpdates":false}},{"type":"shape","id":"45c8770d-0f6e-4a7d-b878-9166bd113da8","elementConfiguration":{"binding":"{{Translate(\"Clicktoaddagenda\")}}","type":"text","disableUpdates":false}},{"type":"shape","id":"80156791-fad8-4ad2-aa01-a697fc0cd842","elementConfiguration":{"binding":"Translations.Clicktoaddagendatabforhighlight","type":"text","disableUpdates":false}},{"type":"shape","id":"f4435b7c-e9c7-493b-a4c2-7d749476a326","elementConfiguration":{"binding":"Translations.Clicktoaddagenda","type":"text","disableUpdates":false}},{"type":"shape","id":"189be19f-b0ae-4417-96dd-12f13d4e84d4","elementConfiguration":{"binding":"{{Translate(\"ClicktoaddimagefromTemplafy\")}}","type":"text","disableUpdates":false}},{"type":"shape","id":"0d62992d-054c-48ab-83c6-b8b35a35c099","elementConfiguration":{"binding":"{{Translate(\"Clicktoaddtitle\")}}","type":"text","disableUpdates":false}},{"type":"shape","id":"289ffa6c-7457-4a7f-91e3-bcaad80eb11e","elementConfiguration":{"binding":"{{Translate(\"Add01\")}}","type":"text","disableUpdates":false}},{"type":"shape","id":"9d5f2d91-4ad5-4e1b-9e5e-a4e12951ffb5","elementConfiguration":{"binding":"{{Translate(\"Clicktoaddquote\")}}","type":"text","disableUpdates":false}},{"type":"shape","id":"ac60e998-5aa9-4ade-9cd5-6ea327b51dfd","elementConfiguration":{"binding":"{{Translate(\"Clicktoaddname\")}}","type":"text","disableUpdates":false}},{"type":"shape","id":"993eaec1-f08b-489c-82b9-b137c954a041","elementConfiguration":{"binding":"{{Translate(\"ClicktoaddimagefromTemplafy\")}}","type":"text","disableUpdates":false}},{"type":"shape","id":"5730392d-7f66-485b-b223-2af6fe8869d0","elementConfiguration":{"binding":"{{Translate(\"Clicktoaddtitle\")}}","type":"text","disableUpdates":false}},{"type":"shape","id":"804c4566-6680-4df8-8cd6-5c8d121ebc2b","elementConfiguration":{"binding":"{{Translate(\"Clicktoaddsubtitle\")}}","type":"text","disableUpdates":false}},{"type":"shape","id":"a7a56e54-4084-473d-a166-abe51c78eb56","elementConfiguration":{"binding":"{{Translate(\"Clicktoaddtitle\")}}","type":"text","disableUpdates":false}},{"type":"shape","id":"0d71bd70-b5c7-4c9b-b4ee-52f21729d1db","elementConfiguration":{"binding":"{{Translate(\"Clicktoaddtext\")}}","type":"text","disableUpdates":false}},{"type":"shape","id":"90800124-5357-4476-8105-43aafd5b34af","elementConfiguration":{"binding":"{{Translate(\"Clicktoaddtext\")}}","type":"text","disableUpdates":false}},{"type":"shape","id":"c90fe34d-de1c-40de-b033-b9463ccfb2cd","elementConfiguration":{"binding":"{{Translate(\"Clicktoaddtext\")}}","type":"text","disableUpdates":false}},{"type":"shape","id":"8da4af15-ac71-46ec-b4ab-c3b911a5c4d1","elementConfiguration":{"binding":"{{Translate(\"Clicktoaddheader\")}}","type":"text","disableUpdates":false}},{"type":"shape","id":"d318290c-71fc-43f6-b145-6378f7ecda29","elementConfiguration":{"binding":"{{Translate(\"Clicktoaddquote\")}}","type":"text","disableUpdates":false}},{"type":"shape","id":"20bc8772-d908-4500-8e62-715fcfd8d112","elementConfiguration":{"binding":"{{Translate(\"Clicktoaddname\")}}","type":"text","disableUpdates":false}},{"type":"shape","id":"10980f9b-a7cd-4f68-aa3c-ca49394c9a2d","elementConfiguration":{"binding":"{{StringJoin(\" \", UserProfile.FirstName, UserProfile.LastName)}}","type":"text","disableUpdates":false}},{"type":"shape","id":"18c54d12-ce16-41c3-bc5a-8c55ad29742f","elementConfiguration":{"binding":"{{UserProfile.Email}}","type":"text","disableUpdates":false}},{"type":"shape","id":"aba4ccbc-b83d-41e9-af3a-6ef5281c2bfd","elementConfiguration":{"binding":"{{Translate(\"Clicktoaddagenda\")}}","type":"text","disableUpdates":false}},{"type":"shape","id":"0a185b4c-c9cc-46a6-8de8-57b5cbc3be5c","elementConfiguration":{"binding":"Translations.Clicktoaddagendatabforhighlight","type":"text","disableUpdates":false}},{"type":"shape","id":"f5938110-c483-4d83-9929-bc86c13c1b45","elementConfiguration":{"binding":"Translations.Clicktoaddagendatabforhighlight","type":"text","disableUpdates":false}},{"type":"shape","id":"42b8d50e-1139-46c1-a088-62ec1f2bf770","elementConfiguration":{"binding":"Translations.Clicktoaddagendatabforhighlight","type":"text","disableUpdates":false}},{"type":"shape","id":"ba69335a-2141-4755-8f99-99b884df3efd","elementConfiguration":{"binding":"Translations.Clicktoaddagendatabforhighlight","type":"text","disableUpdates":false}},{"type":"shape","id":"60f0f093-a823-40d6-951d-587df2cb7a99","elementConfiguration":{"binding":"Translations.Clicktoaddagendatabforhighlight","type":"text","disableUpdates":false}},{"type":"shape","id":"c825be44-7a49-4e21-a02f-f123273c01b3","elementConfiguration":{"binding":"Translations.Clicktoaddagendatabforhighlight","type":"text","disableUpdates":false}},{"type":"shape","id":"38bd38b0-d95a-48a8-8feb-91d267a4e732","elementConfiguration":{"binding":"Translations.Clicktoaddagendatabforhighlight","type":"text","disableUpdates":false}},{"type":"shape","id":"13cae9c4-4fcd-404e-a24f-284d0283cf52","elementConfiguration":{"binding":"Translations.Clicktoaddagendatabforhighlight","type":"text","disableUpdates":false}},{"type":"shape","id":"8f894e25-a3cc-492d-bc85-584e575f568a","elementConfiguration":{"binding":"{{Translate(\"ClicktoaddimagefromTemplafy\")}}","type":"text","disableUpdates":false}},{"type":"shape","id":"a031b989-c722-431d-bd2f-0f17ab92ddfa","elementConfiguration":{"binding":"{{Translate(\"Clicktoaddtitle\")}}","type":"text","disableUpdates":false}},{"type":"shape","id":"afab03a9-1a76-49d8-b4e9-6fddbcf4cbb3","elementConfiguration":{"binding":"{{Translate(\"Clicktoaddtext\")}}","type":"text","disableUpdates":false}},{"type":"shape","id":"d2ca1048-41c0-486d-85af-817d2c64f57f","elementConfiguration":{"binding":"{{Translate(\"Clicktoaddtext\")}}","type":"text","disableUpdates":false}},{"type":"shape","id":"263ab7cd-4cb6-4ca9-8a21-e403af0554c9","elementConfiguration":{"binding":"{{Translate(\"Clicktoaddtext\")}}","type":"text","disableUpdates":false}},{"type":"shape","id":"1c7e959a-6bd0-4284-b8c7-f48d2ba42c52","elementConfiguration":{"binding":"{{Translate(\"Clicktoaddheader\")}}","type":"text","disableUpdates":false}},{"type":"shape","id":"61cf1117-3eb3-47b3-8256-fa08b95369c4","elementConfiguration":{"binding":"{{Translate(\"Clicktoaddtitle\")}}","type":"text","disableUpdates":false}},{"type":"shape","id":"9021558d-f247-4566-9077-f4b36d4dc0d1","elementConfiguration":{"binding":"{{Translate(\"Clicktoaddtitle\")}}","type":"text","disableUpdates":false}},{"type":"shape","id":"001a1396-cda0-48cc-98f8-cf12815afd08","elementConfiguration":{"binding":"{{Translate(\"Clicktoaddsubtitle\")}}","type":"text","disableUpdates":false}},{"type":"shape","id":"42c2dc41-4ec5-4f9c-8e71-3e2d4e0aebf4","elementConfiguration":{"binding":"{{Translate(\"Clicktoaddtext\")}}","type":"text","disableUpdates":false}},{"type":"shape","id":"60f3c4fb-c5e3-40a3-9007-61fd2ee02101","elementConfiguration":{"binding":"{{Translate(\"Clicktoaddtext\")}}","type":"text","disableUpdates":false}},{"type":"shape","id":"3d6c001c-5442-4ff8-a409-dfb8e5bda597","elementConfiguration":{"binding":"{{Translate(\"Clicktoaddtext\")}}","type":"text","disableUpdates":false}},{"type":"shape","id":"dc55c9d1-0bed-47c7-8f76-0186980b1158","elementConfiguration":{"binding":"Translations.Clicktoaddagendatabforhighlight","type":"text","disableUpdates":false}},{"type":"shape","id":"e739616a-d2f9-4c03-a341-be5c1d65dadc","elementConfiguration":{"binding":"Translations.Clicktoaddagendatabforhighlight","type":"text","disableUpdates":false}},{"type":"shape","id":"724bb8b3-ab5b-4ba7-9132-0fa4026b0730","elementConfiguration":{"binding":"Translations.Clicktoaddagendatabforhighlight","type":"text","disableUpdates":false}},{"type":"shape","id":"963b0a24-01ed-4854-b30c-12a49eabcf57","elementConfiguration":{"binding":"Translations.Clicktoaddagendatabforhighlight","type":"text","disableUpdates":false}},{"type":"shape","id":"83d5bba1-08e4-4919-b0bf-b3b53f8a2fa7","elementConfiguration":{"binding":"Translations.Clicktoaddagendatabforhighlight","type":"text","disableUpdates":false}},{"type":"shape","id":"5a82815b-3b81-481b-84b2-ba75a936310f","elementConfiguration":{"binding":"{{Translate(\"Clicktoaddagenda\")}}","type":"text","disableUpdates":false}},{"type":"shape","id":"bc703edb-7798-462b-9f86-6cb494f90400","elementConfiguration":{"binding":"{{Translate(\"Clicktoaddtitle\")}}","type":"text","disableUpdates":false}},{"type":"shape","id":"c9b88fb0-f8c4-4510-b3a2-1fb00878f2a3","elementConfiguration":{"binding":"{{Translate(\"Clicktoaddtext\")}}","type":"text","disableUpdates":false}},{"type":"shape","id":"7334ba1c-9e33-4184-9548-f80eddb20c4b","elementConfiguration":{"binding":"{{Translate(\"Clicktoaddtext\")}}","type":"text","disableUpdates":false}},{"type":"shape","id":"b0954cc1-d6f0-451f-a668-e212fee0dae7","elementConfiguration":{"binding":"{{Translate(\"Clicktoaddheader\")}}","type":"text","disableUpdates":false}},{"type":"shape","id":"7c669f64-e257-4976-8dbc-1775b0892afe","elementConfiguration":{"binding":"{{Translate(\"ClicktoaddimagefromTemplafy\")}}","type":"text","disableUpdates":false}},{"type":"shape","id":"b659fb1c-ce26-4481-a73e-38de94df4364","elementConfiguration":{"binding":"{{Translate(\"Clicktoaddtitle\")}}","type":"text","disableUpdates":false}},{"type":"shape","id":"f6f3b093-29e0-4c0e-990f-584c6e767ec2","elementConfiguration":{"binding":"{{Translate(\"Clicktoaddtext\")}}","type":"text","disableUpdates":false}},{"type":"shape","id":"35ac9aca-9342-42c6-bc6f-3042dd7a599a","elementConfiguration":{"binding":"{{Translate(\"Clicktoaddtext\")}}","type":"text","disableUpdates":false}},{"type":"shape","id":"9b924f8b-0b9b-45d4-a73a-d26f27f768ce","elementConfiguration":{"binding":"{{Translate(\"Clicktoaddtext\")}}","type":"text","disableUpdates":false}},{"type":"shape","id":"2cea1c6d-4d63-452d-af95-12b88f635e8f","elementConfiguration":{"binding":"{{Translate(\"Clicktoaddheader\")}}","type":"text","disableUpdates":false}},{"type":"shape","id":"66ce9d5c-0755-45ac-a2ac-f71893f0f469","elementConfiguration":{"binding":"{{Translate(\"ClicktoaddimagefromTemplafy\")}}","type":"text","disableUpdates":false}},{"type":"shape","id":"447dc712-2f17-4038-86ae-3aa009d54eec","elementConfiguration":{"binding":"{{Translate(\"FirstnameLastname\")}}","type":"text","disableUpdates":false}},{"type":"shape","id":"81a35577-aa8f-4af2-939c-4cf3ae22e5c9","elementConfiguration":{"binding":"{{Translate(\"Clicktoaddtitle\")}}","type":"text","disableUpdates":false}},{"type":"shape","id":"aa76306a-8013-4c9a-9302-e7ca49f4ab56","elementConfiguration":{"binding":"{{Translate(\"ContactInfo\")}}","type":"text","disableUpdates":false}},{"type":"shape","id":"c7a2fa0b-69b7-4668-b02e-5369156ffe1b","elementConfiguration":{"binding":"{{StringJoin(\" \", UserProfile.FirstName, UserProfile.LastName)}}","type":"text","disableUpdates":false}},{"type":"shape","id":"a9c287d9-0c33-485b-a137-882bcdce8166","elementConfiguration":{"binding":"{{UserProfile.Email}}","type":"text","disableUpdates":false}},{"type":"shape","id":"239baf06-b26a-44bb-ab9f-04f53228fa43","elementConfiguration":{"binding":"{{Translate(\"Clicktoaddtext\")}}","type":"text","disableUpdates":false}},{"type":"shape","id":"7773ffde-c959-43ae-8406-6cecef6feb72","elementConfiguration":{"binding":"{{Translate(\"Clicktoaddtext\")}}","type":"text","disableUpdates":false}},{"type":"shape","id":"6bd2d73e-21f3-4587-af78-0dd7c97413f0","elementConfiguration":{"binding":"{{Translate(\"Clicktoaddtext\")}}","type":"text","disableUpdates":false}},{"type":"shape","id":"7830112d-1a63-4c5b-aa04-0a133d55fd27","elementConfiguration":{"binding":"{{Translate(\"ClicktoaddimagefromTemplafy\")}}","type":"text","disableUpdates":false}},{"type":"shape","id":"b655c851-5b4b-4231-9aba-83ca1673e953","elementConfiguration":{"binding":"{{Translate(\"Clicktoaddagenda\")}}","type":"text","disableUpdates":false}},{"type":"shape","id":"46d188da-7256-4318-b5ef-79becea42c21","elementConfiguration":{"binding":"Translations.Clicktoaddagendatabforhighlight","type":"text","disableUpdates":false}},{"type":"shape","id":"2a8fab1e-6802-47b7-b96b-b88cfd3c8b99","elementConfiguration":{"binding":"Translations.Clicktoaddagendatabforhighlight","type":"text","disableUpdates":false}},{"type":"shape","id":"61f9af82-8588-447e-8802-85bb6312a34f","elementConfiguration":{"binding":"Translations.Clicktoaddagendatabforhighlight","type":"text","disableUpdates":false}},{"type":"shape","id":"ffcf6881-69bc-4bf8-ad7b-68a61ad81ba2","elementConfiguration":{"binding":"Translations.Clicktoaddagendatabforhighlight","type":"text","disableUpdates":false}},{"type":"shape","id":"c3314052-ddf1-4ab2-9950-a1131a6c1ff1","elementConfiguration":{"binding":"{{Translate(\"ClicktoaddimagefromTemplafy\")}}","type":"text","disableUpdates":false}},{"type":"shape","id":"f09d8b5d-59b2-4d69-8def-4236258670a4","elementConfiguration":{"binding":"{{Translate(\"Presentedto\")}}","type":"text","disableUpdates":false}},{"type":"shape","id":"9f1b9199-9784-447b-98ec-7725d21f988d","elementConfiguration":{"binding":"{{Translate(\"Presentedby\")}}","type":"text","disableUpdates":false}},{"type":"shape","id":"5493e02a-2c8e-48a4-b185-15fc9e9d7177","elementConfiguration":{"binding":"{{Translate(\"Clicktoaddtitle\")}}","type":"text","disableUpdates":false}},{"type":"shape","id":"dd0eefbf-82f6-4c1c-9894-ddc174021f28","elementConfiguration":{"binding":"{{Translate(\"Clicktoaddsubtitle\")}}","type":"text","disableUpdates":false}},{"type":"shape","id":"d8220779-5fff-49e5-b90a-6779fb6e9d4e","elementConfiguration":{"binding":"{{Translate(\"Clicktoaddtitle\")}}","type":"text","disableUpdates":false}},{"type":"shape","id":"ed2e0fd2-4044-42f8-a757-b39c8f026690","elementConfiguration":{"binding":"{{Translate(\"Add01\")}}","type":"text","disableUpdates":false}},{"type":"shape","id":"bd9a3a00-8e60-4fd2-88d5-e33b34cee8ff","elementConfiguration":{"binding":"{{Translate(\"Clicktoaddtitle\")}}","type":"text","disableUpdates":false}},{"type":"shape","id":"d70b2ff4-1ba8-4b02-b9bc-9f7cef926153","elementConfiguration":{"binding":"{{Translate(\"Clicktoaddtext\")}}","type":"text","disableUpdates":false}},{"type":"shape","id":"97092e92-bb8b-4daa-9b16-cdb079c98fdf","elementConfiguration":{"binding":"{{Translate(\"Clicktoaddtext\")}}","type":"text","disableUpdates":false}},{"type":"shape","id":"130e8ab6-d2d7-4d8e-9dd5-74e3e5ad7bc8","elementConfiguration":{"binding":"{{Translate(\"Clicktoaddtext\")}}","type":"text","disableUpdates":false}},{"type":"shape","id":"9a5e3812-e30f-47c4-8ff4-e7b91f844b11","elementConfiguration":{"binding":"{{Translate(\"Clicktoaddheader\")}}","type":"text","disableUpdates":false}},{"type":"shape","id":"40514eb1-b0dd-442c-b96e-54957c0d6692","elementConfiguration":{"binding":"{{Translate(\"Clicktoaddquote\")}}","type":"text","disableUpdates":false}},{"type":"shape","id":"db21ff3e-b595-404c-ab09-96e29a8f1044","elementConfiguration":{"binding":"{{Translate(\"Clicktoaddname\")}}","type":"text","disableUpdates":false}},{"type":"shape","id":"1ba6eeed-8f85-46d9-bbc4-ba80cbe3648f","elementConfiguration":{"binding":"{{Translate(\"ClicktoaddimagefromTemplafy\")}}","type":"text","disableUpdates":false}},{"type":"shape","id":"1c5fb993-b781-4a3c-ae12-b108de977d46","elementConfiguration":{"binding":"{{Translate(\"Clicktoaddtitle\")}}","type":"text","disableUpdates":false}},{"type":"shape","id":"75a09f34-7057-472f-b717-8eae06f278f4","elementConfiguration":{"binding":"{{Translate(\"Clicktoaddtext\")}}","type":"text","disableUpdates":false}},{"type":"shape","id":"9ce4c3c1-2b18-4828-9baa-776901d4abeb","elementConfiguration":{"binding":"{{Translate(\"Clicktoaddtext\")}}","type":"text","disableUpdates":false}},{"type":"shape","id":"bff144de-a7d7-4cfe-9e63-a6c5db556241","elementConfiguration":{"binding":"{{Translate(\"Clicktoaddtext\")}}","type":"text","disableUpdates":false}},{"type":"shape","id":"fc77fe9a-d3e5-4a13-a234-0e86bcb46446","elementConfiguration":{"binding":"{{Translate(\"Clicktoaddheader\")}}","type":"text","disableUpdates":false}}],"transformationConfigurations":[{"language":"{{DocumentLanguage}}","disableUpdates":false,"type":"proofingLanguage"},{"colorTheme":"{{DataSources.ColorThemes[\"Colliers\"].ColorTheme}}","disableUpdates":false,"originalColorThemeXml":"<a:clrScheme name=\"Master Colours\" xmlns:a=\"http://schemas.openxmlformats.org/drawingml/2006/main\"><a:dk1><a:srgbClr val=\"56648F\" /></a:dk1><a:lt1><a:srgbClr val=\"FFFFFF\" /></a:lt1><a:dk2><a:srgbClr val=\"24408F\" /></a:dk2><a:lt2><a:srgbClr val=\"CCCDD5\" /></a:lt2><a:accent1><a:srgbClr val=\"1C54F3\" /></a:accent1><a:accent2><a:srgbClr val=\"4D93FF\" /></a:accent2><a:accent3><a:srgbClr val=\"C3E6FF\" /></a:accent3><a:accent4><a:srgbClr val=\"24408F\" /></a:accent4><a:accent5><a:srgbClr val=\"000759\" /></a:accent5><a:accent6><a:srgbClr val=\"56648F\" /></a:accent6><a:hlink><a:srgbClr val=\"1C54F3\" /></a:hlink><a:folHlink><a:srgbClr val=\"1C54F3\" /></a:folHlink></a:clrScheme>","type":"colorTheme"}],"templateName":"Corporate Solution","templateDescription":"","enableDocumentContentUpdater":true,"version":"2.0"}]]></TemplafyTemplate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F01F04AE1A12E46B9945C7E033CD07C" ma:contentTypeVersion="19" ma:contentTypeDescription="Create a new document." ma:contentTypeScope="" ma:versionID="8b80ace29b366770818bff9f7b3f0329">
  <xsd:schema xmlns:xsd="http://www.w3.org/2001/XMLSchema" xmlns:xs="http://www.w3.org/2001/XMLSchema" xmlns:p="http://schemas.microsoft.com/office/2006/metadata/properties" xmlns:ns2="2408e64d-2443-465b-b28e-1ef795959422" xmlns:ns3="13b175e9-c882-4ddb-a0f6-78b689f846ae" targetNamespace="http://schemas.microsoft.com/office/2006/metadata/properties" ma:root="true" ma:fieldsID="7d99afe09873a4be4092d20a69238a31" ns2:_="" ns3:_="">
    <xsd:import namespace="2408e64d-2443-465b-b28e-1ef795959422"/>
    <xsd:import namespace="13b175e9-c882-4ddb-a0f6-78b689f846a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08e64d-2443-465b-b28e-1ef7959594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ce671e0-2aae-4c8d-b367-8bb3494c1b0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175e9-c882-4ddb-a0f6-78b689f84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1398ded-f2a8-4a68-b6ea-a3a6f79ca1c8}" ma:internalName="TaxCatchAll" ma:showField="CatchAllData" ma:web="13b175e9-c882-4ddb-a0f6-78b689f84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2408e64d-2443-465b-b28e-1ef795959422">
      <Terms xmlns="http://schemas.microsoft.com/office/infopath/2007/PartnerControls"/>
    </lcf76f155ced4ddcb4097134ff3c332f>
    <TaxCatchAll xmlns="13b175e9-c882-4ddb-a0f6-78b689f846ae" xsi:nil="true"/>
    <SharedWithUsers xmlns="13b175e9-c882-4ddb-a0f6-78b689f846ae">
      <UserInfo>
        <DisplayName>Keller, David</DisplayName>
        <AccountId>1061</AccountId>
        <AccountType/>
      </UserInfo>
      <UserInfo>
        <DisplayName>Ryan, Amber</DisplayName>
        <AccountId>110</AccountId>
        <AccountType/>
      </UserInfo>
      <UserInfo>
        <DisplayName>Abadie, Chris</DisplayName>
        <AccountId>980</AccountId>
        <AccountType/>
      </UserInfo>
      <UserInfo>
        <DisplayName>D. Taylor, Daniel</DisplayName>
        <AccountId>345</AccountId>
        <AccountType/>
      </UserInfo>
    </SharedWithUsers>
  </documentManagement>
</p:properties>
</file>

<file path=customXml/item5.xml><?xml version="1.0" encoding="utf-8"?>
<TemplafyFormConfiguration><![CDATA[{"formFields":[],"formDataEntries":[]}]]></TemplafyFormConfiguration>
</file>

<file path=customXml/item6.xml><?xml version="1.0" encoding="utf-8"?>
<TemplafySlideTemplateConfiguration><![CDATA[{"slideVersion":2,"isValidatorEnabled":false,"isLocked":false,"elementsMetadata":[{"type":"shape","elementConfiguration":{"binding":"{{Translate(\"ClicktoaddimagefromTemplafy\")}}","type":"text","disableUpdates":false}},{"type":"shape","elementConfiguration":{"binding":"{{Translate(\"Presentedto\")}}","type":"text","disableUpdates":false}},{"type":"shape","elementConfiguration":{"binding":"{{Translate(\"Presentedby\")}}","type":"text","disableUpdates":false}},{"type":"shape","elementConfiguration":{"binding":"{{Translate(\"Clicktoaddtitle\")}}","type":"text","disableUpdates":false}},{"type":"shape","elementConfiguration":{"binding":"{{Translate(\"Clicktoaddsubtitle\")}}","type":"text","disableUpdates":false}}],"slideId":"638174246274366682","enableDocumentContentUpdater":false,"version":"2.0"}]]></TemplafySlideTemplateConfiguration>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TemplafySlideTemplateConfiguration><![CDATA[{"slideVersion":2,"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638174246274381336","enableDocumentContentUpdater":false,"version":"2.0"}]]></TemplafySlideTemplateConfiguration>
</file>

<file path=customXml/item10.xml><?xml version="1.0" encoding="utf-8"?>
<TemplafySlideFormConfiguration><![CDATA[{"formFields":[],"formDataEntries":[]}]]></TemplafySlideFormConfiguration>
</file>

<file path=customXml/item11.xml><?xml version="1.0" encoding="utf-8"?>
<TemplafySlideTemplateConfiguration><![CDATA[{"slideVersion":2,"isValidatorEnabled":false,"isLocked":false,"elementsMetadata":[{"type":"shape","elementConfiguration":{"binding":"{{Translate(\"ClicktoaddimagefromTemplafy\")}}","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638174246274649877","enableDocumentContentUpdater":false,"version":"2.0"}]]></TemplafySlideTemplateConfiguration>
</file>

<file path=customXml/item12.xml><?xml version="1.0" encoding="utf-8"?>
<TemplafySlideFormConfiguration><![CDATA[{"formFields":[],"formDataEntries":[]}]]></TemplafySlideFormConfiguration>
</file>

<file path=customXml/item13.xml><?xml version="1.0" encoding="utf-8"?>
<TemplafySlideTemplateConfiguration><![CDATA[{"slideVersion":2,"isValidatorEnabled":false,"isLocked":false,"elementsMetadata":[{"type":"shape","elementConfiguration":{"binding":"{{Translate(\"ClicktoaddimagefromTemplafy\")}}","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638174246274699328","enableDocumentContentUpdater":false,"version":"2.0"}]]></TemplafySlideTemplateConfiguration>
</file>

<file path=customXml/item14.xml><?xml version="1.0" encoding="utf-8"?>
<TemplafySlideTemplateConfiguration><![CDATA[{"slideVersion":2,"isValidatorEnabled":false,"isLocked":false,"elementsMetadata":[{"type":"shape","elementConfiguration":{"binding":"{{Translate(\"Clicktoaddtitle\")}}","type":"text","disableUpdates":false}},{"type":"shape","elementConfiguration":{"binding":"{{Translate(\"Clicktoaddtext\")}}","type":"text","disableUpdates":false}},{"type":"shape","elementConfiguration":{"binding":"{{Translate(\"Clicktoaddtext\")}}","type":"text","disableUpdates":false}},{"type":"shape","elementConfiguration":{"binding":"{{Translate(\"Clicktoaddheader\")}}","type":"text","disableUpdates":false}}],"slideId":"638174246274731223","enableDocumentContentUpdater":false,"version":"2.0"}]]></TemplafySlideTemplateConfiguration>
</file>

<file path=customXml/item15.xml><?xml version="1.0" encoding="utf-8"?>
<TemplafySlideFormConfiguration><![CDATA[{"formFields":[],"formDataEntries":[]}]]></TemplafySlideFormConfiguration>
</file>

<file path=customXml/item16.xml><?xml version="1.0" encoding="utf-8"?>
<TemplafySlideFormConfiguration><![CDATA[{"formFields":[],"formDataEntries":[]}]]></TemplafySlideFormConfiguration>
</file>

<file path=customXml/item17.xml><?xml version="1.0" encoding="utf-8"?>
<TemplafySlideTemplateConfiguration><![CDATA[{"slideVersion":2,"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638174246274764944","enableDocumentContentUpdater":false,"version":"2.0"}]]></TemplafySlideTemplateConfiguration>
</file>

<file path=customXml/item18.xml><?xml version="1.0" encoding="utf-8"?>
<TemplafySlideTemplateConfiguration><![CDATA[{"slideVersion":2,"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638174246274799228","enableDocumentContentUpdater":false,"version":"2.0"}]]></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2,"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638174246274822938","enableDocumentContentUpdater":false,"version":"2.0"}]]></TemplafySlideTemplateConfiguration>
</file>

<file path=customXml/item21.xml><?xml version="1.0" encoding="utf-8"?>
<TemplafySlideFormConfiguration><![CDATA[{"formFields":[],"formDataEntries":[]}]]></TemplafySlideFormConfiguration>
</file>

<file path=customXml/item22.xml><?xml version="1.0" encoding="utf-8"?>
<TemplafySlideFormConfiguration><![CDATA[{"formFields":[],"formDataEntries":[]}]]></TemplafySlideFormConfiguration>
</file>

<file path=customXml/item23.xml><?xml version="1.0" encoding="utf-8"?>
<TemplafySlideTemplateConfiguration><![CDATA[{"slideVersion":2,"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638174246274851163","enableDocumentContentUpdater":false,"version":"2.0"}]]></TemplafySlideTemplateConfiguration>
</file>

<file path=customXml/item24.xml><?xml version="1.0" encoding="utf-8"?>
<TemplafySlideFormConfiguration><![CDATA[{"formFields":[],"formDataEntries":[]}]]></TemplafySlideFormConfiguration>
</file>

<file path=customXml/item25.xml><?xml version="1.0" encoding="utf-8"?>
<TemplafySlideTemplateConfiguration><![CDATA[{"slideVersion":2,"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638174246274886411","enableDocumentContentUpdater":false,"version":"2.0"}]]></TemplafySlideTemplateConfiguration>
</file>

<file path=customXml/item26.xml><?xml version="1.0" encoding="utf-8"?>
<TemplafySlideTemplateConfiguration><![CDATA[{"slideVersion":2,"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638174246274921567","enableDocumentContentUpdater":false,"version":"2.0"}]]></TemplafySlideTemplateConfiguration>
</file>

<file path=customXml/item27.xml><?xml version="1.0" encoding="utf-8"?>
<TemplafySlideFormConfiguration><![CDATA[{"formFields":[],"formDataEntries":[]}]]></TemplafySlideFormConfiguration>
</file>

<file path=customXml/item28.xml><?xml version="1.0" encoding="utf-8"?>
<TemplafySlideTemplateConfiguration><![CDATA[{"slideVersion":2,"isValidatorEnabled":false,"isLocked":false,"elementsMetadata":[{"type":"shape","elementConfiguration":{"binding":"{{Translate(\"Clicktoaddheader\")}}","type":"text","disableUpdates":false}},{"type":"shape","elementConfiguration":{"binding":"{{Translate(\"Clicktoaddtitle\")}}","type":"text","disableUpdates":false}},{"type":"shape","elementConfiguration":{"binding":"{{Translate(\"Clicktoaddtext\")}}","type":"text","disableUpdates":false}},{"type":"shape","elementConfiguration":{"binding":"{{Translate(\"Clicktoaddtext\")}}","type":"text","disableUpdates":false}}],"slideId":"638174246275012413","enableDocumentContentUpdater":false,"version":"2.0"}]]></TemplafySlideTemplateConfiguration>
</file>

<file path=customXml/item29.xml><?xml version="1.0" encoding="utf-8"?>
<TemplafySlideFormConfiguration><![CDATA[{"formFields":[],"formDataEntries":[]}]]></TemplafySlideFormConfiguration>
</file>

<file path=customXml/item30.xml><?xml version="1.0" encoding="utf-8"?>
<TemplafySlideTemplateConfiguration><![CDATA[{"slideVersion":2,"isValidatorEnabled":false,"isLocked":false,"elementsMetadata":[],"slideId":"638174246275105644","enableDocumentContentUpdater":false,"version":"2.0"}]]></TemplafySlideTemplateConfiguration>
</file>

<file path=customXml/item31.xml><?xml version="1.0" encoding="utf-8"?>
<TemplafySlideFormConfiguration><![CDATA[{"formFields":[],"formDataEntries":[]}]]></TemplafySlideFormConfiguration>
</file>

<file path=customXml/itemProps1.xml><?xml version="1.0" encoding="utf-8"?>
<ds:datastoreItem xmlns:ds="http://schemas.openxmlformats.org/officeDocument/2006/customXml" ds:itemID="{29BB1266-4864-411A-84DE-2ED7BC81715F}">
  <ds:schemaRefs/>
</ds:datastoreItem>
</file>

<file path=customXml/itemProps2.xml><?xml version="1.0" encoding="utf-8"?>
<ds:datastoreItem xmlns:ds="http://schemas.openxmlformats.org/officeDocument/2006/customXml" ds:itemID="{27C81D6F-82BC-4C34-AEF0-A8C9CA216C80}">
  <ds:schemaRefs>
    <ds:schemaRef ds:uri="http://schemas.microsoft.com/sharepoint/v3/contenttype/forms"/>
  </ds:schemaRefs>
</ds:datastoreItem>
</file>

<file path=customXml/itemProps3.xml><?xml version="1.0" encoding="utf-8"?>
<ds:datastoreItem xmlns:ds="http://schemas.openxmlformats.org/officeDocument/2006/customXml" ds:itemID="{84DCAE8A-64C3-4FC5-A85B-6B99364F7D44}"/>
</file>

<file path=customXml/itemProps4.xml><?xml version="1.0" encoding="utf-8"?>
<ds:datastoreItem xmlns:ds="http://schemas.openxmlformats.org/officeDocument/2006/customXml" ds:itemID="{CE263BE8-0C26-4136-BB83-3A79FF130894}">
  <ds:schemaRefs>
    <ds:schemaRef ds:uri="http://www.w3.org/XML/1998/namespace"/>
    <ds:schemaRef ds:uri="http://purl.org/dc/dcmitype/"/>
    <ds:schemaRef ds:uri="http://purl.org/dc/terms/"/>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aabd299c-2aa4-45f1-b08a-19b7177955f0"/>
    <ds:schemaRef ds:uri="7b12c175-24ff-4fbf-a2aa-7addc71a7522"/>
    <ds:schemaRef ds:uri="e38c9727-a594-401b-91ae-e396a2193c05"/>
    <ds:schemaRef ds:uri="5700bec2-2cc8-4990-8e87-461c08f6582b"/>
    <ds:schemaRef ds:uri="2408e64d-2443-465b-b28e-1ef795959422"/>
    <ds:schemaRef ds:uri="13b175e9-c882-4ddb-a0f6-78b689f846ae"/>
  </ds:schemaRefs>
</ds:datastoreItem>
</file>

<file path=customXml/itemProps5.xml><?xml version="1.0" encoding="utf-8"?>
<ds:datastoreItem xmlns:ds="http://schemas.openxmlformats.org/officeDocument/2006/customXml" ds:itemID="{78C21A5E-8450-4DBC-8908-F4B250EEC97D}">
  <ds:schemaRefs/>
</ds:datastoreItem>
</file>

<file path=customXml/itemProps6.xml><?xml version="1.0" encoding="utf-8"?>
<ds:datastoreItem xmlns:ds="http://schemas.openxmlformats.org/officeDocument/2006/customXml" ds:itemID="{FF109961-4B87-EB4B-812F-16CE8B689E9C}">
  <ds:schemaRefs/>
</ds:datastoreItem>
</file>

<file path=customXml/itemProps7.xml><?xml version="1.0" encoding="utf-8"?>
<ds:datastoreItem xmlns:ds="http://schemas.openxmlformats.org/officeDocument/2006/customXml" ds:itemID="{4AE8C1EB-B1D4-DD4F-B39E-51491FBDBE16}">
  <ds:schemaRefs/>
</ds:datastoreItem>
</file>

<file path=customXml/itemProps8.xml><?xml version="1.0" encoding="utf-8"?>
<ds:datastoreItem xmlns:ds="http://schemas.openxmlformats.org/officeDocument/2006/customXml" ds:itemID="{B836CAAB-0D2D-42C9-868C-990AE4D31549}">
  <ds:schemaRefs/>
</ds:datastoreItem>
</file>

<file path=customXml/itemProps9.xml><?xml version="1.0" encoding="utf-8"?>
<ds:datastoreItem xmlns:ds="http://schemas.openxmlformats.org/officeDocument/2006/customXml" ds:itemID="{A3BDA2DF-3868-4E7C-9429-472B80C5EE7B}">
  <ds:schemaRefs/>
</ds:datastoreItem>
</file>

<file path=customXml/itemProps10.xml><?xml version="1.0" encoding="utf-8"?>
<ds:datastoreItem xmlns:ds="http://schemas.openxmlformats.org/officeDocument/2006/customXml" ds:itemID="{DDD3ADF0-D186-4C34-8978-ED6C3ABC6118}">
  <ds:schemaRefs/>
</ds:datastoreItem>
</file>

<file path=customXml/itemProps11.xml><?xml version="1.0" encoding="utf-8"?>
<ds:datastoreItem xmlns:ds="http://schemas.openxmlformats.org/officeDocument/2006/customXml" ds:itemID="{0FFE9F6F-30BF-4550-AC3A-8965964CFB93}">
  <ds:schemaRefs/>
</ds:datastoreItem>
</file>

<file path=customXml/itemProps12.xml><?xml version="1.0" encoding="utf-8"?>
<ds:datastoreItem xmlns:ds="http://schemas.openxmlformats.org/officeDocument/2006/customXml" ds:itemID="{1E373348-1C60-4815-A214-8261CA08E080}">
  <ds:schemaRefs/>
</ds:datastoreItem>
</file>

<file path=customXml/itemProps13.xml><?xml version="1.0" encoding="utf-8"?>
<ds:datastoreItem xmlns:ds="http://schemas.openxmlformats.org/officeDocument/2006/customXml" ds:itemID="{D7261BCD-B936-4EBE-803B-9D399CE8D147}">
  <ds:schemaRefs/>
</ds:datastoreItem>
</file>

<file path=customXml/itemProps14.xml><?xml version="1.0" encoding="utf-8"?>
<ds:datastoreItem xmlns:ds="http://schemas.openxmlformats.org/officeDocument/2006/customXml" ds:itemID="{187A2D6D-230D-4653-AE32-96B9EBA11D3A}">
  <ds:schemaRefs/>
</ds:datastoreItem>
</file>

<file path=customXml/itemProps15.xml><?xml version="1.0" encoding="utf-8"?>
<ds:datastoreItem xmlns:ds="http://schemas.openxmlformats.org/officeDocument/2006/customXml" ds:itemID="{4F94E97C-C77B-4D9C-8E14-E1C16EF63CEB}">
  <ds:schemaRefs/>
</ds:datastoreItem>
</file>

<file path=customXml/itemProps16.xml><?xml version="1.0" encoding="utf-8"?>
<ds:datastoreItem xmlns:ds="http://schemas.openxmlformats.org/officeDocument/2006/customXml" ds:itemID="{3ACCF902-0990-42EC-BE08-B67F8B368647}">
  <ds:schemaRefs/>
</ds:datastoreItem>
</file>

<file path=customXml/itemProps17.xml><?xml version="1.0" encoding="utf-8"?>
<ds:datastoreItem xmlns:ds="http://schemas.openxmlformats.org/officeDocument/2006/customXml" ds:itemID="{DBF9CAC7-A1FA-4DDF-B93C-53EB448D770E}">
  <ds:schemaRefs/>
</ds:datastoreItem>
</file>

<file path=customXml/itemProps18.xml><?xml version="1.0" encoding="utf-8"?>
<ds:datastoreItem xmlns:ds="http://schemas.openxmlformats.org/officeDocument/2006/customXml" ds:itemID="{F0F073BF-E310-469D-95FD-2AE1087480FA}">
  <ds:schemaRefs/>
</ds:datastoreItem>
</file>

<file path=customXml/itemProps19.xml><?xml version="1.0" encoding="utf-8"?>
<ds:datastoreItem xmlns:ds="http://schemas.openxmlformats.org/officeDocument/2006/customXml" ds:itemID="{C3A838DC-A224-4DCE-91F1-F885507BE659}">
  <ds:schemaRefs/>
</ds:datastoreItem>
</file>

<file path=customXml/itemProps20.xml><?xml version="1.0" encoding="utf-8"?>
<ds:datastoreItem xmlns:ds="http://schemas.openxmlformats.org/officeDocument/2006/customXml" ds:itemID="{8019FD7B-777B-48A3-B1B5-DB8865F72ED6}">
  <ds:schemaRefs/>
</ds:datastoreItem>
</file>

<file path=customXml/itemProps21.xml><?xml version="1.0" encoding="utf-8"?>
<ds:datastoreItem xmlns:ds="http://schemas.openxmlformats.org/officeDocument/2006/customXml" ds:itemID="{25CEF51A-ABE3-4BBE-8C14-629B43AF51E0}">
  <ds:schemaRefs/>
</ds:datastoreItem>
</file>

<file path=customXml/itemProps22.xml><?xml version="1.0" encoding="utf-8"?>
<ds:datastoreItem xmlns:ds="http://schemas.openxmlformats.org/officeDocument/2006/customXml" ds:itemID="{641AFE0D-CF27-4CA2-AEF4-2973764896E2}">
  <ds:schemaRefs/>
</ds:datastoreItem>
</file>

<file path=customXml/itemProps23.xml><?xml version="1.0" encoding="utf-8"?>
<ds:datastoreItem xmlns:ds="http://schemas.openxmlformats.org/officeDocument/2006/customXml" ds:itemID="{6843676C-90DC-4DBD-85D6-2BA7846C68DF}">
  <ds:schemaRefs/>
</ds:datastoreItem>
</file>

<file path=customXml/itemProps24.xml><?xml version="1.0" encoding="utf-8"?>
<ds:datastoreItem xmlns:ds="http://schemas.openxmlformats.org/officeDocument/2006/customXml" ds:itemID="{E4E2701E-E3A8-48EE-B269-D850A4526AAF}">
  <ds:schemaRefs/>
</ds:datastoreItem>
</file>

<file path=customXml/itemProps25.xml><?xml version="1.0" encoding="utf-8"?>
<ds:datastoreItem xmlns:ds="http://schemas.openxmlformats.org/officeDocument/2006/customXml" ds:itemID="{2D8B5211-ABC2-4346-9C82-37B9AF907444}">
  <ds:schemaRefs/>
</ds:datastoreItem>
</file>

<file path=customXml/itemProps26.xml><?xml version="1.0" encoding="utf-8"?>
<ds:datastoreItem xmlns:ds="http://schemas.openxmlformats.org/officeDocument/2006/customXml" ds:itemID="{2E11777B-303E-47E1-B045-3EBD4A877A6A}">
  <ds:schemaRefs/>
</ds:datastoreItem>
</file>

<file path=customXml/itemProps27.xml><?xml version="1.0" encoding="utf-8"?>
<ds:datastoreItem xmlns:ds="http://schemas.openxmlformats.org/officeDocument/2006/customXml" ds:itemID="{17A209B4-2377-45FE-A6F1-2826F4E44456}">
  <ds:schemaRefs/>
</ds:datastoreItem>
</file>

<file path=customXml/itemProps28.xml><?xml version="1.0" encoding="utf-8"?>
<ds:datastoreItem xmlns:ds="http://schemas.openxmlformats.org/officeDocument/2006/customXml" ds:itemID="{79F35431-1B08-4A4C-9BC6-5078E8C76444}">
  <ds:schemaRefs/>
</ds:datastoreItem>
</file>

<file path=customXml/itemProps29.xml><?xml version="1.0" encoding="utf-8"?>
<ds:datastoreItem xmlns:ds="http://schemas.openxmlformats.org/officeDocument/2006/customXml" ds:itemID="{B290E9C1-FB9C-43CB-A8FC-A549179C6518}">
  <ds:schemaRefs/>
</ds:datastoreItem>
</file>

<file path=customXml/itemProps30.xml><?xml version="1.0" encoding="utf-8"?>
<ds:datastoreItem xmlns:ds="http://schemas.openxmlformats.org/officeDocument/2006/customXml" ds:itemID="{40DF5AFD-029B-4DA5-9EB0-42AFB475957A}">
  <ds:schemaRefs/>
</ds:datastoreItem>
</file>

<file path=customXml/itemProps31.xml><?xml version="1.0" encoding="utf-8"?>
<ds:datastoreItem xmlns:ds="http://schemas.openxmlformats.org/officeDocument/2006/customXml" ds:itemID="{3159088B-3AC6-40D6-81BA-B376FB46346A}">
  <ds:schemaRefs/>
</ds:datastoreItem>
</file>

<file path=docMetadata/LabelInfo.xml><?xml version="1.0" encoding="utf-8"?>
<clbl:labelList xmlns:clbl="http://schemas.microsoft.com/office/2020/mipLabelMetadata">
  <clbl:label id="{09a363db-73e0-417f-b499-9d17f67459c2}" enabled="1" method="Standard" siteId="{049e3382-8cdc-477b-9317-951b04689668}" removed="0"/>
</clbl:labelList>
</file>

<file path=docProps/app.xml><?xml version="1.0" encoding="utf-8"?>
<Properties xmlns="http://schemas.openxmlformats.org/officeDocument/2006/extended-properties" xmlns:vt="http://schemas.openxmlformats.org/officeDocument/2006/docPropsVTypes">
  <Template/>
  <TotalTime>0</TotalTime>
  <Words>2438</Words>
  <Application>Microsoft Office PowerPoint</Application>
  <PresentationFormat>Widescreen</PresentationFormat>
  <Paragraphs>389</Paragraphs>
  <Slides>13</Slides>
  <Notes>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Calibri</vt:lpstr>
      <vt:lpstr>Merriweather Light</vt:lpstr>
      <vt:lpstr>MerriweatherLight</vt:lpstr>
      <vt:lpstr>Open Sans</vt:lpstr>
      <vt:lpstr>Open Sans Light</vt:lpstr>
      <vt:lpstr>OpenSans-SemiBold</vt:lpstr>
      <vt:lpstr>Times New Roman</vt:lpstr>
      <vt:lpstr>Wingdings</vt:lpstr>
      <vt:lpstr>Colliers 16:9</vt:lpstr>
      <vt:lpstr>PowerPoint Presentation</vt:lpstr>
      <vt:lpstr>Project name /                City, country</vt:lpstr>
      <vt:lpstr>PowerPoint Presentation</vt:lpstr>
      <vt:lpstr>Building Name</vt:lpstr>
      <vt:lpstr>PowerPoint Presentation</vt:lpstr>
      <vt:lpstr>PowerPoint Presentation</vt:lpstr>
      <vt:lpstr>PowerPoint Presentation</vt:lpstr>
      <vt:lpstr>PowerPoint Presentation</vt:lpstr>
      <vt:lpstr>Rent and Vacancy Trends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2024-05-24T20:54:53Z</dcterms:created>
  <dcterms:modified xsi:type="dcterms:W3CDTF">2026-02-17T23:06:03Z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www.skabelondesign.dk</vt:lpwstr>
  </property>
  <property fmtid="{D5CDD505-2E9C-101B-9397-08002B2CF9AE}" pid="3" name="DocumentInfoFinished">
    <vt:lpwstr>True</vt:lpwstr>
  </property>
  <property fmtid="{D5CDD505-2E9C-101B-9397-08002B2CF9AE}" pid="4" name="ContentTypeId">
    <vt:lpwstr>0x0101008F01F04AE1A12E46B9945C7E033CD07C</vt:lpwstr>
  </property>
  <property fmtid="{D5CDD505-2E9C-101B-9397-08002B2CF9AE}" pid="5" name="MediaServiceImageTags">
    <vt:lpwstr/>
  </property>
  <property fmtid="{D5CDD505-2E9C-101B-9397-08002B2CF9AE}" pid="6" name="TemplafyTimeStamp">
    <vt:lpwstr>2024-01-27T18:31:57</vt:lpwstr>
  </property>
  <property fmtid="{D5CDD505-2E9C-101B-9397-08002B2CF9AE}" pid="7" name="TemplafyTenantId">
    <vt:lpwstr>colliers</vt:lpwstr>
  </property>
  <property fmtid="{D5CDD505-2E9C-101B-9397-08002B2CF9AE}" pid="8" name="TemplafyTemplateId">
    <vt:lpwstr>638174246265749904</vt:lpwstr>
  </property>
  <property fmtid="{D5CDD505-2E9C-101B-9397-08002B2CF9AE}" pid="9" name="TemplafyUserProfileId">
    <vt:lpwstr>637844509466292544</vt:lpwstr>
  </property>
  <property fmtid="{D5CDD505-2E9C-101B-9397-08002B2CF9AE}" pid="10" name="TemplafyLanguageCode">
    <vt:lpwstr>en-US</vt:lpwstr>
  </property>
  <property fmtid="{D5CDD505-2E9C-101B-9397-08002B2CF9AE}" pid="11" name="TemplafyFromBlank">
    <vt:bool>false</vt:bool>
  </property>
  <property fmtid="{D5CDD505-2E9C-101B-9397-08002B2CF9AE}" pid="12" name="_ExtendedDescription">
    <vt:lpwstr/>
  </property>
</Properties>
</file>